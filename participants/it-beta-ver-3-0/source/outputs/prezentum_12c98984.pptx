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</a:rPr>
              <a:t>Деревья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6464"/>
                </a:solidFill>
              </a:rPr>
              <a:t>Основные факты и значение  |  Иван Иванов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</a:rPr>
              <a:t>Основные виды деревьев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Хвойные: сосна, ель, пихта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Лиственные: берёза, дуб, клён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Плодовые: яблоня, груша, слива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Декоративные: магнолия, сакура, каштан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</a:rPr>
              <a:t>Экологическая роль деревьев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Производят кислород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Абсорбируют углекислый газ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1280160"/>
            <a:ext cx="4297680" cy="5212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0" y="15087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ЗНАЛИ ЛИ ВЫ?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938528"/>
            <a:ext cx="3840480" cy="25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</a:rPr>
              <a:t>Деревья помогают бороться с глобальным потеплением, поглощая CO2 из атмосферы.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</a:rP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6464"/>
                </a:solidFill>
              </a:rPr>
              <a:t>Подведение итогов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