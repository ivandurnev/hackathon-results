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4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Мир удивительных пород котов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DC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A0E6"/>
                </a:solidFill>
              </a:rPr>
              <a:t>Путешествие в мир пушистых друзей  |  Иван Иванов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Основные породы котов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Персидская кошка — символ элегантности и благородства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Мейн-кун — крупный и добродушный компаньон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Сиамская кошка — умная и общительная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Русская голубая — элегантная и ласковая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8463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8A0E6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Персидская кошка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Персидская кошка отличается длинной шерстью и плоским лицом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Эта порода требует регулярного ухода за шерстью и глазами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280160"/>
            <a:ext cx="4297680" cy="5212080"/>
          </a:xfrm>
          <a:prstGeom prst="roundRect">
            <a:avLst/>
          </a:prstGeom>
          <a:solidFill>
            <a:srgbClr val="DC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E1432"/>
                </a:solidFill>
              </a:rPr>
              <a:t>ЗНАЛИ ЛИ ВЫ?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938528"/>
            <a:ext cx="3840480" cy="25400"/>
          </a:xfrm>
          <a:prstGeom prst="rect">
            <a:avLst/>
          </a:prstGeom>
          <a:solidFill>
            <a:srgbClr val="1E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E1432"/>
                </a:solidFill>
              </a:rPr>
              <a:t>Персидские кошки часто становятся победителями на выставках благодаря своей уникальной внешности.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8A0E6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Мейн-кун и Сиамская кошка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Мейн-кун — одна из самых крупных домашних пород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Обладает густой шерстью и большими ушами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Известен своим дружелюбием и игривостью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1616" y="1371600"/>
            <a:ext cx="25400" cy="5212080"/>
          </a:xfrm>
          <a:prstGeom prst="rect">
            <a:avLst/>
          </a:prstGeom>
          <a:solidFill>
            <a:srgbClr val="DC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Сиамская кошка — среднего размера, с короткой шерстью и выразительными глазами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Очень умная и активная, любит внимание хозяев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C8A0E6"/>
                </a:solidFill>
              </a:rPr>
              <a:t>▸  Имеет уникальный голос и способность к обучению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8A0E6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432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Выбирай свою любимую породу!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DC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A0E6"/>
                </a:solidFill>
              </a:rPr>
              <a:t>Пусть каждый день начинается с радости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