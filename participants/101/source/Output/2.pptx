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Рождение Интернета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200">
                <a:solidFill>
                  <a:srgbClr val="808080"/>
                </a:solidFill>
              </a:defRPr>
            </a:pPr>
            <a:r>
              <a:t>Интернет был создан в 1960-х годах как часть проекта ARPANET.</a:t>
            </a:r>
          </a:p>
          <a:p>
            <a:r>
              <a:t>- Первая успешная передача данных состоялась в 1969 году</a:t>
            </a:r>
          </a:p>
          <a:p>
            <a:r>
              <a:t>- Ключевой момент: разработка протокола TCP/IP в 1974 году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Развитие World Wide Web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828800" cy="45720"/>
          </a:xfrm>
          <a:prstGeom prst="rect">
            <a:avLst/>
          </a:prstGeom>
          <a:solidFill>
            <a:srgbClr val="C0C0C0"/>
          </a:solidFill>
          <a:ln>
            <a:solidFill>
              <a:srgbClr val="C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943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World Wide Web был представлен Тимом Бернерсом-Ли в 1989 году.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- Первый веб-сервер начал работу в 1990 году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- Количество сайтов выросло с 1 до 100 000 за первые 5 лет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Эпоха браузеров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828800" cy="45720"/>
          </a:xfrm>
          <a:prstGeom prst="rect">
            <a:avLst/>
          </a:prstGeom>
          <a:solidFill>
            <a:srgbClr val="C0C0C0"/>
          </a:solidFill>
          <a:ln>
            <a:solidFill>
              <a:srgbClr val="C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943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1990-е годы ознаменовались появлением популярных браузеров: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- Netscape Navigator (1994)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- Microsoft Internet Explorer (1995)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- Ключевые показатели: 80% рыночной доли IE к 2002 году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Эра социальных сетей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828800" cy="45720"/>
          </a:xfrm>
          <a:prstGeom prst="rect">
            <a:avLst/>
          </a:prstGeom>
          <a:solidFill>
            <a:srgbClr val="C0C0C0"/>
          </a:solidFill>
          <a:ln>
            <a:solidFill>
              <a:srgbClr val="C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943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Социальные сети стали важной частью интернета в 2000-х годах: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- MySpace (2003)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- Facebook (2004)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- Twitter (2006)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- Количество пользователей Facebook достигло 1 миллиарда в 2012 году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Современный Интернет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828800" cy="45720"/>
          </a:xfrm>
          <a:prstGeom prst="rect">
            <a:avLst/>
          </a:prstGeom>
          <a:solidFill>
            <a:srgbClr val="C0C0C0"/>
          </a:solidFill>
          <a:ln>
            <a:solidFill>
              <a:srgbClr val="C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943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Сегодня Интернет является глобальной платформой для общения, бизнеса и образования: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- Более 5 миллиардов пользователей по всему миру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- Ключевые технологии: мобильный интернет, IoT, облачные сервисы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- Количество активных сайтов превысило 1,9 миллиарда в 2021 году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