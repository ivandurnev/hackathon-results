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Рождение Интернета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808080"/>
                </a:solidFill>
              </a:defRPr>
            </a:pPr>
            <a:r>
              <a:t>Интернет был создан в 1960-х годах как проект DARPA.</a:t>
            </a:r>
          </a:p>
          <a:p>
            <a:r>
              <a:t>- Первая сеть ARPANET была запущена в 1969 году</a:t>
            </a:r>
          </a:p>
          <a:p>
            <a:r>
              <a:t>- Подключение первых четырех университетов</a:t>
            </a:r>
          </a:p>
          <a:p>
            <a:r>
              <a:t>Какие технологии стали основой современного Интернета?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Развитие протоколов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Ключевые протоколы, обеспечивающие работу Интернета: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TCP/IP стандартизирован в 1983 году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HTTP представлен Тимом Бернерсом-Ли в 1991 году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SMTP для электронной почты с 1982 года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Какие протоколы используются сегодня?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Эпоха Всемирной паутины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Всемирная паутина (WWW) появилась в 1990-х годах.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Первый веб-браузер Mosaic выпущен в 1993 году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Быстрый рост числа сайтов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Ключевые показатели: 1 миллион сайтов к 1997 году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Как влияет WWW на бизнес и образование?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Мобильный Интернет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Мобильный Интернет стал доступен с развитием смартфонов.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Первый коммерческий мобильный Интернет появился в 1999 году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- 3G стандарты внедрены в 2001 году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- 4G/LTE начали использоваться с 2009 года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- 5G сети запущены в 2019 году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Какие преимущества дают мобильные технологии?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Будущее Интернета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Перспективы развития Интернета: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Расширение IoT (интернета вещей)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Увеличение скорости передачи данных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Улучшение безопасности и конфиденциальности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Интеграция AI и Big Data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Какие новые возможности открывает будущее Интернета?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