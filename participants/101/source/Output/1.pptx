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Рождение Интернета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808080"/>
                </a:solidFill>
              </a:defRPr>
            </a:pPr>
            <a:r>
              <a:t>Интернет начал формироваться в 1960-х годах.</a:t>
            </a:r>
          </a:p>
          <a:p>
            <a:r>
              <a:t>- ARPANET — первая сеть, созданная в 1969 году</a:t>
            </a:r>
          </a:p>
          <a:p>
            <a:r>
              <a:t>- TCP/IP был стандартизирован в 1983 году</a:t>
            </a:r>
          </a:p>
          <a:p>
            <a:r>
              <a:t>Какие факторы способствовали развитию этих технологий?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Развитие Всемирной паутины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В 1989 году Тим Бернерс-Ли предложил идею Всемирной паутины (WWW).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Первый веб-сервер запущен в 1990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HTTP и HTML стали стандартами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 это повлияло на доступность информации?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Эпоха коммерческого Интернета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1990-е годы — начало коммерческого использования Интернета.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AOL, CompuServe и Prodigy — первые провайдеры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eBay и Amazon запущены в 1995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Количество пользователей достигло 400 миллионов к 2000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компании сыграли ключевую роль в этом процессе?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Социальные сети и мобильный Интернет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2000-е годы — взрывное развитие социальных сетей и мобильного Интернета.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Facebook запущен в 2004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iPhone представлен в 2007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Количество мобильных устройств превысило количество стационарных компьютеров в 2014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 это изменило поведение пользователей?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Будущее Интернета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Современные тренды и перспективы развития: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IoT (Интернет вещей)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- 5G и быстрый мобильный Интернет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Искусственный интеллект и автоматизация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Ключевые показатели эффективности: ежегодный рост числа подключенных устройств на 20%.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технологии будут доминировать в ближайшие годы?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