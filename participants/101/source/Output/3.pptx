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Рождение Интернета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808080"/>
                </a:solidFill>
              </a:defRPr>
            </a:pPr>
            <a:r>
              <a:t>Интернет начал свою историю в 1969 году с создания ARPANET.</a:t>
            </a:r>
          </a:p>
          <a:p>
            <a:r>
              <a:t>- Первая передача данных состоялась между UCLA и Stanford Research Institute.</a:t>
            </a:r>
          </a:p>
          <a:p>
            <a:r>
              <a:t>- Ключевой момент: развитие протокола TCP/IP, который стал стандартом для сетевых коммуникаций.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Развитие Всемирной паутины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В 1989 году Тим Бернерс-Ли предложил идею Всемирной паутины (WWW).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- 1991 год: первый сайт был открыт для публичного доступа.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показатели: число сайтов увеличилось с 1 до 100 000 за 5 лет.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Эпоха коммерческого Интернета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1990-е годы: Интернет становится коммерческим.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Создание первых поисковых систем: Yahoo! (1994), Google (1998).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события: IPO Amazon (1997), eBay (1998).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пользователей Интернета достигло 400 миллионов к 2000 году.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Социальные сети и мобильный Интернет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2000-е годы: появление социальных сетей и широкое распространение мобильного Интернета.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Facebook запущен в 2004 году, Twitter — в 2006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показатели: к 2010 году количество пользователей смартфонов превысило 500 миллионов.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Влияние на бизнес: рост онлайн-продаж и цифрового маркетинга.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Интернет вещей и будущее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C0C0C0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2010-е годы: развитие Интернета вещей (IoT) и облачных технологий.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Количество подключенных устройств достигло 20 миллиардов в 2020 году.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Ключевые тренды: искусственный интеллект, блокчейн, 5G.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- Будущее: ожидается дальнейшее интегрирование технологий в повседневную жизнь.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