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Рождение Интернета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808080"/>
                </a:solidFill>
              </a:defRPr>
            </a:pPr>
            <a:r>
              <a:t>Интернет начал свою историю в 1960-х годах. </a:t>
            </a:r>
          </a:p>
          <a:p>
            <a:r>
              <a:t>- Проект ARPANET был запущен в 1969 году.</a:t>
            </a:r>
          </a:p>
          <a:p>
            <a:r>
              <a:t>- Первая передача данных состоялась между UCLA и Stanford Research Institute.</a:t>
            </a:r>
          </a:p>
          <a:p>
            <a:r>
              <a:t>Какие ключевые события произошли в первые годы существования сети?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Развитие протоколов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1980-е годы ознаменовались появлением ключевых протоколов.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TCP/IP стал стандартом в 1983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DNS был внедрён в 1984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HTTP был создан Тимом Бернерс-Ли в 1991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Какие технологии стали основой современного Интернета?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Эпоха браузеров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1990-е годы принесли взрывной рост популярности Интернета.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Netscape Navigator был выпущен в 1994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Microsoft Internet Explorer появился в 1995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Google Chrome дебютировал в 2008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Какие браузеры определили интерфейс пользователей?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Мобильный Интернет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2000-е годы отметились распространением мобильного Интернета.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Первый смартфон BlackBerry вышел в 1999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iPhone был представлен в 2007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Android появился в 2008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 влияет мобильность на доступ к информации?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Современные тренды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Сегодня Интернет продолжает развиваться.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- 5G технологии обеспечивают сверхбыстрое соединение.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IoT (интернет вещей) становится частью повседневной жизни.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Социальные сети и платформы для удалённой работы набирают популярность.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Какие новые возможности открывают современные технологии?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