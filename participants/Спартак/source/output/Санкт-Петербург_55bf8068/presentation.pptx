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0972800" cy="914400"/>
          </a:xfrm>
        </p:spPr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Санкт-Петербург: Исторический обзор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669280" cy="0"/>
          </a:xfrm>
        </p:spPr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Санкт-Петербург был основан Петром I в 1703 году. Город играл важную роль в истории России, будучи столицей империи до 1918 года. Здесь расположены значимые исторические достопримечательности, такие как Эрмитаж, Петропавловская крепость и Исаакиевский собор.</a:t>
            </a:r>
          </a:p>
        </p:txBody>
      </p:sp>
      <p:pic>
        <p:nvPicPr>
          <p:cNvPr id="4" name="Picture 3" descr="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0972800" cy="914400"/>
          </a:xfrm>
        </p:spPr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Санкт-Петербург: Культурное значение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669280" cy="0"/>
          </a:xfrm>
        </p:spPr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Санкт-Петербург является культурной столицей России. Город известен своими музеями, театрами и фестивалями. Ежегодно здесь проходят крупные культурные мероприятия, такие как Международный кинофестиваль «Золотой Витязь» и фестиваль «Белые ночи».</a:t>
            </a:r>
          </a:p>
        </p:txBody>
      </p:sp>
      <p:pic>
        <p:nvPicPr>
          <p:cNvPr id="4" name="Picture 3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0972800" cy="914400"/>
          </a:xfrm>
        </p:spPr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Санкт-Петербург: Современное развитие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669280" cy="0"/>
          </a:xfrm>
        </p:spPr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Санкт-Петербург продолжает развиваться как один из крупнейших городов России. В последние годы активно развиваются инфраструктура, бизнес и туризм. Город также является важным образовательным центром с рядом ведущих университетов и научных учреждений.</a:t>
            </a:r>
          </a:p>
        </p:txBody>
      </p:sp>
      <p:pic>
        <p:nvPicPr>
          <p:cNvPr id="4" name="Picture 3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2194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