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**Название презентации:** Продажа морковного завода и проблема медведок- **Автор:** 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**Дата:**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**Цель презентации:** Обсудить текущее состояние морковного завода, его потенциальные возможности и проблемы, связанные с медведками.- **Задачи:**</a:t>
            </a:r>
          </a:p>
          <a:p>
            <a:pPr lvl="1">
              <a:spcAft>
                <a:spcPts val="1000"/>
              </a:spcAft>
              <a:defRPr sz="2000"/>
            </a:pPr>
            <a:r>
              <a:t>Анализ текущего состояния завода.</a:t>
            </a:r>
          </a:p>
          <a:p>
            <a:pPr lvl="1">
              <a:spcAft>
                <a:spcPts val="1000"/>
              </a:spcAft>
              <a:defRPr sz="2000"/>
            </a:pPr>
            <a:r>
              <a:t>Оценка рыночных перспектив.</a:t>
            </a:r>
          </a:p>
          <a:p>
            <a:pPr lvl="1">
              <a:spcAft>
                <a:spcPts val="1000"/>
              </a:spcAft>
              <a:defRPr sz="2000"/>
            </a:pPr>
            <a:r>
              <a:t>Рассмотрение методов борьбы с медведками.</a:t>
            </a:r>
          </a:p>
          <a:p>
            <a:pPr lvl="1">
              <a:spcAft>
                <a:spcPts val="1000"/>
              </a:spcAft>
              <a:defRPr sz="2000"/>
            </a:pPr>
            <a:r>
              <a:t>Разработка стратегии продажи завода.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Слайд3Обзорморковногозавода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**Расположение:** [Город, регион]- **История завода:** [Краткая история]</a:t>
            </a:r>
          </a:p>
          <a:p>
            <a:pPr lvl="1">
              <a:spcAft>
                <a:spcPts val="1000"/>
              </a:spcAft>
              <a:defRPr sz="2000"/>
            </a:pPr>
            <a:r>
              <a:t>**Производственные мощности:** [Основные характеристики]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Слайд4Текущеесостояниезавода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**Финансовое положение:** [Ключевые показатели]- **Техническое состояние:** [Оборудование, технологии]</a:t>
            </a:r>
          </a:p>
          <a:p>
            <a:pPr lvl="1">
              <a:spcAft>
                <a:spcPts val="1000"/>
              </a:spcAft>
              <a:defRPr sz="2000"/>
            </a:pPr>
            <a:r>
              <a:t>**Кадровый состав:** [Численность, квалификация]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Слайд5Рыночныеперспективы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**Спрос на морковь:** [Статистика, тренды]- **Конкуренты:** [Основные конкуренты, их доли рынка]</a:t>
            </a:r>
          </a:p>
          <a:p>
            <a:pPr lvl="1">
              <a:spcAft>
                <a:spcPts val="1000"/>
              </a:spcAft>
              <a:defRPr sz="2000"/>
            </a:pPr>
            <a:r>
              <a:t>**Ценовая политика:** [Анализ цен]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Слайд6Проблемамедведок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**Что такое медведки:** [Краткое описание]- **Влияние на производство:** [Потери урожая, ущерб]</a:t>
            </a:r>
          </a:p>
          <a:p>
            <a:pPr lvl="1">
              <a:spcAft>
                <a:spcPts val="1000"/>
              </a:spcAft>
              <a:defRPr sz="2000"/>
            </a:pPr>
            <a:r>
              <a:t>**Экономические последствия:** [Финансовые потери]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Слайд7Методыборьбысмедведками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**Химические средства:** [Примеры, эффективность]- **Биологические методы:** [Примеры, преимущества]</a:t>
            </a:r>
          </a:p>
          <a:p>
            <a:pPr lvl="1">
              <a:spcAft>
                <a:spcPts val="1000"/>
              </a:spcAft>
              <a:defRPr sz="2000"/>
            </a:pPr>
            <a:r>
              <a:t>**Механические методы:** [Примеры, эффективность]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Слайд8Интегрированныйподходкборьбесмедведками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**Комплексная стратегия:** [Описание]- **Примеры успешных практик:** [Кейсы]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Слайд9Оценкастоимостизавода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**Методы оценки:** [Основные методы]- **Результаты оценки:** [Суммы, обоснование]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Слайд10Проблемы,связанныеспродажейзавода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**Юридические аспекты:** [Основные юридические вопросы]- **Экологические риски:** [Оценка рисков]</a:t>
            </a:r>
          </a:p>
          <a:p>
            <a:pPr lvl="1">
              <a:spcAft>
                <a:spcPts val="1000"/>
              </a:spcAft>
              <a:defRPr sz="2000"/>
            </a:pPr>
            <a:r>
              <a:t>**Социальные последствия:** [Влияние на местное сообщество]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Слайд11Преимуществапокупкизавода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**Инвестиционная привлекательность:** [Аргументы]- **Потенциал развития:** [Идеи для развития]</a:t>
            </a:r>
          </a:p>
          <a:p>
            <a:pPr lvl="1">
              <a:spcAft>
                <a:spcPts val="1000"/>
              </a:spcAft>
              <a:defRPr sz="2000"/>
            </a:pPr>
            <a:r>
              <a:t>**Поддержка местного сообщества:** [Социальные программы]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Слайд12Стратегияпродажизавода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**Целевая аудитория:** [Кто может быть заинтересован]- **Маркетинговые каналы:** [Способы продвижения]</a:t>
            </a:r>
          </a:p>
          <a:p>
            <a:pPr lvl="1">
              <a:spcAft>
                <a:spcPts val="1000"/>
              </a:spcAft>
              <a:defRPr sz="2000"/>
            </a:pPr>
            <a:r>
              <a:t>**Условия продажи:** [Ключевые условия]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Слайд13Пландействий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**Шаг 1:** [Описание шага]- **Шаг 2:** [Описание шага]</a:t>
            </a:r>
          </a:p>
          <a:p>
            <a:pPr lvl="1">
              <a:spcAft>
                <a:spcPts val="1000"/>
              </a:spcAft>
              <a:defRPr sz="2000"/>
            </a:pPr>
            <a:r>
              <a:t>**Шаг 3:** [Описание шага]</a:t>
            </a:r>
          </a:p>
          <a:p>
            <a:pPr lvl="1">
              <a:spcAft>
                <a:spcPts val="1000"/>
              </a:spcAft>
              <a:defRPr sz="2000"/>
            </a:pPr>
            <a:r>
              <a:t>**Шаг 4:** [Описание шага]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Слайд14Рискиимерыпоихснижению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**Риск 1:** [Описание риска, меры]- **Риск 2:** [Описание риска, меры]</a:t>
            </a:r>
          </a:p>
          <a:p>
            <a:pPr lvl="1">
              <a:spcAft>
                <a:spcPts val="1000"/>
              </a:spcAft>
              <a:defRPr sz="2000"/>
            </a:pPr>
            <a:r>
              <a:t>**Риск 3:** [Описание риска, меры]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Слайд15Заключение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**Краткий итог:** [Основные выводы]- **Рекомендации:** [Что делать дальше]</a:t>
            </a:r>
          </a:p>
          <a:p>
            <a:pPr lvl="1">
              <a:spcAft>
                <a:spcPts val="1000"/>
              </a:spcAft>
              <a:defRPr sz="2000"/>
            </a:pPr>
            <a:r>
              <a:t>**Контактная информация:** [Ваши контакты]</a:t>
            </a:r>
          </a:p>
          <a:p>
            <a:pPr>
              <a:spcAft>
                <a:spcPts val="1000"/>
              </a:spcAft>
              <a:defRPr sz="2000"/>
            </a:pPr>
            <a:r>
              <a:t>Если у вас есть какие-то конкретные данные или дополнительные пожелания, я могу помочь вам их включить в презентацию.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