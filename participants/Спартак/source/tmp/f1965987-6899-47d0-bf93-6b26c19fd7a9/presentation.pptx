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Змеи: Обзор и важность в экосистеме**Текст:**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— это пресмыкающиеся отряда Squamata, которые играют важную роль в экосистемах.</a:t>
            </a:r>
          </a:p>
          <a:p>
            <a:pPr lvl="1">
              <a:spcAft>
                <a:spcPts val="1000"/>
              </a:spcAft>
              <a:defRPr sz="2000"/>
            </a:pPr>
            <a:r>
              <a:t>Они являются естественными регуляторами численности грызунов и других мелких животных.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также служат источником пищи для многих хищников.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Слайд2Биологиязмей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Анатомия и физиология**Текст:**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имеют удлинённое тело без конечностей.</a:t>
            </a:r>
          </a:p>
          <a:p>
            <a:pPr lvl="1">
              <a:spcAft>
                <a:spcPts val="1000"/>
              </a:spcAft>
              <a:defRPr sz="2000"/>
            </a:pPr>
            <a:r>
              <a:t>У них хорошо развита система органов чувств, включая способность воспринимать тепло и вибрации.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могут регулировать свою температуру путём перемещения в тень или на солнце.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Слайд3Видызмей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Основные виды и их характеристики**Текст:**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**Гадюка:** распространена в Европе и Азии, ядовита, но не опасна для человека при своевременной помощи.</a:t>
            </a:r>
          </a:p>
          <a:p>
            <a:pPr lvl="1">
              <a:spcAft>
                <a:spcPts val="1000"/>
              </a:spcAft>
              <a:defRPr sz="2000"/>
            </a:pPr>
            <a:r>
              <a:t>**Кобринка:** обитает в тропических лесах, ядовита, известна своим капюшоном.</a:t>
            </a:r>
          </a:p>
          <a:p>
            <a:pPr lvl="1">
              <a:spcAft>
                <a:spcPts val="1000"/>
              </a:spcAft>
              <a:defRPr sz="2000"/>
            </a:pPr>
            <a:r>
              <a:t>**Удав:** неядовитая змея, удушает свою жертву, распространена в тропических и субтропических регионах.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Слайд4Змеиичеловек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Взаимодействие и значение для человека**Текст:**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используются в медицине для производства антител и противоядий.</a:t>
            </a:r>
          </a:p>
          <a:p>
            <a:pPr lvl="1">
              <a:spcAft>
                <a:spcPts val="1000"/>
              </a:spcAft>
              <a:defRPr sz="2000"/>
            </a:pPr>
            <a:r>
              <a:t>В некоторых культурах змеи символизируют мудрость и исцеление.</a:t>
            </a:r>
          </a:p>
          <a:p>
            <a:pPr lvl="1">
              <a:spcAft>
                <a:spcPts val="1000"/>
              </a:spcAft>
              <a:defRPr sz="2000"/>
            </a:pPr>
            <a:r>
              <a:t>Важно соблюдать меры предосторожности при встрече с ядовитыми видами.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 и рекомендации**Текст:**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Змеи — это уникальные и важные существа, которые требуют бережного отношения.</a:t>
            </a:r>
          </a:p>
          <a:p>
            <a:pPr lvl="1">
              <a:spcAft>
                <a:spcPts val="1000"/>
              </a:spcAft>
              <a:defRPr sz="2000"/>
            </a:pPr>
            <a:r>
              <a:t>Для сохранения биоразнообразия необходимо защищать их среду обитания.</a:t>
            </a:r>
          </a:p>
          <a:p>
            <a:pPr lvl="1">
              <a:spcAft>
                <a:spcPts val="1000"/>
              </a:spcAft>
              <a:defRPr sz="2000"/>
            </a:pPr>
            <a:r>
              <a:t>В случае встречи с змеёй, следует соблюдать осторожность и обращаться к специалистам.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детальная информация или конкретные визуальные элементы для каждого слайда, дайте мне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