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Ошибка генерации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Техническая детали: JSON не найден в ответе модели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