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Без заголовка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Информация по теме: Кофе кал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Без заголовка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ext cx="7315200" cy="0"/>
          </a:xfrm>
        </p:spPr>
        <p:txBody>
          <a:bodyPr wrap="square"/>
          <a:lstStyle/>
          <a:p>
            <a:pPr>
              <a:spcAft>
                <a:spcPts val="800"/>
              </a:spcAft>
              <a:defRPr sz="2000"/>
            </a:pPr>
            <a:r>
              <a:t>Информация по теме: Кофе кал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371600"/>
            <a:ext cx="3840480" cy="3200400"/>
          </a:xfrm>
          <a:prstGeom prst="rect">
            <a:avLst/>
          </a:prstGeom>
          <a:solidFill>
            <a:srgbClr val="F0F0F5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t>Место для изображения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