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Арбуз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*Общая информация:**- **Научное название:** *Citrullus lanatus*</a:t>
            </a:r>
          </a:p>
          <a:p>
            <a:pPr lvl="1">
              <a:spcAft>
                <a:spcPts val="1000"/>
              </a:spcAft>
              <a:defRPr sz="2000"/>
            </a:pPr>
            <a:r>
              <a:t>**Происхождение:** Африка, предположительно Южная Африка</a:t>
            </a:r>
          </a:p>
          <a:p>
            <a:pPr lvl="1">
              <a:spcAft>
                <a:spcPts val="1000"/>
              </a:spcAft>
              <a:defRPr sz="2000"/>
            </a:pPr>
            <a:r>
              <a:t>**Культура:** Однолетнее травянистое растение семейства Тыквенные</a:t>
            </a:r>
          </a:p>
          <a:p>
            <a:pPr lvl="1">
              <a:spcAft>
                <a:spcPts val="1000"/>
              </a:spcAft>
              <a:defRPr sz="2000"/>
            </a:pPr>
            <a:r>
              <a:t>*Польза:**</a:t>
            </a:r>
          </a:p>
          <a:p>
            <a:pPr lvl="1">
              <a:spcAft>
                <a:spcPts val="1000"/>
              </a:spcAft>
              <a:defRPr sz="2000"/>
            </a:pPr>
            <a:r>
              <a:t>**Вода:** 92% содержания воды, идеально подходит для увлажнения организма</a:t>
            </a:r>
          </a:p>
          <a:p>
            <a:pPr lvl="1">
              <a:spcAft>
                <a:spcPts val="1000"/>
              </a:spcAft>
              <a:defRPr sz="2000"/>
            </a:pPr>
            <a:r>
              <a:t>**Витамины и минералы:** Богат витамином C, витамином A, калием и магнием</a:t>
            </a:r>
          </a:p>
          <a:p>
            <a:pPr lvl="1">
              <a:spcAft>
                <a:spcPts val="1000"/>
              </a:spcAft>
              <a:defRPr sz="2000"/>
            </a:pPr>
            <a:r>
              <a:t>**Антиоксиданты:** Содержит ликопин, который помогает защитить клетки от повреждений</a:t>
            </a:r>
          </a:p>
          <a:p>
            <a:pPr lvl="1">
              <a:spcAft>
                <a:spcPts val="1000"/>
              </a:spcAft>
              <a:defRPr sz="2000"/>
            </a:pPr>
            <a:r>
              <a:t>*Применение:**</a:t>
            </a:r>
          </a:p>
          <a:p>
            <a:pPr lvl="1">
              <a:spcAft>
                <a:spcPts val="1000"/>
              </a:spcAft>
              <a:defRPr sz="2000"/>
            </a:pPr>
            <a:r>
              <a:t>**Питание:** Используется в свежем виде, в соках, салатах и десертах</a:t>
            </a:r>
          </a:p>
          <a:p>
            <a:pPr lvl="1">
              <a:spcAft>
                <a:spcPts val="1000"/>
              </a:spcAft>
              <a:defRPr sz="2000"/>
            </a:pPr>
            <a:r>
              <a:t>**Промышленность:** Арбузные семена используются в пищевой промышленности для производства масла</a:t>
            </a:r>
          </a:p>
          <a:p>
            <a:pPr lvl="1">
              <a:spcAft>
                <a:spcPts val="1000"/>
              </a:spcAft>
              <a:defRPr sz="2000"/>
            </a:pPr>
            <a:r>
              <a:t>**Медицина:** Ликопин, содержащийся в арбузе, может снижать риск сердечно-сосудистых заболеваний</a:t>
            </a:r>
          </a:p>
          <a:p>
            <a:pPr lvl="1">
              <a:spcAft>
                <a:spcPts val="1000"/>
              </a:spcAft>
              <a:defRPr sz="2000"/>
            </a:pPr>
            <a:r>
              <a:t>*Экономическое значение:**</a:t>
            </a:r>
          </a:p>
          <a:p>
            <a:pPr lvl="1">
              <a:spcAft>
                <a:spcPts val="1000"/>
              </a:spcAft>
              <a:defRPr sz="2000"/>
            </a:pPr>
            <a:r>
              <a:t>**Сельское хозяйство:** Одна из важных культур в сельском хозяйстве многих стран</a:t>
            </a:r>
          </a:p>
          <a:p>
            <a:pPr lvl="1">
              <a:spcAft>
                <a:spcPts val="1000"/>
              </a:spcAft>
              <a:defRPr sz="2000"/>
            </a:pPr>
            <a:r>
              <a:t>**Экспорт:** Большой объём экспорта арбузов из России и других стран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  <a:r>
              <a:t>Если вам нужна дополнительная информация или какие-то изменения, дайте знать!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