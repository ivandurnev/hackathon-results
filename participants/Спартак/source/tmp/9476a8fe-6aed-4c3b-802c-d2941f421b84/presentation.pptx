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Арбуз: Общая информация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— это летний плод, который относится к семейству Тыквенные. Он известен своим сладким и сочным вкусом. Арбуз содержит большое количество воды (до 92%) и является отличным источником витамина C, витамина A и антиоксидантов. Его мякоть обычно красная или желтая, а кожура зеленая с различными оттенками и узорами.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Польза арбуза для здоровья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полезен для здоровья благодаря своему составу. Он помогает увлажнять организм, снижает риск обезвоживания, способствует здоровью сердца и сосудов. Арбуз также содержит ликопин, который может улучшать состояние кожи и защищать от солнечных лучей. Кроме того, он богат клетчаткой, что способствует пищеварению.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