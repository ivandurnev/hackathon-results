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League Spartan" panose="020B0604020202020204" charset="0"/>
      <p:regular r:id="rId17"/>
    </p:embeddedFont>
    <p:embeddedFont>
      <p:font typeface="Poppins" panose="000005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49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48322" y="2835569"/>
            <a:ext cx="7218503" cy="145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65"/>
              </a:lnSpc>
              <a:spcBef>
                <a:spcPct val="0"/>
              </a:spcBef>
            </a:pPr>
            <a:r>
              <a:rPr lang="en-US" sz="8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BUSINESS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8322" y="4106715"/>
            <a:ext cx="10991397" cy="1627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43"/>
              </a:lnSpc>
              <a:spcBef>
                <a:spcPct val="0"/>
              </a:spcBef>
            </a:pPr>
            <a:r>
              <a:rPr lang="en-US" sz="953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3648322" y="5611372"/>
            <a:ext cx="9687995" cy="205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3763158" y="387350"/>
            <a:ext cx="4160184" cy="4114800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48322" y="5962793"/>
            <a:ext cx="6583633" cy="1260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2711240" y="-120968"/>
            <a:ext cx="2466847" cy="10528935"/>
            <a:chOff x="0" y="0"/>
            <a:chExt cx="786130" cy="33553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6130" cy="3355340"/>
            </a:xfrm>
            <a:custGeom>
              <a:avLst/>
              <a:gdLst/>
              <a:ahLst/>
              <a:cxnLst/>
              <a:rect l="l" t="t" r="r" b="b"/>
              <a:pathLst>
                <a:path w="786130" h="3355340">
                  <a:moveTo>
                    <a:pt x="0" y="0"/>
                  </a:moveTo>
                  <a:lnTo>
                    <a:pt x="786130" y="0"/>
                  </a:lnTo>
                  <a:lnTo>
                    <a:pt x="786130" y="3355340"/>
                  </a:lnTo>
                  <a:lnTo>
                    <a:pt x="0" y="3355340"/>
                  </a:lnTo>
                  <a:close/>
                </a:path>
              </a:pathLst>
            </a:custGeom>
            <a:blipFill>
              <a:blip r:embed="rId3"/>
              <a:stretch>
                <a:fillRect l="-270013" r="-270013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220580" y="-120968"/>
            <a:ext cx="2466847" cy="10528935"/>
            <a:chOff x="0" y="0"/>
            <a:chExt cx="786130" cy="33553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86130" cy="3355340"/>
            </a:xfrm>
            <a:custGeom>
              <a:avLst/>
              <a:gdLst/>
              <a:ahLst/>
              <a:cxnLst/>
              <a:rect l="l" t="t" r="r" b="b"/>
              <a:pathLst>
                <a:path w="786130" h="3355340">
                  <a:moveTo>
                    <a:pt x="0" y="0"/>
                  </a:moveTo>
                  <a:lnTo>
                    <a:pt x="786130" y="0"/>
                  </a:lnTo>
                  <a:lnTo>
                    <a:pt x="786130" y="3355340"/>
                  </a:lnTo>
                  <a:lnTo>
                    <a:pt x="0" y="3355340"/>
                  </a:lnTo>
                  <a:close/>
                </a:path>
              </a:pathLst>
            </a:custGeom>
            <a:blipFill>
              <a:blip r:embed="rId4"/>
              <a:stretch>
                <a:fillRect l="-270113" r="-270113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7706108" y="-120968"/>
            <a:ext cx="2466847" cy="10528935"/>
            <a:chOff x="0" y="0"/>
            <a:chExt cx="786130" cy="33553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86130" cy="3355340"/>
            </a:xfrm>
            <a:custGeom>
              <a:avLst/>
              <a:gdLst/>
              <a:ahLst/>
              <a:cxnLst/>
              <a:rect l="l" t="t" r="r" b="b"/>
              <a:pathLst>
                <a:path w="786130" h="3355340">
                  <a:moveTo>
                    <a:pt x="0" y="0"/>
                  </a:moveTo>
                  <a:lnTo>
                    <a:pt x="786130" y="0"/>
                  </a:lnTo>
                  <a:lnTo>
                    <a:pt x="786130" y="3355340"/>
                  </a:lnTo>
                  <a:lnTo>
                    <a:pt x="0" y="3355340"/>
                  </a:lnTo>
                  <a:close/>
                </a:path>
              </a:pathLst>
            </a:custGeom>
            <a:blipFill>
              <a:blip r:embed="rId5"/>
              <a:stretch>
                <a:fillRect l="-270113" r="-27011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028720" y="933450"/>
            <a:ext cx="3255770" cy="64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20" y="1494821"/>
            <a:ext cx="49574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AGENCY</a:t>
            </a:r>
          </a:p>
        </p:txBody>
      </p:sp>
      <p:sp>
        <p:nvSpPr>
          <p:cNvPr id="14" name="AutoShape 14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7649" y="3389674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027649" y="4911431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7649" y="6433189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499600" cy="10287000"/>
            <a:chOff x="0" y="0"/>
            <a:chExt cx="250195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1952" cy="2709333"/>
            </a:xfrm>
            <a:custGeom>
              <a:avLst/>
              <a:gdLst/>
              <a:ahLst/>
              <a:cxnLst/>
              <a:rect l="l" t="t" r="r" b="b"/>
              <a:pathLst>
                <a:path w="2501952" h="2709333">
                  <a:moveTo>
                    <a:pt x="0" y="0"/>
                  </a:moveTo>
                  <a:lnTo>
                    <a:pt x="2501952" y="0"/>
                  </a:lnTo>
                  <a:lnTo>
                    <a:pt x="25019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195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20" y="1513871"/>
            <a:ext cx="64179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COMPANY HISTORY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029792" y="2233059"/>
            <a:ext cx="5761990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029729" y="3860110"/>
            <a:ext cx="1117631" cy="991290"/>
          </a:xfrm>
          <a:custGeom>
            <a:avLst/>
            <a:gdLst/>
            <a:ahLst/>
            <a:cxnLst/>
            <a:rect l="l" t="t" r="r" b="b"/>
            <a:pathLst>
              <a:path w="1117631" h="991290">
                <a:moveTo>
                  <a:pt x="0" y="0"/>
                </a:moveTo>
                <a:lnTo>
                  <a:pt x="1117631" y="0"/>
                </a:lnTo>
                <a:lnTo>
                  <a:pt x="1117631" y="991290"/>
                </a:lnTo>
                <a:lnTo>
                  <a:pt x="0" y="991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8700" y="7127875"/>
            <a:ext cx="1117674" cy="827079"/>
          </a:xfrm>
          <a:custGeom>
            <a:avLst/>
            <a:gdLst/>
            <a:ahLst/>
            <a:cxnLst/>
            <a:rect l="l" t="t" r="r" b="b"/>
            <a:pathLst>
              <a:path w="1117674" h="827079">
                <a:moveTo>
                  <a:pt x="0" y="0"/>
                </a:moveTo>
                <a:lnTo>
                  <a:pt x="1117674" y="0"/>
                </a:lnTo>
                <a:lnTo>
                  <a:pt x="1117674" y="827079"/>
                </a:lnTo>
                <a:lnTo>
                  <a:pt x="0" y="8270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583333" y="1209088"/>
            <a:ext cx="7618923" cy="7868824"/>
            <a:chOff x="0" y="0"/>
            <a:chExt cx="6350000" cy="6558280"/>
          </a:xfrm>
        </p:grpSpPr>
        <p:sp>
          <p:nvSpPr>
            <p:cNvPr id="10" name="Freeform 10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4"/>
              <a:stretch>
                <a:fillRect t="-22698" b="-22698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D2D2D2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28720" y="933450"/>
            <a:ext cx="3255770" cy="64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7167" y="3875864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77167" y="7140696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20" y="933450"/>
            <a:ext cx="3255770" cy="64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20" y="1494821"/>
            <a:ext cx="65449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COMPANY VALUES</a:t>
            </a:r>
          </a:p>
        </p:txBody>
      </p:sp>
      <p:sp>
        <p:nvSpPr>
          <p:cNvPr id="5" name="AutoShape 5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0671810" y="1081600"/>
            <a:ext cx="6094969" cy="3428377"/>
            <a:chOff x="0" y="0"/>
            <a:chExt cx="1128903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87761" cy="6348735"/>
            </a:xfrm>
            <a:custGeom>
              <a:avLst/>
              <a:gdLst/>
              <a:ahLst/>
              <a:cxnLst/>
              <a:rect l="l" t="t" r="r" b="b"/>
              <a:pathLst>
                <a:path w="11287761" h="6348735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t="-9265" b="-9265"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0671810" y="5408135"/>
            <a:ext cx="6094969" cy="3428377"/>
            <a:chOff x="0" y="0"/>
            <a:chExt cx="1128903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87761" cy="6348735"/>
            </a:xfrm>
            <a:custGeom>
              <a:avLst/>
              <a:gdLst/>
              <a:ahLst/>
              <a:cxnLst/>
              <a:rect l="l" t="t" r="r" b="b"/>
              <a:pathLst>
                <a:path w="11287761" h="6348735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t="-1597" b="-1597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7810500" y="0"/>
            <a:ext cx="3086100" cy="10287000"/>
            <a:chOff x="0" y="0"/>
            <a:chExt cx="812800" cy="2709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7649" y="8507397"/>
            <a:ext cx="2087283" cy="521821"/>
          </a:xfrm>
          <a:custGeom>
            <a:avLst/>
            <a:gdLst/>
            <a:ahLst/>
            <a:cxnLst/>
            <a:rect l="l" t="t" r="r" b="b"/>
            <a:pathLst>
              <a:path w="2087283" h="521821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7649" y="3389674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7649" y="4911431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7649" y="6433189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8959850" y="-4000500"/>
            <a:ext cx="368300" cy="18288000"/>
            <a:chOff x="0" y="0"/>
            <a:chExt cx="97001" cy="4816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01" cy="4816592"/>
            </a:xfrm>
            <a:custGeom>
              <a:avLst/>
              <a:gdLst/>
              <a:ahLst/>
              <a:cxnLst/>
              <a:rect l="l" t="t" r="r" b="b"/>
              <a:pathLst>
                <a:path w="97001" h="4816592">
                  <a:moveTo>
                    <a:pt x="0" y="0"/>
                  </a:moveTo>
                  <a:lnTo>
                    <a:pt x="97001" y="0"/>
                  </a:lnTo>
                  <a:lnTo>
                    <a:pt x="970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7001" cy="4864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20" y="933450"/>
            <a:ext cx="3255770" cy="64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20" y="1494821"/>
            <a:ext cx="49574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</a:t>
            </a:r>
          </a:p>
        </p:txBody>
      </p:sp>
      <p:sp>
        <p:nvSpPr>
          <p:cNvPr id="8" name="AutoShape 8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144000" y="579720"/>
            <a:ext cx="6850188" cy="3853183"/>
            <a:chOff x="0" y="0"/>
            <a:chExt cx="1128903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287761" cy="6348735"/>
            </a:xfrm>
            <a:custGeom>
              <a:avLst/>
              <a:gdLst/>
              <a:ahLst/>
              <a:cxnLst/>
              <a:rect l="l" t="t" r="r" b="b"/>
              <a:pathLst>
                <a:path w="11287761" h="6348735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t="-9339" b="-9339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028700" y="5889625"/>
            <a:ext cx="6850188" cy="3853183"/>
            <a:chOff x="0" y="0"/>
            <a:chExt cx="1128903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287761" cy="6348735"/>
            </a:xfrm>
            <a:custGeom>
              <a:avLst/>
              <a:gdLst/>
              <a:ahLst/>
              <a:cxnLst/>
              <a:rect l="l" t="t" r="r" b="b"/>
              <a:pathLst>
                <a:path w="11287761" h="6348735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t="-9265" b="-926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620270" y="6945580"/>
            <a:ext cx="49574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35.9M %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621342" y="7702868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17062941" y="6901229"/>
            <a:ext cx="392717" cy="1565177"/>
          </a:xfrm>
          <a:custGeom>
            <a:avLst/>
            <a:gdLst/>
            <a:ahLst/>
            <a:cxnLst/>
            <a:rect l="l" t="t" r="r" b="b"/>
            <a:pathLst>
              <a:path w="392717" h="1565177">
                <a:moveTo>
                  <a:pt x="0" y="0"/>
                </a:moveTo>
                <a:lnTo>
                  <a:pt x="392718" y="0"/>
                </a:lnTo>
                <a:lnTo>
                  <a:pt x="392718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2790057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20270" y="6346109"/>
            <a:ext cx="3255770" cy="64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20250" y="8240816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9" name="Freeform 19"/>
          <p:cNvSpPr/>
          <p:nvPr/>
        </p:nvSpPr>
        <p:spPr>
          <a:xfrm>
            <a:off x="7368733" y="1704771"/>
            <a:ext cx="392717" cy="1565177"/>
          </a:xfrm>
          <a:custGeom>
            <a:avLst/>
            <a:gdLst/>
            <a:ahLst/>
            <a:cxnLst/>
            <a:rect l="l" t="t" r="r" b="b"/>
            <a:pathLst>
              <a:path w="392717" h="1565177">
                <a:moveTo>
                  <a:pt x="0" y="0"/>
                </a:moveTo>
                <a:lnTo>
                  <a:pt x="392717" y="0"/>
                </a:lnTo>
                <a:lnTo>
                  <a:pt x="392717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86537" y="1784786"/>
            <a:ext cx="49574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 ARE BEST ?</a:t>
            </a:r>
          </a:p>
        </p:txBody>
      </p:sp>
      <p:sp>
        <p:nvSpPr>
          <p:cNvPr id="4" name="AutoShape 4"/>
          <p:cNvSpPr/>
          <p:nvPr/>
        </p:nvSpPr>
        <p:spPr>
          <a:xfrm>
            <a:off x="4187609" y="2542074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037253" y="1116529"/>
            <a:ext cx="5993196" cy="8053941"/>
            <a:chOff x="0" y="0"/>
            <a:chExt cx="3663950" cy="4923790"/>
          </a:xfrm>
        </p:grpSpPr>
        <p:sp>
          <p:nvSpPr>
            <p:cNvPr id="9" name="Freeform 9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51216" r="-51216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4187609" y="5163755"/>
            <a:ext cx="5744744" cy="109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2" name="Freeform 12"/>
          <p:cNvSpPr/>
          <p:nvPr/>
        </p:nvSpPr>
        <p:spPr>
          <a:xfrm>
            <a:off x="4189304" y="8617964"/>
            <a:ext cx="2087283" cy="521821"/>
          </a:xfrm>
          <a:custGeom>
            <a:avLst/>
            <a:gdLst/>
            <a:ahLst/>
            <a:cxnLst/>
            <a:rect l="l" t="t" r="r" b="b"/>
            <a:pathLst>
              <a:path w="2087283" h="521821">
                <a:moveTo>
                  <a:pt x="0" y="0"/>
                </a:moveTo>
                <a:lnTo>
                  <a:pt x="2087283" y="0"/>
                </a:lnTo>
                <a:lnTo>
                  <a:pt x="2087283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186537" y="1223415"/>
            <a:ext cx="3255770" cy="64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86537" y="3465225"/>
            <a:ext cx="5744744" cy="109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89304" y="6862284"/>
            <a:ext cx="5744744" cy="109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494821"/>
            <a:ext cx="49574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BEST SERVICES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9771" y="2252109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 rot="5400000">
            <a:off x="6480175" y="-1520825"/>
            <a:ext cx="5327650" cy="18288000"/>
            <a:chOff x="0" y="0"/>
            <a:chExt cx="1403167" cy="48165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3167" cy="4816592"/>
            </a:xfrm>
            <a:custGeom>
              <a:avLst/>
              <a:gdLst/>
              <a:ahLst/>
              <a:cxnLst/>
              <a:rect l="l" t="t" r="r" b="b"/>
              <a:pathLst>
                <a:path w="1403167" h="4816592">
                  <a:moveTo>
                    <a:pt x="0" y="0"/>
                  </a:moveTo>
                  <a:lnTo>
                    <a:pt x="1403167" y="0"/>
                  </a:lnTo>
                  <a:lnTo>
                    <a:pt x="140316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403167" cy="4864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1023326" y="953401"/>
            <a:ext cx="6235974" cy="8380198"/>
            <a:chOff x="0" y="0"/>
            <a:chExt cx="3663950" cy="4923790"/>
          </a:xfrm>
        </p:grpSpPr>
        <p:sp>
          <p:nvSpPr>
            <p:cNvPr id="8" name="Freeform 8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51280" r="-51280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029771" y="6556694"/>
            <a:ext cx="1049030" cy="1066481"/>
          </a:xfrm>
          <a:custGeom>
            <a:avLst/>
            <a:gdLst/>
            <a:ahLst/>
            <a:cxnLst/>
            <a:rect l="l" t="t" r="r" b="b"/>
            <a:pathLst>
              <a:path w="1049030" h="1066481">
                <a:moveTo>
                  <a:pt x="0" y="0"/>
                </a:moveTo>
                <a:lnTo>
                  <a:pt x="1049030" y="0"/>
                </a:lnTo>
                <a:lnTo>
                  <a:pt x="1049030" y="1066481"/>
                </a:lnTo>
                <a:lnTo>
                  <a:pt x="0" y="1066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986163" y="6556694"/>
            <a:ext cx="742206" cy="1002981"/>
          </a:xfrm>
          <a:custGeom>
            <a:avLst/>
            <a:gdLst/>
            <a:ahLst/>
            <a:cxnLst/>
            <a:rect l="l" t="t" r="r" b="b"/>
            <a:pathLst>
              <a:path w="742206" h="1002981">
                <a:moveTo>
                  <a:pt x="0" y="0"/>
                </a:moveTo>
                <a:lnTo>
                  <a:pt x="742206" y="0"/>
                </a:lnTo>
                <a:lnTo>
                  <a:pt x="742206" y="1002981"/>
                </a:lnTo>
                <a:lnTo>
                  <a:pt x="0" y="1002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933450"/>
            <a:ext cx="3255770" cy="64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PROVIDE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175260"/>
            <a:ext cx="5744744" cy="109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220075"/>
            <a:ext cx="4512585" cy="85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5"/>
              </a:lnSpc>
              <a:spcBef>
                <a:spcPct val="0"/>
              </a:spcBef>
            </a:pPr>
            <a:r>
              <a:rPr lang="en-US" sz="16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86163" y="8220075"/>
            <a:ext cx="4512585" cy="85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5"/>
              </a:lnSpc>
              <a:spcBef>
                <a:spcPct val="0"/>
              </a:spcBef>
            </a:pPr>
            <a:r>
              <a:rPr lang="en-US" sz="16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494821"/>
            <a:ext cx="49574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STATEMENT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9771" y="2233059"/>
            <a:ext cx="3254698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028700" y="5143500"/>
            <a:ext cx="800100" cy="641350"/>
            <a:chOff x="0" y="0"/>
            <a:chExt cx="210726" cy="1689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726" cy="168915"/>
            </a:xfrm>
            <a:custGeom>
              <a:avLst/>
              <a:gdLst/>
              <a:ahLst/>
              <a:cxnLst/>
              <a:rect l="l" t="t" r="r" b="b"/>
              <a:pathLst>
                <a:path w="210726" h="168915">
                  <a:moveTo>
                    <a:pt x="0" y="0"/>
                  </a:moveTo>
                  <a:lnTo>
                    <a:pt x="210726" y="0"/>
                  </a:lnTo>
                  <a:lnTo>
                    <a:pt x="210726" y="168915"/>
                  </a:lnTo>
                  <a:lnTo>
                    <a:pt x="0" y="16891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0726" cy="2165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493250" y="956528"/>
            <a:ext cx="6289724" cy="8373944"/>
            <a:chOff x="0" y="0"/>
            <a:chExt cx="3663950" cy="4878070"/>
          </a:xfrm>
        </p:grpSpPr>
        <p:sp>
          <p:nvSpPr>
            <p:cNvPr id="12" name="Freeform 12"/>
            <p:cNvSpPr/>
            <p:nvPr/>
          </p:nvSpPr>
          <p:spPr>
            <a:xfrm>
              <a:off x="31750" y="31750"/>
              <a:ext cx="3600450" cy="4814570"/>
            </a:xfrm>
            <a:custGeom>
              <a:avLst/>
              <a:gdLst/>
              <a:ahLst/>
              <a:cxnLst/>
              <a:rect l="l" t="t" r="r" b="b"/>
              <a:pathLst>
                <a:path w="3600450" h="481457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3"/>
              <a:stretch>
                <a:fillRect l="-50921" r="-50921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663950" cy="4878070"/>
            </a:xfrm>
            <a:custGeom>
              <a:avLst/>
              <a:gdLst/>
              <a:ahLst/>
              <a:cxnLst/>
              <a:rect l="l" t="t" r="r" b="b"/>
              <a:pathLst>
                <a:path w="3663950" h="487807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933450"/>
            <a:ext cx="3255770" cy="62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0"/>
              </a:lnSpc>
              <a:spcBef>
                <a:spcPct val="0"/>
              </a:spcBef>
            </a:pPr>
            <a:r>
              <a:rPr lang="en-US" sz="3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RECENT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975235"/>
            <a:ext cx="5744744" cy="109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660" y="6384925"/>
            <a:ext cx="5744744" cy="1098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20" y="933450"/>
            <a:ext cx="3255770" cy="64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20" y="1494821"/>
            <a:ext cx="65449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 RATE</a:t>
            </a:r>
          </a:p>
        </p:txBody>
      </p:sp>
      <p:sp>
        <p:nvSpPr>
          <p:cNvPr id="5" name="AutoShape 5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027649" y="8507397"/>
            <a:ext cx="2087283" cy="521821"/>
          </a:xfrm>
          <a:custGeom>
            <a:avLst/>
            <a:gdLst/>
            <a:ahLst/>
            <a:cxnLst/>
            <a:rect l="l" t="t" r="r" b="b"/>
            <a:pathLst>
              <a:path w="2087283" h="521821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573683" y="0"/>
            <a:ext cx="10714317" cy="10287000"/>
            <a:chOff x="0" y="0"/>
            <a:chExt cx="2821878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21878" cy="2709333"/>
            </a:xfrm>
            <a:custGeom>
              <a:avLst/>
              <a:gdLst/>
              <a:ahLst/>
              <a:cxnLst/>
              <a:rect l="l" t="t" r="r" b="b"/>
              <a:pathLst>
                <a:path w="2821878" h="2709333">
                  <a:moveTo>
                    <a:pt x="0" y="0"/>
                  </a:moveTo>
                  <a:lnTo>
                    <a:pt x="2821878" y="0"/>
                  </a:lnTo>
                  <a:lnTo>
                    <a:pt x="28218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82187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189459" y="1774508"/>
            <a:ext cx="5060944" cy="6737985"/>
            <a:chOff x="0" y="0"/>
            <a:chExt cx="3663950" cy="4878070"/>
          </a:xfrm>
        </p:grpSpPr>
        <p:sp>
          <p:nvSpPr>
            <p:cNvPr id="12" name="Freeform 12"/>
            <p:cNvSpPr/>
            <p:nvPr/>
          </p:nvSpPr>
          <p:spPr>
            <a:xfrm>
              <a:off x="31750" y="31750"/>
              <a:ext cx="3600450" cy="4814570"/>
            </a:xfrm>
            <a:custGeom>
              <a:avLst/>
              <a:gdLst/>
              <a:ahLst/>
              <a:cxnLst/>
              <a:rect l="l" t="t" r="r" b="b"/>
              <a:pathLst>
                <a:path w="3600450" h="481457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4"/>
              <a:stretch>
                <a:fillRect l="-50291" r="-50291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3663950" cy="4878070"/>
            </a:xfrm>
            <a:custGeom>
              <a:avLst/>
              <a:gdLst/>
              <a:ahLst/>
              <a:cxnLst/>
              <a:rect l="l" t="t" r="r" b="b"/>
              <a:pathLst>
                <a:path w="3663950" h="487807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067881" y="2441912"/>
            <a:ext cx="862961" cy="862961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7649" y="3389674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7649" y="4911431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7649" y="6433189"/>
            <a:ext cx="4769516" cy="91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67881" y="4957462"/>
            <a:ext cx="862961" cy="86296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067881" y="7477773"/>
            <a:ext cx="862961" cy="86296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245049" y="2327612"/>
            <a:ext cx="3721766" cy="121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45049" y="4759940"/>
            <a:ext cx="3721766" cy="121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45049" y="7194281"/>
            <a:ext cx="3721766" cy="121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988392"/>
            <a:ext cx="49574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HEAD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9771" y="5745679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5676900" y="0"/>
            <a:ext cx="3086100" cy="10287000"/>
            <a:chOff x="0" y="0"/>
            <a:chExt cx="812800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858531" y="695637"/>
            <a:ext cx="3808937" cy="3933870"/>
            <a:chOff x="0" y="0"/>
            <a:chExt cx="6350000" cy="6558280"/>
          </a:xfrm>
        </p:grpSpPr>
        <p:sp>
          <p:nvSpPr>
            <p:cNvPr id="9" name="Freeform 9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3"/>
              <a:stretch>
                <a:fillRect b="-45124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858531" y="5657493"/>
            <a:ext cx="3808937" cy="3933870"/>
            <a:chOff x="0" y="0"/>
            <a:chExt cx="6350000" cy="6558280"/>
          </a:xfrm>
        </p:grpSpPr>
        <p:sp>
          <p:nvSpPr>
            <p:cNvPr id="12" name="Freeform 12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4"/>
              <a:stretch>
                <a:fillRect l="-27519" t="-5337" r="-35793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347450" y="2148043"/>
            <a:ext cx="1029057" cy="10290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4427021"/>
            <a:ext cx="3255770" cy="62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0"/>
              </a:lnSpc>
              <a:spcBef>
                <a:spcPct val="0"/>
              </a:spcBef>
            </a:pPr>
            <a:r>
              <a:rPr lang="en-US" sz="3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MEET OUR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347450" y="7109900"/>
            <a:ext cx="1029057" cy="102905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816306" y="1902302"/>
            <a:ext cx="4760494" cy="146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16306" y="6864158"/>
            <a:ext cx="4760494" cy="146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184799"/>
            <a:ext cx="16230600" cy="3104136"/>
            <a:chOff x="0" y="0"/>
            <a:chExt cx="4274726" cy="8175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817550"/>
            </a:xfrm>
            <a:custGeom>
              <a:avLst/>
              <a:gdLst/>
              <a:ahLst/>
              <a:cxnLst/>
              <a:rect l="l" t="t" r="r" b="b"/>
              <a:pathLst>
                <a:path w="4274726" h="817550">
                  <a:moveTo>
                    <a:pt x="0" y="0"/>
                  </a:moveTo>
                  <a:lnTo>
                    <a:pt x="4274726" y="0"/>
                  </a:lnTo>
                  <a:lnTo>
                    <a:pt x="4274726" y="817550"/>
                  </a:lnTo>
                  <a:lnTo>
                    <a:pt x="0" y="817550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8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989453" y="5183677"/>
            <a:ext cx="3945220" cy="4074623"/>
            <a:chOff x="0" y="0"/>
            <a:chExt cx="6350000" cy="6558280"/>
          </a:xfrm>
        </p:grpSpPr>
        <p:sp>
          <p:nvSpPr>
            <p:cNvPr id="7" name="Freeform 7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3"/>
              <a:stretch>
                <a:fillRect l="-1679" r="-1679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169857" y="5143500"/>
            <a:ext cx="3945220" cy="4074623"/>
            <a:chOff x="0" y="0"/>
            <a:chExt cx="6350000" cy="6558280"/>
          </a:xfrm>
        </p:grpSpPr>
        <p:sp>
          <p:nvSpPr>
            <p:cNvPr id="10" name="Freeform 10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4"/>
              <a:stretch>
                <a:fillRect l="-1679" r="-1679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353327" y="5143500"/>
            <a:ext cx="3945220" cy="4074623"/>
            <a:chOff x="0" y="0"/>
            <a:chExt cx="6350000" cy="6558280"/>
          </a:xfrm>
        </p:grpSpPr>
        <p:sp>
          <p:nvSpPr>
            <p:cNvPr id="13" name="Freeform 13"/>
            <p:cNvSpPr/>
            <p:nvPr/>
          </p:nvSpPr>
          <p:spPr>
            <a:xfrm>
              <a:off x="74930" y="74930"/>
              <a:ext cx="6200140" cy="6408420"/>
            </a:xfrm>
            <a:custGeom>
              <a:avLst/>
              <a:gdLst/>
              <a:ahLst/>
              <a:cxnLst/>
              <a:rect l="l" t="t" r="r" b="b"/>
              <a:pathLst>
                <a:path w="6200140" h="640842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5"/>
              <a:stretch>
                <a:fillRect t="-9876" b="-34976"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6350000" cy="6558280"/>
            </a:xfrm>
            <a:custGeom>
              <a:avLst/>
              <a:gdLst/>
              <a:ahLst/>
              <a:cxnLst/>
              <a:rect l="l" t="t" r="r" b="b"/>
              <a:pathLst>
                <a:path w="6350000" h="655828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7333543" y="914400"/>
            <a:ext cx="3620913" cy="721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0"/>
              </a:lnSpc>
              <a:spcBef>
                <a:spcPct val="0"/>
              </a:spcBef>
            </a:pPr>
            <a:r>
              <a:rPr lang="en-US" sz="403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FOREIGN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04501" y="1556712"/>
            <a:ext cx="7278998" cy="81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3"/>
              </a:lnSpc>
              <a:spcBef>
                <a:spcPct val="0"/>
              </a:spcBef>
            </a:pPr>
            <a:r>
              <a:rPr lang="en-US" sz="478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BUYERS HEAD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6631259" y="2368463"/>
            <a:ext cx="5025481" cy="208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4829649" y="2637283"/>
            <a:ext cx="8628701" cy="40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9"/>
              </a:lnSpc>
              <a:spcBef>
                <a:spcPct val="0"/>
              </a:spcBef>
            </a:pPr>
            <a:r>
              <a:rPr lang="en-US" sz="2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@powerpointrus</a:t>
            </a:r>
            <a:endParaRPr lang="en-US" sz="2342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988392"/>
            <a:ext cx="4957463" cy="1499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WORLDWIDE</a:t>
            </a:r>
          </a:p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SERVICES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9771" y="6545480"/>
            <a:ext cx="377424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5629255" y="2571750"/>
            <a:ext cx="290233" cy="5143500"/>
            <a:chOff x="0" y="0"/>
            <a:chExt cx="76440" cy="13546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440" cy="1354667"/>
            </a:xfrm>
            <a:custGeom>
              <a:avLst/>
              <a:gdLst/>
              <a:ahLst/>
              <a:cxnLst/>
              <a:rect l="l" t="t" r="r" b="b"/>
              <a:pathLst>
                <a:path w="76440" h="1354667">
                  <a:moveTo>
                    <a:pt x="0" y="0"/>
                  </a:moveTo>
                  <a:lnTo>
                    <a:pt x="76440" y="0"/>
                  </a:lnTo>
                  <a:lnTo>
                    <a:pt x="76440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76440" cy="140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814838" y="1856924"/>
            <a:ext cx="10833963" cy="6573152"/>
          </a:xfrm>
          <a:custGeom>
            <a:avLst/>
            <a:gdLst/>
            <a:ahLst/>
            <a:cxnLst/>
            <a:rect l="l" t="t" r="r" b="b"/>
            <a:pathLst>
              <a:path w="10833963" h="6573152">
                <a:moveTo>
                  <a:pt x="0" y="0"/>
                </a:moveTo>
                <a:lnTo>
                  <a:pt x="10833963" y="0"/>
                </a:lnTo>
                <a:lnTo>
                  <a:pt x="10833963" y="6573152"/>
                </a:lnTo>
                <a:lnTo>
                  <a:pt x="0" y="6573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4411284"/>
            <a:ext cx="3255770" cy="62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0"/>
              </a:lnSpc>
              <a:spcBef>
                <a:spcPct val="0"/>
              </a:spcBef>
            </a:pPr>
            <a:r>
              <a:rPr lang="en-US" sz="3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PROVIDE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231154" y="4988392"/>
            <a:ext cx="4957463" cy="7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YEAR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2232226" y="5726630"/>
            <a:ext cx="3774244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2231154" y="4427021"/>
            <a:ext cx="3255770" cy="62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0"/>
              </a:lnSpc>
              <a:spcBef>
                <a:spcPct val="0"/>
              </a:spcBef>
            </a:pPr>
            <a:r>
              <a:rPr lang="en-US" sz="3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CHART OF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397716" y="2571750"/>
            <a:ext cx="290233" cy="5143500"/>
            <a:chOff x="0" y="0"/>
            <a:chExt cx="76440" cy="13546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6440" cy="1354667"/>
            </a:xfrm>
            <a:custGeom>
              <a:avLst/>
              <a:gdLst/>
              <a:ahLst/>
              <a:cxnLst/>
              <a:rect l="l" t="t" r="r" b="b"/>
              <a:pathLst>
                <a:path w="76440" h="1354667">
                  <a:moveTo>
                    <a:pt x="0" y="0"/>
                  </a:moveTo>
                  <a:lnTo>
                    <a:pt x="76440" y="0"/>
                  </a:lnTo>
                  <a:lnTo>
                    <a:pt x="76440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76440" cy="140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2" y="123780"/>
            <a:ext cx="10881895" cy="100394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3934162"/>
            <a:ext cx="2431941" cy="2418676"/>
          </a:xfrm>
          <a:custGeom>
            <a:avLst/>
            <a:gdLst/>
            <a:ahLst/>
            <a:cxnLst/>
            <a:rect l="l" t="t" r="r" b="b"/>
            <a:pathLst>
              <a:path w="2431941" h="2418676">
                <a:moveTo>
                  <a:pt x="0" y="0"/>
                </a:moveTo>
                <a:lnTo>
                  <a:pt x="2431941" y="0"/>
                </a:lnTo>
                <a:lnTo>
                  <a:pt x="2431941" y="2418676"/>
                </a:lnTo>
                <a:lnTo>
                  <a:pt x="0" y="24186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4190370"/>
            <a:ext cx="2383427" cy="1906260"/>
          </a:xfrm>
          <a:custGeom>
            <a:avLst/>
            <a:gdLst/>
            <a:ahLst/>
            <a:cxnLst/>
            <a:rect l="l" t="t" r="r" b="b"/>
            <a:pathLst>
              <a:path w="2383427" h="1906260">
                <a:moveTo>
                  <a:pt x="0" y="0"/>
                </a:moveTo>
                <a:lnTo>
                  <a:pt x="2383427" y="0"/>
                </a:lnTo>
                <a:lnTo>
                  <a:pt x="2383427" y="1906260"/>
                </a:lnTo>
                <a:lnTo>
                  <a:pt x="0" y="1906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7209012" y="1962475"/>
            <a:ext cx="3869977" cy="399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4676557" y="7950353"/>
            <a:ext cx="8934886" cy="1307947"/>
            <a:chOff x="0" y="0"/>
            <a:chExt cx="2353221" cy="344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3221" cy="344480"/>
            </a:xfrm>
            <a:custGeom>
              <a:avLst/>
              <a:gdLst/>
              <a:ahLst/>
              <a:cxnLst/>
              <a:rect l="l" t="t" r="r" b="b"/>
              <a:pathLst>
                <a:path w="2353221" h="344480">
                  <a:moveTo>
                    <a:pt x="44191" y="0"/>
                  </a:moveTo>
                  <a:lnTo>
                    <a:pt x="2309030" y="0"/>
                  </a:lnTo>
                  <a:cubicBezTo>
                    <a:pt x="2333436" y="0"/>
                    <a:pt x="2353221" y="19785"/>
                    <a:pt x="2353221" y="44191"/>
                  </a:cubicBezTo>
                  <a:lnTo>
                    <a:pt x="2353221" y="300289"/>
                  </a:lnTo>
                  <a:cubicBezTo>
                    <a:pt x="2353221" y="324695"/>
                    <a:pt x="2333436" y="344480"/>
                    <a:pt x="2309030" y="344480"/>
                  </a:cubicBezTo>
                  <a:lnTo>
                    <a:pt x="44191" y="344480"/>
                  </a:lnTo>
                  <a:cubicBezTo>
                    <a:pt x="19785" y="344480"/>
                    <a:pt x="0" y="324695"/>
                    <a:pt x="0" y="300289"/>
                  </a:cubicBezTo>
                  <a:lnTo>
                    <a:pt x="0" y="44191"/>
                  </a:lnTo>
                  <a:cubicBezTo>
                    <a:pt x="0" y="19785"/>
                    <a:pt x="19785" y="0"/>
                    <a:pt x="44191" y="0"/>
                  </a:cubicBez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53221" cy="39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855283" y="4449038"/>
            <a:ext cx="3102628" cy="52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  <a:spcBef>
                <a:spcPct val="0"/>
              </a:spcBef>
            </a:pPr>
            <a:r>
              <a:rPr lang="en-US" sz="307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VIEWS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55283" y="5032054"/>
            <a:ext cx="4229307" cy="74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  <a:spcBef>
                <a:spcPct val="0"/>
              </a:spcBef>
            </a:pPr>
            <a:r>
              <a:rPr lang="en-US" sz="14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17952" y="4449038"/>
            <a:ext cx="3102628" cy="52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  <a:spcBef>
                <a:spcPct val="0"/>
              </a:spcBef>
            </a:pPr>
            <a:r>
              <a:rPr lang="en-US" sz="307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GROWTH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17952" y="5032054"/>
            <a:ext cx="4229307" cy="74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  <a:spcBef>
                <a:spcPct val="0"/>
              </a:spcBef>
            </a:pPr>
            <a:r>
              <a:rPr lang="en-US" sz="14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32537" y="1150724"/>
            <a:ext cx="6022926" cy="811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3"/>
              </a:lnSpc>
              <a:spcBef>
                <a:spcPct val="0"/>
              </a:spcBef>
            </a:pPr>
            <a:r>
              <a:rPr lang="en-US" sz="478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51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143500"/>
            <a:ext cx="18288000" cy="5143500"/>
            <a:chOff x="0" y="0"/>
            <a:chExt cx="4816593" cy="13546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140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72171" y="5641711"/>
            <a:ext cx="10143658" cy="137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72"/>
              </a:lnSpc>
              <a:spcBef>
                <a:spcPct val="0"/>
              </a:spcBef>
            </a:pPr>
            <a:r>
              <a:rPr lang="en-US" sz="8051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7" name="AutoShape 7"/>
          <p:cNvSpPr/>
          <p:nvPr/>
        </p:nvSpPr>
        <p:spPr>
          <a:xfrm>
            <a:off x="5897880" y="6921616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4829649" y="7188988"/>
            <a:ext cx="8628701" cy="833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9"/>
              </a:lnSpc>
              <a:spcBef>
                <a:spcPct val="0"/>
              </a:spcBef>
            </a:pPr>
            <a:r>
              <a:rPr lang="en-US" sz="2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id="9" name="Freeform 9"/>
          <p:cNvSpPr/>
          <p:nvPr/>
        </p:nvSpPr>
        <p:spPr>
          <a:xfrm>
            <a:off x="6058840" y="8961540"/>
            <a:ext cx="707821" cy="707821"/>
          </a:xfrm>
          <a:custGeom>
            <a:avLst/>
            <a:gdLst/>
            <a:ahLst/>
            <a:cxnLst/>
            <a:rect l="l" t="t" r="r" b="b"/>
            <a:pathLst>
              <a:path w="707821" h="707821">
                <a:moveTo>
                  <a:pt x="0" y="0"/>
                </a:moveTo>
                <a:lnTo>
                  <a:pt x="707821" y="0"/>
                </a:lnTo>
                <a:lnTo>
                  <a:pt x="707821" y="707820"/>
                </a:lnTo>
                <a:lnTo>
                  <a:pt x="0" y="7078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019724" y="8990498"/>
            <a:ext cx="5209437" cy="55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10"/>
              </a:lnSpc>
              <a:spcBef>
                <a:spcPct val="0"/>
              </a:spcBef>
            </a:pPr>
            <a:r>
              <a:rPr lang="en-US" sz="3078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Произвольный</PresentationFormat>
  <Paragraphs>65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Calibri</vt:lpstr>
      <vt:lpstr>League Spartan</vt:lpstr>
      <vt:lpstr>Arial</vt:lpstr>
      <vt:lpstr>Poppins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 white business profile presentation</dc:title>
  <cp:lastModifiedBy>sekal sekal</cp:lastModifiedBy>
  <cp:revision>2</cp:revision>
  <dcterms:created xsi:type="dcterms:W3CDTF">2006-08-16T00:00:00Z</dcterms:created>
  <dcterms:modified xsi:type="dcterms:W3CDTF">2026-04-07T22:09:01Z</dcterms:modified>
  <dc:identifier>DAHGNZ0F8AQ</dc:identifier>
</cp:coreProperties>
</file>