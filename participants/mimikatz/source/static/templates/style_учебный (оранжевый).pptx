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DM Sans" pitchFamily="2" charset="0"/>
      <p:regular r:id="rId14"/>
    </p:embeddedFont>
    <p:embeddedFont>
      <p:font typeface="Hagrid Ultra-Bold" panose="020B0604020202020204" charset="0"/>
      <p:regular r:id="rId15"/>
    </p:embeddedFont>
    <p:embeddedFont>
      <p:font typeface="Neue Machina" panose="020B0604020202020204" charset="-52"/>
      <p:regular r:id="rId16"/>
    </p:embeddedFont>
    <p:embeddedFont>
      <p:font typeface="Neue Machina Ultra-Bold" panose="020B0604020202020204" charset="-52"/>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1032"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5D7D5"/>
        </a:solidFill>
        <a:effectLst/>
      </p:bgPr>
    </p:bg>
    <p:spTree>
      <p:nvGrpSpPr>
        <p:cNvPr id="1" name=""/>
        <p:cNvGrpSpPr/>
        <p:nvPr/>
      </p:nvGrpSpPr>
      <p:grpSpPr>
        <a:xfrm>
          <a:off x="0" y="0"/>
          <a:ext cx="0" cy="0"/>
          <a:chOff x="0" y="0"/>
          <a:chExt cx="0" cy="0"/>
        </a:xfrm>
      </p:grpSpPr>
      <p:sp>
        <p:nvSpPr>
          <p:cNvPr id="2" name="TextBox 2"/>
          <p:cNvSpPr txBox="1"/>
          <p:nvPr/>
        </p:nvSpPr>
        <p:spPr>
          <a:xfrm>
            <a:off x="3128533" y="2092994"/>
            <a:ext cx="12030933" cy="4292394"/>
          </a:xfrm>
          <a:prstGeom prst="rect">
            <a:avLst/>
          </a:prstGeom>
        </p:spPr>
        <p:txBody>
          <a:bodyPr lIns="0" tIns="0" rIns="0" bIns="0" rtlCol="0" anchor="t">
            <a:spAutoFit/>
          </a:bodyPr>
          <a:lstStyle/>
          <a:p>
            <a:pPr algn="l">
              <a:lnSpc>
                <a:spcPts val="15193"/>
              </a:lnSpc>
            </a:pPr>
            <a:r>
              <a:rPr lang="en-US" sz="17875" b="1">
                <a:solidFill>
                  <a:srgbClr val="6E332E"/>
                </a:solidFill>
                <a:latin typeface="Hagrid Ultra-Bold"/>
                <a:ea typeface="Hagrid Ultra-Bold"/>
                <a:cs typeface="Hagrid Ultra-Bold"/>
                <a:sym typeface="Hagrid Ultra-Bold"/>
              </a:rPr>
              <a:t>THESIS  DEFENSE</a:t>
            </a:r>
          </a:p>
        </p:txBody>
      </p:sp>
      <p:sp>
        <p:nvSpPr>
          <p:cNvPr id="3" name="TextBox 3"/>
          <p:cNvSpPr txBox="1"/>
          <p:nvPr/>
        </p:nvSpPr>
        <p:spPr>
          <a:xfrm>
            <a:off x="3837969" y="6662447"/>
            <a:ext cx="5306031" cy="522066"/>
          </a:xfrm>
          <a:prstGeom prst="rect">
            <a:avLst/>
          </a:prstGeom>
        </p:spPr>
        <p:txBody>
          <a:bodyPr lIns="0" tIns="0" rIns="0" bIns="0" rtlCol="0" anchor="t">
            <a:spAutoFit/>
          </a:bodyPr>
          <a:lstStyle/>
          <a:p>
            <a:pPr algn="just">
              <a:lnSpc>
                <a:spcPts val="4299"/>
              </a:lnSpc>
            </a:pPr>
            <a:r>
              <a:rPr lang="en-US" sz="3071" b="1">
                <a:solidFill>
                  <a:srgbClr val="6E332E"/>
                </a:solidFill>
                <a:latin typeface="Neue Machina Ultra-Bold"/>
                <a:ea typeface="Neue Machina Ultra-Bold"/>
                <a:cs typeface="Neue Machina Ultra-Bold"/>
                <a:sym typeface="Neue Machina Ultra-Bold"/>
              </a:rPr>
              <a:t>Presented by Drew Feig</a:t>
            </a:r>
          </a:p>
        </p:txBody>
      </p:sp>
      <p:sp>
        <p:nvSpPr>
          <p:cNvPr id="4" name="AutoShape 4"/>
          <p:cNvSpPr/>
          <p:nvPr/>
        </p:nvSpPr>
        <p:spPr>
          <a:xfrm flipV="1">
            <a:off x="3253298" y="2407928"/>
            <a:ext cx="11501635" cy="3977461"/>
          </a:xfrm>
          <a:prstGeom prst="line">
            <a:avLst/>
          </a:prstGeom>
          <a:ln w="38100" cap="flat">
            <a:solidFill>
              <a:srgbClr val="6E332E"/>
            </a:solidFill>
            <a:prstDash val="solid"/>
            <a:headEnd type="oval" w="lg" len="lg"/>
            <a:tailEnd type="none" w="sm" len="sm"/>
          </a:ln>
        </p:spPr>
      </p:sp>
      <p:sp>
        <p:nvSpPr>
          <p:cNvPr id="5" name="AutoShape 5"/>
          <p:cNvSpPr/>
          <p:nvPr/>
        </p:nvSpPr>
        <p:spPr>
          <a:xfrm>
            <a:off x="-1295873" y="2445144"/>
            <a:ext cx="17250870" cy="6813156"/>
          </a:xfrm>
          <a:prstGeom prst="line">
            <a:avLst/>
          </a:prstGeom>
          <a:ln w="38100" cap="flat">
            <a:solidFill>
              <a:srgbClr val="6E332E"/>
            </a:solidFill>
            <a:prstDash val="solid"/>
            <a:headEnd type="none" w="sm" len="sm"/>
            <a:tailEnd type="oval" w="lg" len="lg"/>
          </a:ln>
        </p:spPr>
      </p:sp>
      <p:grpSp>
        <p:nvGrpSpPr>
          <p:cNvPr id="6" name="Group 6"/>
          <p:cNvGrpSpPr/>
          <p:nvPr/>
        </p:nvGrpSpPr>
        <p:grpSpPr>
          <a:xfrm>
            <a:off x="4572000" y="8742997"/>
            <a:ext cx="9144000" cy="913690"/>
            <a:chOff x="0" y="0"/>
            <a:chExt cx="2408296" cy="240643"/>
          </a:xfrm>
        </p:grpSpPr>
        <p:sp>
          <p:nvSpPr>
            <p:cNvPr id="7" name="Freeform 7"/>
            <p:cNvSpPr/>
            <p:nvPr/>
          </p:nvSpPr>
          <p:spPr>
            <a:xfrm>
              <a:off x="0" y="0"/>
              <a:ext cx="2408296" cy="240643"/>
            </a:xfrm>
            <a:custGeom>
              <a:avLst/>
              <a:gdLst/>
              <a:ahLst/>
              <a:cxnLst/>
              <a:rect l="l" t="t" r="r" b="b"/>
              <a:pathLst>
                <a:path w="2408296" h="240643">
                  <a:moveTo>
                    <a:pt x="0" y="0"/>
                  </a:moveTo>
                  <a:lnTo>
                    <a:pt x="2408296" y="0"/>
                  </a:lnTo>
                  <a:lnTo>
                    <a:pt x="2408296" y="240643"/>
                  </a:lnTo>
                  <a:lnTo>
                    <a:pt x="0" y="240643"/>
                  </a:lnTo>
                  <a:close/>
                </a:path>
              </a:pathLst>
            </a:custGeom>
            <a:solidFill>
              <a:srgbClr val="6E332E"/>
            </a:solidFill>
          </p:spPr>
        </p:sp>
        <p:sp>
          <p:nvSpPr>
            <p:cNvPr id="8" name="TextBox 8"/>
            <p:cNvSpPr txBox="1"/>
            <p:nvPr/>
          </p:nvSpPr>
          <p:spPr>
            <a:xfrm>
              <a:off x="0" y="-28575"/>
              <a:ext cx="2408296" cy="269218"/>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5298522" y="8912822"/>
            <a:ext cx="7690956" cy="507365"/>
          </a:xfrm>
          <a:prstGeom prst="rect">
            <a:avLst/>
          </a:prstGeom>
        </p:spPr>
        <p:txBody>
          <a:bodyPr lIns="0" tIns="0" rIns="0" bIns="0" rtlCol="0" anchor="t">
            <a:spAutoFit/>
          </a:bodyPr>
          <a:lstStyle/>
          <a:p>
            <a:pPr algn="ctr">
              <a:lnSpc>
                <a:spcPts val="4060"/>
              </a:lnSpc>
            </a:pPr>
            <a:r>
              <a:rPr lang="en-US" sz="2900">
                <a:solidFill>
                  <a:srgbClr val="FFFFFF"/>
                </a:solidFill>
                <a:latin typeface="Neue Machina"/>
                <a:ea typeface="Neue Machina"/>
                <a:cs typeface="Neue Machina"/>
                <a:sym typeface="Neue Machina"/>
              </a:rPr>
              <a:t>Chemistry 2023 | Borcelle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6E332E"/>
        </a:solidFill>
        <a:effectLst/>
      </p:bgPr>
    </p:bg>
    <p:spTree>
      <p:nvGrpSpPr>
        <p:cNvPr id="1" name=""/>
        <p:cNvGrpSpPr/>
        <p:nvPr/>
      </p:nvGrpSpPr>
      <p:grpSpPr>
        <a:xfrm>
          <a:off x="0" y="0"/>
          <a:ext cx="0" cy="0"/>
          <a:chOff x="0" y="0"/>
          <a:chExt cx="0" cy="0"/>
        </a:xfrm>
      </p:grpSpPr>
      <p:grpSp>
        <p:nvGrpSpPr>
          <p:cNvPr id="2" name="Group 2"/>
          <p:cNvGrpSpPr/>
          <p:nvPr/>
        </p:nvGrpSpPr>
        <p:grpSpPr>
          <a:xfrm>
            <a:off x="-1312964" y="580144"/>
            <a:ext cx="6848350" cy="1595230"/>
            <a:chOff x="0" y="0"/>
            <a:chExt cx="1803681" cy="420143"/>
          </a:xfrm>
        </p:grpSpPr>
        <p:sp>
          <p:nvSpPr>
            <p:cNvPr id="3" name="Freeform 3"/>
            <p:cNvSpPr/>
            <p:nvPr/>
          </p:nvSpPr>
          <p:spPr>
            <a:xfrm>
              <a:off x="0" y="0"/>
              <a:ext cx="1803681" cy="420143"/>
            </a:xfrm>
            <a:custGeom>
              <a:avLst/>
              <a:gdLst/>
              <a:ahLst/>
              <a:cxnLst/>
              <a:rect l="l" t="t" r="r" b="b"/>
              <a:pathLst>
                <a:path w="1803681" h="420143">
                  <a:moveTo>
                    <a:pt x="113048" y="0"/>
                  </a:moveTo>
                  <a:lnTo>
                    <a:pt x="1690633" y="0"/>
                  </a:lnTo>
                  <a:cubicBezTo>
                    <a:pt x="1720615" y="0"/>
                    <a:pt x="1749369" y="11910"/>
                    <a:pt x="1770570" y="33111"/>
                  </a:cubicBezTo>
                  <a:cubicBezTo>
                    <a:pt x="1791770" y="54312"/>
                    <a:pt x="1803681" y="83066"/>
                    <a:pt x="1803681" y="113048"/>
                  </a:cubicBezTo>
                  <a:lnTo>
                    <a:pt x="1803681" y="307095"/>
                  </a:lnTo>
                  <a:cubicBezTo>
                    <a:pt x="1803681" y="337077"/>
                    <a:pt x="1791770" y="365831"/>
                    <a:pt x="1770570" y="387032"/>
                  </a:cubicBezTo>
                  <a:cubicBezTo>
                    <a:pt x="1749369" y="408233"/>
                    <a:pt x="1720615" y="420143"/>
                    <a:pt x="1690633" y="420143"/>
                  </a:cubicBezTo>
                  <a:lnTo>
                    <a:pt x="113048" y="420143"/>
                  </a:lnTo>
                  <a:cubicBezTo>
                    <a:pt x="83066" y="420143"/>
                    <a:pt x="54312" y="408233"/>
                    <a:pt x="33111" y="387032"/>
                  </a:cubicBezTo>
                  <a:cubicBezTo>
                    <a:pt x="11910" y="365831"/>
                    <a:pt x="0" y="337077"/>
                    <a:pt x="0" y="307095"/>
                  </a:cubicBezTo>
                  <a:lnTo>
                    <a:pt x="0" y="113048"/>
                  </a:lnTo>
                  <a:cubicBezTo>
                    <a:pt x="0" y="83066"/>
                    <a:pt x="11910" y="54312"/>
                    <a:pt x="33111" y="33111"/>
                  </a:cubicBezTo>
                  <a:cubicBezTo>
                    <a:pt x="54312" y="11910"/>
                    <a:pt x="83066" y="0"/>
                    <a:pt x="113048" y="0"/>
                  </a:cubicBezTo>
                  <a:close/>
                </a:path>
              </a:pathLst>
            </a:custGeom>
            <a:ln w="38100" cap="rnd">
              <a:solidFill>
                <a:srgbClr val="D5D7D5"/>
              </a:solidFill>
              <a:prstDash val="solid"/>
              <a:round/>
            </a:ln>
          </p:spPr>
        </p:sp>
        <p:sp>
          <p:nvSpPr>
            <p:cNvPr id="4" name="TextBox 4"/>
            <p:cNvSpPr txBox="1"/>
            <p:nvPr/>
          </p:nvSpPr>
          <p:spPr>
            <a:xfrm>
              <a:off x="0" y="-28575"/>
              <a:ext cx="1803681" cy="44871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08773" y="3892508"/>
            <a:ext cx="2869254" cy="995105"/>
            <a:chOff x="0" y="0"/>
            <a:chExt cx="1171801" cy="406400"/>
          </a:xfrm>
        </p:grpSpPr>
        <p:sp>
          <p:nvSpPr>
            <p:cNvPr id="6" name="Freeform 6"/>
            <p:cNvSpPr/>
            <p:nvPr/>
          </p:nvSpPr>
          <p:spPr>
            <a:xfrm>
              <a:off x="0" y="0"/>
              <a:ext cx="1171801" cy="406400"/>
            </a:xfrm>
            <a:custGeom>
              <a:avLst/>
              <a:gdLst/>
              <a:ahLst/>
              <a:cxnLst/>
              <a:rect l="l" t="t" r="r" b="b"/>
              <a:pathLst>
                <a:path w="1171801" h="406400">
                  <a:moveTo>
                    <a:pt x="968601" y="0"/>
                  </a:moveTo>
                  <a:cubicBezTo>
                    <a:pt x="1080825" y="0"/>
                    <a:pt x="1171801" y="90976"/>
                    <a:pt x="1171801" y="203200"/>
                  </a:cubicBezTo>
                  <a:cubicBezTo>
                    <a:pt x="1171801" y="315424"/>
                    <a:pt x="1080825" y="406400"/>
                    <a:pt x="968601" y="406400"/>
                  </a:cubicBezTo>
                  <a:lnTo>
                    <a:pt x="203200" y="406400"/>
                  </a:lnTo>
                  <a:cubicBezTo>
                    <a:pt x="90976" y="406400"/>
                    <a:pt x="0" y="315424"/>
                    <a:pt x="0" y="203200"/>
                  </a:cubicBezTo>
                  <a:cubicBezTo>
                    <a:pt x="0" y="90976"/>
                    <a:pt x="90976" y="0"/>
                    <a:pt x="203200" y="0"/>
                  </a:cubicBezTo>
                  <a:close/>
                </a:path>
              </a:pathLst>
            </a:custGeom>
            <a:ln w="38100" cap="sq">
              <a:solidFill>
                <a:srgbClr val="D5D7D5"/>
              </a:solidFill>
              <a:prstDash val="solid"/>
              <a:miter/>
            </a:ln>
          </p:spPr>
        </p:sp>
        <p:sp>
          <p:nvSpPr>
            <p:cNvPr id="7" name="TextBox 7"/>
            <p:cNvSpPr txBox="1"/>
            <p:nvPr/>
          </p:nvSpPr>
          <p:spPr>
            <a:xfrm>
              <a:off x="0" y="38100"/>
              <a:ext cx="1171801" cy="368300"/>
            </a:xfrm>
            <a:prstGeom prst="rect">
              <a:avLst/>
            </a:prstGeom>
          </p:spPr>
          <p:txBody>
            <a:bodyPr lIns="50800" tIns="50800" rIns="50800" bIns="50800" rtlCol="0" anchor="ctr"/>
            <a:lstStyle/>
            <a:p>
              <a:pPr algn="ctr">
                <a:lnSpc>
                  <a:spcPts val="2174"/>
                </a:lnSpc>
              </a:pPr>
              <a:endParaRPr/>
            </a:p>
          </p:txBody>
        </p:sp>
      </p:grpSp>
      <p:grpSp>
        <p:nvGrpSpPr>
          <p:cNvPr id="8" name="Group 8"/>
          <p:cNvGrpSpPr/>
          <p:nvPr/>
        </p:nvGrpSpPr>
        <p:grpSpPr>
          <a:xfrm>
            <a:off x="4609073" y="3907378"/>
            <a:ext cx="2869254" cy="995105"/>
            <a:chOff x="0" y="0"/>
            <a:chExt cx="1171801" cy="406400"/>
          </a:xfrm>
        </p:grpSpPr>
        <p:sp>
          <p:nvSpPr>
            <p:cNvPr id="9" name="Freeform 9"/>
            <p:cNvSpPr/>
            <p:nvPr/>
          </p:nvSpPr>
          <p:spPr>
            <a:xfrm>
              <a:off x="0" y="0"/>
              <a:ext cx="1171801" cy="406400"/>
            </a:xfrm>
            <a:custGeom>
              <a:avLst/>
              <a:gdLst/>
              <a:ahLst/>
              <a:cxnLst/>
              <a:rect l="l" t="t" r="r" b="b"/>
              <a:pathLst>
                <a:path w="1171801" h="406400">
                  <a:moveTo>
                    <a:pt x="968601" y="0"/>
                  </a:moveTo>
                  <a:cubicBezTo>
                    <a:pt x="1080825" y="0"/>
                    <a:pt x="1171801" y="90976"/>
                    <a:pt x="1171801" y="203200"/>
                  </a:cubicBezTo>
                  <a:cubicBezTo>
                    <a:pt x="1171801" y="315424"/>
                    <a:pt x="1080825" y="406400"/>
                    <a:pt x="968601" y="406400"/>
                  </a:cubicBezTo>
                  <a:lnTo>
                    <a:pt x="203200" y="406400"/>
                  </a:lnTo>
                  <a:cubicBezTo>
                    <a:pt x="90976" y="406400"/>
                    <a:pt x="0" y="315424"/>
                    <a:pt x="0" y="203200"/>
                  </a:cubicBezTo>
                  <a:cubicBezTo>
                    <a:pt x="0" y="90976"/>
                    <a:pt x="90976" y="0"/>
                    <a:pt x="203200" y="0"/>
                  </a:cubicBezTo>
                  <a:close/>
                </a:path>
              </a:pathLst>
            </a:custGeom>
            <a:ln w="38100" cap="sq">
              <a:solidFill>
                <a:srgbClr val="D5D7D5"/>
              </a:solidFill>
              <a:prstDash val="solid"/>
              <a:miter/>
            </a:ln>
          </p:spPr>
        </p:sp>
        <p:sp>
          <p:nvSpPr>
            <p:cNvPr id="10" name="TextBox 10"/>
            <p:cNvSpPr txBox="1"/>
            <p:nvPr/>
          </p:nvSpPr>
          <p:spPr>
            <a:xfrm>
              <a:off x="0" y="38100"/>
              <a:ext cx="1171801" cy="368300"/>
            </a:xfrm>
            <a:prstGeom prst="rect">
              <a:avLst/>
            </a:prstGeom>
          </p:spPr>
          <p:txBody>
            <a:bodyPr lIns="50800" tIns="50800" rIns="50800" bIns="50800" rtlCol="0" anchor="ctr"/>
            <a:lstStyle/>
            <a:p>
              <a:pPr algn="ctr">
                <a:lnSpc>
                  <a:spcPts val="2174"/>
                </a:lnSpc>
              </a:pPr>
              <a:endParaRPr/>
            </a:p>
          </p:txBody>
        </p:sp>
      </p:grpSp>
      <p:grpSp>
        <p:nvGrpSpPr>
          <p:cNvPr id="11" name="Group 11"/>
          <p:cNvGrpSpPr/>
          <p:nvPr/>
        </p:nvGrpSpPr>
        <p:grpSpPr>
          <a:xfrm>
            <a:off x="7709373" y="3922248"/>
            <a:ext cx="2869254" cy="995105"/>
            <a:chOff x="0" y="0"/>
            <a:chExt cx="1171801" cy="406400"/>
          </a:xfrm>
        </p:grpSpPr>
        <p:sp>
          <p:nvSpPr>
            <p:cNvPr id="12" name="Freeform 12"/>
            <p:cNvSpPr/>
            <p:nvPr/>
          </p:nvSpPr>
          <p:spPr>
            <a:xfrm>
              <a:off x="0" y="0"/>
              <a:ext cx="1171801" cy="406400"/>
            </a:xfrm>
            <a:custGeom>
              <a:avLst/>
              <a:gdLst/>
              <a:ahLst/>
              <a:cxnLst/>
              <a:rect l="l" t="t" r="r" b="b"/>
              <a:pathLst>
                <a:path w="1171801" h="406400">
                  <a:moveTo>
                    <a:pt x="968601" y="0"/>
                  </a:moveTo>
                  <a:cubicBezTo>
                    <a:pt x="1080825" y="0"/>
                    <a:pt x="1171801" y="90976"/>
                    <a:pt x="1171801" y="203200"/>
                  </a:cubicBezTo>
                  <a:cubicBezTo>
                    <a:pt x="1171801" y="315424"/>
                    <a:pt x="1080825" y="406400"/>
                    <a:pt x="968601" y="406400"/>
                  </a:cubicBezTo>
                  <a:lnTo>
                    <a:pt x="203200" y="406400"/>
                  </a:lnTo>
                  <a:cubicBezTo>
                    <a:pt x="90976" y="406400"/>
                    <a:pt x="0" y="315424"/>
                    <a:pt x="0" y="203200"/>
                  </a:cubicBezTo>
                  <a:cubicBezTo>
                    <a:pt x="0" y="90976"/>
                    <a:pt x="90976" y="0"/>
                    <a:pt x="203200" y="0"/>
                  </a:cubicBezTo>
                  <a:close/>
                </a:path>
              </a:pathLst>
            </a:custGeom>
            <a:ln w="38100" cap="sq">
              <a:solidFill>
                <a:srgbClr val="D5D7D5"/>
              </a:solidFill>
              <a:prstDash val="solid"/>
              <a:miter/>
            </a:ln>
          </p:spPr>
        </p:sp>
        <p:sp>
          <p:nvSpPr>
            <p:cNvPr id="13" name="TextBox 13"/>
            <p:cNvSpPr txBox="1"/>
            <p:nvPr/>
          </p:nvSpPr>
          <p:spPr>
            <a:xfrm>
              <a:off x="0" y="38100"/>
              <a:ext cx="1171801" cy="368300"/>
            </a:xfrm>
            <a:prstGeom prst="rect">
              <a:avLst/>
            </a:prstGeom>
          </p:spPr>
          <p:txBody>
            <a:bodyPr lIns="50800" tIns="50800" rIns="50800" bIns="50800" rtlCol="0" anchor="ctr"/>
            <a:lstStyle/>
            <a:p>
              <a:pPr algn="ctr">
                <a:lnSpc>
                  <a:spcPts val="2174"/>
                </a:lnSpc>
              </a:pPr>
              <a:endParaRPr/>
            </a:p>
          </p:txBody>
        </p:sp>
      </p:grpSp>
      <p:grpSp>
        <p:nvGrpSpPr>
          <p:cNvPr id="14" name="Group 14"/>
          <p:cNvGrpSpPr/>
          <p:nvPr/>
        </p:nvGrpSpPr>
        <p:grpSpPr>
          <a:xfrm>
            <a:off x="10809673" y="3937118"/>
            <a:ext cx="2869254" cy="995105"/>
            <a:chOff x="0" y="0"/>
            <a:chExt cx="1171801" cy="406400"/>
          </a:xfrm>
        </p:grpSpPr>
        <p:sp>
          <p:nvSpPr>
            <p:cNvPr id="15" name="Freeform 15"/>
            <p:cNvSpPr/>
            <p:nvPr/>
          </p:nvSpPr>
          <p:spPr>
            <a:xfrm>
              <a:off x="0" y="0"/>
              <a:ext cx="1171801" cy="406400"/>
            </a:xfrm>
            <a:custGeom>
              <a:avLst/>
              <a:gdLst/>
              <a:ahLst/>
              <a:cxnLst/>
              <a:rect l="l" t="t" r="r" b="b"/>
              <a:pathLst>
                <a:path w="1171801" h="406400">
                  <a:moveTo>
                    <a:pt x="968601" y="0"/>
                  </a:moveTo>
                  <a:cubicBezTo>
                    <a:pt x="1080825" y="0"/>
                    <a:pt x="1171801" y="90976"/>
                    <a:pt x="1171801" y="203200"/>
                  </a:cubicBezTo>
                  <a:cubicBezTo>
                    <a:pt x="1171801" y="315424"/>
                    <a:pt x="1080825" y="406400"/>
                    <a:pt x="968601" y="406400"/>
                  </a:cubicBezTo>
                  <a:lnTo>
                    <a:pt x="203200" y="406400"/>
                  </a:lnTo>
                  <a:cubicBezTo>
                    <a:pt x="90976" y="406400"/>
                    <a:pt x="0" y="315424"/>
                    <a:pt x="0" y="203200"/>
                  </a:cubicBezTo>
                  <a:cubicBezTo>
                    <a:pt x="0" y="90976"/>
                    <a:pt x="90976" y="0"/>
                    <a:pt x="203200" y="0"/>
                  </a:cubicBezTo>
                  <a:close/>
                </a:path>
              </a:pathLst>
            </a:custGeom>
            <a:ln w="38100" cap="sq">
              <a:solidFill>
                <a:srgbClr val="D5D7D5"/>
              </a:solidFill>
              <a:prstDash val="solid"/>
              <a:miter/>
            </a:ln>
          </p:spPr>
        </p:sp>
        <p:sp>
          <p:nvSpPr>
            <p:cNvPr id="16" name="TextBox 16"/>
            <p:cNvSpPr txBox="1"/>
            <p:nvPr/>
          </p:nvSpPr>
          <p:spPr>
            <a:xfrm>
              <a:off x="0" y="38100"/>
              <a:ext cx="1171801" cy="368300"/>
            </a:xfrm>
            <a:prstGeom prst="rect">
              <a:avLst/>
            </a:prstGeom>
          </p:spPr>
          <p:txBody>
            <a:bodyPr lIns="50800" tIns="50800" rIns="50800" bIns="50800" rtlCol="0" anchor="ctr"/>
            <a:lstStyle/>
            <a:p>
              <a:pPr algn="ctr">
                <a:lnSpc>
                  <a:spcPts val="2174"/>
                </a:lnSpc>
              </a:pPr>
              <a:endParaRPr/>
            </a:p>
          </p:txBody>
        </p:sp>
      </p:grpSp>
      <p:grpSp>
        <p:nvGrpSpPr>
          <p:cNvPr id="17" name="Group 17"/>
          <p:cNvGrpSpPr/>
          <p:nvPr/>
        </p:nvGrpSpPr>
        <p:grpSpPr>
          <a:xfrm>
            <a:off x="13909972" y="3951988"/>
            <a:ext cx="2869254" cy="995105"/>
            <a:chOff x="0" y="0"/>
            <a:chExt cx="1171801" cy="406400"/>
          </a:xfrm>
        </p:grpSpPr>
        <p:sp>
          <p:nvSpPr>
            <p:cNvPr id="18" name="Freeform 18"/>
            <p:cNvSpPr/>
            <p:nvPr/>
          </p:nvSpPr>
          <p:spPr>
            <a:xfrm>
              <a:off x="0" y="0"/>
              <a:ext cx="1171801" cy="406400"/>
            </a:xfrm>
            <a:custGeom>
              <a:avLst/>
              <a:gdLst/>
              <a:ahLst/>
              <a:cxnLst/>
              <a:rect l="l" t="t" r="r" b="b"/>
              <a:pathLst>
                <a:path w="1171801" h="406400">
                  <a:moveTo>
                    <a:pt x="968601" y="0"/>
                  </a:moveTo>
                  <a:cubicBezTo>
                    <a:pt x="1080825" y="0"/>
                    <a:pt x="1171801" y="90976"/>
                    <a:pt x="1171801" y="203200"/>
                  </a:cubicBezTo>
                  <a:cubicBezTo>
                    <a:pt x="1171801" y="315424"/>
                    <a:pt x="1080825" y="406400"/>
                    <a:pt x="968601" y="406400"/>
                  </a:cubicBezTo>
                  <a:lnTo>
                    <a:pt x="203200" y="406400"/>
                  </a:lnTo>
                  <a:cubicBezTo>
                    <a:pt x="90976" y="406400"/>
                    <a:pt x="0" y="315424"/>
                    <a:pt x="0" y="203200"/>
                  </a:cubicBezTo>
                  <a:cubicBezTo>
                    <a:pt x="0" y="90976"/>
                    <a:pt x="90976" y="0"/>
                    <a:pt x="203200" y="0"/>
                  </a:cubicBezTo>
                  <a:close/>
                </a:path>
              </a:pathLst>
            </a:custGeom>
            <a:ln w="38100" cap="sq">
              <a:solidFill>
                <a:srgbClr val="D5D7D5"/>
              </a:solidFill>
              <a:prstDash val="solid"/>
              <a:miter/>
            </a:ln>
          </p:spPr>
        </p:sp>
        <p:sp>
          <p:nvSpPr>
            <p:cNvPr id="19" name="TextBox 19"/>
            <p:cNvSpPr txBox="1"/>
            <p:nvPr/>
          </p:nvSpPr>
          <p:spPr>
            <a:xfrm>
              <a:off x="0" y="38100"/>
              <a:ext cx="1171801" cy="368300"/>
            </a:xfrm>
            <a:prstGeom prst="rect">
              <a:avLst/>
            </a:prstGeom>
          </p:spPr>
          <p:txBody>
            <a:bodyPr lIns="50800" tIns="50800" rIns="50800" bIns="50800" rtlCol="0" anchor="ctr"/>
            <a:lstStyle/>
            <a:p>
              <a:pPr algn="ctr">
                <a:lnSpc>
                  <a:spcPts val="2174"/>
                </a:lnSpc>
              </a:pPr>
              <a:endParaRPr/>
            </a:p>
          </p:txBody>
        </p:sp>
      </p:grpSp>
      <p:grpSp>
        <p:nvGrpSpPr>
          <p:cNvPr id="20" name="Group 20"/>
          <p:cNvGrpSpPr/>
          <p:nvPr/>
        </p:nvGrpSpPr>
        <p:grpSpPr>
          <a:xfrm>
            <a:off x="1508773" y="5339907"/>
            <a:ext cx="2869254" cy="995105"/>
            <a:chOff x="0" y="0"/>
            <a:chExt cx="1171801" cy="406400"/>
          </a:xfrm>
        </p:grpSpPr>
        <p:sp>
          <p:nvSpPr>
            <p:cNvPr id="21" name="Freeform 21"/>
            <p:cNvSpPr/>
            <p:nvPr/>
          </p:nvSpPr>
          <p:spPr>
            <a:xfrm>
              <a:off x="0" y="0"/>
              <a:ext cx="1171801" cy="406400"/>
            </a:xfrm>
            <a:custGeom>
              <a:avLst/>
              <a:gdLst/>
              <a:ahLst/>
              <a:cxnLst/>
              <a:rect l="l" t="t" r="r" b="b"/>
              <a:pathLst>
                <a:path w="1171801" h="406400">
                  <a:moveTo>
                    <a:pt x="968601" y="0"/>
                  </a:moveTo>
                  <a:cubicBezTo>
                    <a:pt x="1080825" y="0"/>
                    <a:pt x="1171801" y="90976"/>
                    <a:pt x="1171801" y="203200"/>
                  </a:cubicBezTo>
                  <a:cubicBezTo>
                    <a:pt x="1171801" y="315424"/>
                    <a:pt x="1080825" y="406400"/>
                    <a:pt x="968601" y="406400"/>
                  </a:cubicBezTo>
                  <a:lnTo>
                    <a:pt x="203200" y="406400"/>
                  </a:lnTo>
                  <a:cubicBezTo>
                    <a:pt x="90976" y="406400"/>
                    <a:pt x="0" y="315424"/>
                    <a:pt x="0" y="203200"/>
                  </a:cubicBezTo>
                  <a:cubicBezTo>
                    <a:pt x="0" y="90976"/>
                    <a:pt x="90976" y="0"/>
                    <a:pt x="203200" y="0"/>
                  </a:cubicBezTo>
                  <a:close/>
                </a:path>
              </a:pathLst>
            </a:custGeom>
            <a:ln w="38100" cap="sq">
              <a:solidFill>
                <a:srgbClr val="D5D7D5"/>
              </a:solidFill>
              <a:prstDash val="solid"/>
              <a:miter/>
            </a:ln>
          </p:spPr>
        </p:sp>
        <p:sp>
          <p:nvSpPr>
            <p:cNvPr id="22" name="TextBox 22"/>
            <p:cNvSpPr txBox="1"/>
            <p:nvPr/>
          </p:nvSpPr>
          <p:spPr>
            <a:xfrm>
              <a:off x="0" y="38100"/>
              <a:ext cx="1171801" cy="368300"/>
            </a:xfrm>
            <a:prstGeom prst="rect">
              <a:avLst/>
            </a:prstGeom>
          </p:spPr>
          <p:txBody>
            <a:bodyPr lIns="50800" tIns="50800" rIns="50800" bIns="50800" rtlCol="0" anchor="ctr"/>
            <a:lstStyle/>
            <a:p>
              <a:pPr algn="ctr">
                <a:lnSpc>
                  <a:spcPts val="2174"/>
                </a:lnSpc>
              </a:pPr>
              <a:endParaRPr/>
            </a:p>
          </p:txBody>
        </p:sp>
      </p:grpSp>
      <p:grpSp>
        <p:nvGrpSpPr>
          <p:cNvPr id="23" name="Group 23"/>
          <p:cNvGrpSpPr/>
          <p:nvPr/>
        </p:nvGrpSpPr>
        <p:grpSpPr>
          <a:xfrm>
            <a:off x="4609073" y="5354777"/>
            <a:ext cx="2869254" cy="995105"/>
            <a:chOff x="0" y="0"/>
            <a:chExt cx="1171801" cy="406400"/>
          </a:xfrm>
        </p:grpSpPr>
        <p:sp>
          <p:nvSpPr>
            <p:cNvPr id="24" name="Freeform 24"/>
            <p:cNvSpPr/>
            <p:nvPr/>
          </p:nvSpPr>
          <p:spPr>
            <a:xfrm>
              <a:off x="0" y="0"/>
              <a:ext cx="1171801" cy="406400"/>
            </a:xfrm>
            <a:custGeom>
              <a:avLst/>
              <a:gdLst/>
              <a:ahLst/>
              <a:cxnLst/>
              <a:rect l="l" t="t" r="r" b="b"/>
              <a:pathLst>
                <a:path w="1171801" h="406400">
                  <a:moveTo>
                    <a:pt x="968601" y="0"/>
                  </a:moveTo>
                  <a:cubicBezTo>
                    <a:pt x="1080825" y="0"/>
                    <a:pt x="1171801" y="90976"/>
                    <a:pt x="1171801" y="203200"/>
                  </a:cubicBezTo>
                  <a:cubicBezTo>
                    <a:pt x="1171801" y="315424"/>
                    <a:pt x="1080825" y="406400"/>
                    <a:pt x="968601" y="406400"/>
                  </a:cubicBezTo>
                  <a:lnTo>
                    <a:pt x="203200" y="406400"/>
                  </a:lnTo>
                  <a:cubicBezTo>
                    <a:pt x="90976" y="406400"/>
                    <a:pt x="0" y="315424"/>
                    <a:pt x="0" y="203200"/>
                  </a:cubicBezTo>
                  <a:cubicBezTo>
                    <a:pt x="0" y="90976"/>
                    <a:pt x="90976" y="0"/>
                    <a:pt x="203200" y="0"/>
                  </a:cubicBezTo>
                  <a:close/>
                </a:path>
              </a:pathLst>
            </a:custGeom>
            <a:ln w="38100" cap="sq">
              <a:solidFill>
                <a:srgbClr val="D5D7D5"/>
              </a:solidFill>
              <a:prstDash val="solid"/>
              <a:miter/>
            </a:ln>
          </p:spPr>
        </p:sp>
        <p:sp>
          <p:nvSpPr>
            <p:cNvPr id="25" name="TextBox 25"/>
            <p:cNvSpPr txBox="1"/>
            <p:nvPr/>
          </p:nvSpPr>
          <p:spPr>
            <a:xfrm>
              <a:off x="0" y="38100"/>
              <a:ext cx="1171801" cy="368300"/>
            </a:xfrm>
            <a:prstGeom prst="rect">
              <a:avLst/>
            </a:prstGeom>
          </p:spPr>
          <p:txBody>
            <a:bodyPr lIns="50800" tIns="50800" rIns="50800" bIns="50800" rtlCol="0" anchor="ctr"/>
            <a:lstStyle/>
            <a:p>
              <a:pPr algn="ctr">
                <a:lnSpc>
                  <a:spcPts val="2174"/>
                </a:lnSpc>
              </a:pPr>
              <a:endParaRPr/>
            </a:p>
          </p:txBody>
        </p:sp>
      </p:grpSp>
      <p:grpSp>
        <p:nvGrpSpPr>
          <p:cNvPr id="26" name="Group 26"/>
          <p:cNvGrpSpPr/>
          <p:nvPr/>
        </p:nvGrpSpPr>
        <p:grpSpPr>
          <a:xfrm>
            <a:off x="7709373" y="5369647"/>
            <a:ext cx="2869254" cy="995105"/>
            <a:chOff x="0" y="0"/>
            <a:chExt cx="1171801" cy="406400"/>
          </a:xfrm>
        </p:grpSpPr>
        <p:sp>
          <p:nvSpPr>
            <p:cNvPr id="27" name="Freeform 27"/>
            <p:cNvSpPr/>
            <p:nvPr/>
          </p:nvSpPr>
          <p:spPr>
            <a:xfrm>
              <a:off x="0" y="0"/>
              <a:ext cx="1171801" cy="406400"/>
            </a:xfrm>
            <a:custGeom>
              <a:avLst/>
              <a:gdLst/>
              <a:ahLst/>
              <a:cxnLst/>
              <a:rect l="l" t="t" r="r" b="b"/>
              <a:pathLst>
                <a:path w="1171801" h="406400">
                  <a:moveTo>
                    <a:pt x="968601" y="0"/>
                  </a:moveTo>
                  <a:cubicBezTo>
                    <a:pt x="1080825" y="0"/>
                    <a:pt x="1171801" y="90976"/>
                    <a:pt x="1171801" y="203200"/>
                  </a:cubicBezTo>
                  <a:cubicBezTo>
                    <a:pt x="1171801" y="315424"/>
                    <a:pt x="1080825" y="406400"/>
                    <a:pt x="968601" y="406400"/>
                  </a:cubicBezTo>
                  <a:lnTo>
                    <a:pt x="203200" y="406400"/>
                  </a:lnTo>
                  <a:cubicBezTo>
                    <a:pt x="90976" y="406400"/>
                    <a:pt x="0" y="315424"/>
                    <a:pt x="0" y="203200"/>
                  </a:cubicBezTo>
                  <a:cubicBezTo>
                    <a:pt x="0" y="90976"/>
                    <a:pt x="90976" y="0"/>
                    <a:pt x="203200" y="0"/>
                  </a:cubicBezTo>
                  <a:close/>
                </a:path>
              </a:pathLst>
            </a:custGeom>
            <a:ln w="38100" cap="sq">
              <a:solidFill>
                <a:srgbClr val="D5D7D5"/>
              </a:solidFill>
              <a:prstDash val="solid"/>
              <a:miter/>
            </a:ln>
          </p:spPr>
        </p:sp>
        <p:sp>
          <p:nvSpPr>
            <p:cNvPr id="28" name="TextBox 28"/>
            <p:cNvSpPr txBox="1"/>
            <p:nvPr/>
          </p:nvSpPr>
          <p:spPr>
            <a:xfrm>
              <a:off x="0" y="38100"/>
              <a:ext cx="1171801" cy="368300"/>
            </a:xfrm>
            <a:prstGeom prst="rect">
              <a:avLst/>
            </a:prstGeom>
          </p:spPr>
          <p:txBody>
            <a:bodyPr lIns="50800" tIns="50800" rIns="50800" bIns="50800" rtlCol="0" anchor="ctr"/>
            <a:lstStyle/>
            <a:p>
              <a:pPr algn="ctr">
                <a:lnSpc>
                  <a:spcPts val="2174"/>
                </a:lnSpc>
              </a:pPr>
              <a:endParaRPr/>
            </a:p>
          </p:txBody>
        </p:sp>
      </p:grpSp>
      <p:grpSp>
        <p:nvGrpSpPr>
          <p:cNvPr id="29" name="Group 29"/>
          <p:cNvGrpSpPr/>
          <p:nvPr/>
        </p:nvGrpSpPr>
        <p:grpSpPr>
          <a:xfrm>
            <a:off x="10809673" y="5384517"/>
            <a:ext cx="2869254" cy="995105"/>
            <a:chOff x="0" y="0"/>
            <a:chExt cx="1171801" cy="406400"/>
          </a:xfrm>
        </p:grpSpPr>
        <p:sp>
          <p:nvSpPr>
            <p:cNvPr id="30" name="Freeform 30"/>
            <p:cNvSpPr/>
            <p:nvPr/>
          </p:nvSpPr>
          <p:spPr>
            <a:xfrm>
              <a:off x="0" y="0"/>
              <a:ext cx="1171801" cy="406400"/>
            </a:xfrm>
            <a:custGeom>
              <a:avLst/>
              <a:gdLst/>
              <a:ahLst/>
              <a:cxnLst/>
              <a:rect l="l" t="t" r="r" b="b"/>
              <a:pathLst>
                <a:path w="1171801" h="406400">
                  <a:moveTo>
                    <a:pt x="968601" y="0"/>
                  </a:moveTo>
                  <a:cubicBezTo>
                    <a:pt x="1080825" y="0"/>
                    <a:pt x="1171801" y="90976"/>
                    <a:pt x="1171801" y="203200"/>
                  </a:cubicBezTo>
                  <a:cubicBezTo>
                    <a:pt x="1171801" y="315424"/>
                    <a:pt x="1080825" y="406400"/>
                    <a:pt x="968601" y="406400"/>
                  </a:cubicBezTo>
                  <a:lnTo>
                    <a:pt x="203200" y="406400"/>
                  </a:lnTo>
                  <a:cubicBezTo>
                    <a:pt x="90976" y="406400"/>
                    <a:pt x="0" y="315424"/>
                    <a:pt x="0" y="203200"/>
                  </a:cubicBezTo>
                  <a:cubicBezTo>
                    <a:pt x="0" y="90976"/>
                    <a:pt x="90976" y="0"/>
                    <a:pt x="203200" y="0"/>
                  </a:cubicBezTo>
                  <a:close/>
                </a:path>
              </a:pathLst>
            </a:custGeom>
            <a:ln w="38100" cap="sq">
              <a:solidFill>
                <a:srgbClr val="D5D7D5"/>
              </a:solidFill>
              <a:prstDash val="solid"/>
              <a:miter/>
            </a:ln>
          </p:spPr>
        </p:sp>
        <p:sp>
          <p:nvSpPr>
            <p:cNvPr id="31" name="TextBox 31"/>
            <p:cNvSpPr txBox="1"/>
            <p:nvPr/>
          </p:nvSpPr>
          <p:spPr>
            <a:xfrm>
              <a:off x="0" y="38100"/>
              <a:ext cx="1171801" cy="368300"/>
            </a:xfrm>
            <a:prstGeom prst="rect">
              <a:avLst/>
            </a:prstGeom>
          </p:spPr>
          <p:txBody>
            <a:bodyPr lIns="50800" tIns="50800" rIns="50800" bIns="50800" rtlCol="0" anchor="ctr"/>
            <a:lstStyle/>
            <a:p>
              <a:pPr algn="ctr">
                <a:lnSpc>
                  <a:spcPts val="2174"/>
                </a:lnSpc>
              </a:pPr>
              <a:endParaRPr/>
            </a:p>
          </p:txBody>
        </p:sp>
      </p:grpSp>
      <p:grpSp>
        <p:nvGrpSpPr>
          <p:cNvPr id="32" name="Group 32"/>
          <p:cNvGrpSpPr/>
          <p:nvPr/>
        </p:nvGrpSpPr>
        <p:grpSpPr>
          <a:xfrm>
            <a:off x="13909972" y="5399387"/>
            <a:ext cx="2869254" cy="995105"/>
            <a:chOff x="0" y="0"/>
            <a:chExt cx="1171801" cy="406400"/>
          </a:xfrm>
        </p:grpSpPr>
        <p:sp>
          <p:nvSpPr>
            <p:cNvPr id="33" name="Freeform 33"/>
            <p:cNvSpPr/>
            <p:nvPr/>
          </p:nvSpPr>
          <p:spPr>
            <a:xfrm>
              <a:off x="0" y="0"/>
              <a:ext cx="1171801" cy="406400"/>
            </a:xfrm>
            <a:custGeom>
              <a:avLst/>
              <a:gdLst/>
              <a:ahLst/>
              <a:cxnLst/>
              <a:rect l="l" t="t" r="r" b="b"/>
              <a:pathLst>
                <a:path w="1171801" h="406400">
                  <a:moveTo>
                    <a:pt x="968601" y="0"/>
                  </a:moveTo>
                  <a:cubicBezTo>
                    <a:pt x="1080825" y="0"/>
                    <a:pt x="1171801" y="90976"/>
                    <a:pt x="1171801" y="203200"/>
                  </a:cubicBezTo>
                  <a:cubicBezTo>
                    <a:pt x="1171801" y="315424"/>
                    <a:pt x="1080825" y="406400"/>
                    <a:pt x="968601" y="406400"/>
                  </a:cubicBezTo>
                  <a:lnTo>
                    <a:pt x="203200" y="406400"/>
                  </a:lnTo>
                  <a:cubicBezTo>
                    <a:pt x="90976" y="406400"/>
                    <a:pt x="0" y="315424"/>
                    <a:pt x="0" y="203200"/>
                  </a:cubicBezTo>
                  <a:cubicBezTo>
                    <a:pt x="0" y="90976"/>
                    <a:pt x="90976" y="0"/>
                    <a:pt x="203200" y="0"/>
                  </a:cubicBezTo>
                  <a:close/>
                </a:path>
              </a:pathLst>
            </a:custGeom>
            <a:ln w="38100" cap="sq">
              <a:solidFill>
                <a:srgbClr val="D5D7D5"/>
              </a:solidFill>
              <a:prstDash val="solid"/>
              <a:miter/>
            </a:ln>
          </p:spPr>
        </p:sp>
        <p:sp>
          <p:nvSpPr>
            <p:cNvPr id="34" name="TextBox 34"/>
            <p:cNvSpPr txBox="1"/>
            <p:nvPr/>
          </p:nvSpPr>
          <p:spPr>
            <a:xfrm>
              <a:off x="0" y="38100"/>
              <a:ext cx="1171801" cy="368300"/>
            </a:xfrm>
            <a:prstGeom prst="rect">
              <a:avLst/>
            </a:prstGeom>
          </p:spPr>
          <p:txBody>
            <a:bodyPr lIns="50800" tIns="50800" rIns="50800" bIns="50800" rtlCol="0" anchor="ctr"/>
            <a:lstStyle/>
            <a:p>
              <a:pPr algn="ctr">
                <a:lnSpc>
                  <a:spcPts val="2174"/>
                </a:lnSpc>
              </a:pPr>
              <a:endParaRPr/>
            </a:p>
          </p:txBody>
        </p:sp>
      </p:grpSp>
      <p:grpSp>
        <p:nvGrpSpPr>
          <p:cNvPr id="35" name="Group 35"/>
          <p:cNvGrpSpPr/>
          <p:nvPr/>
        </p:nvGrpSpPr>
        <p:grpSpPr>
          <a:xfrm>
            <a:off x="15832684" y="973325"/>
            <a:ext cx="110750" cy="110750"/>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D5D7D5"/>
              </a:solidFill>
              <a:prstDash val="solid"/>
              <a:miter/>
            </a:ln>
          </p:spPr>
        </p:sp>
        <p:sp>
          <p:nvSpPr>
            <p:cNvPr id="37" name="TextBox 37"/>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38" name="TextBox 38"/>
          <p:cNvSpPr txBox="1"/>
          <p:nvPr/>
        </p:nvSpPr>
        <p:spPr>
          <a:xfrm>
            <a:off x="1028700" y="1152525"/>
            <a:ext cx="3846771" cy="574294"/>
          </a:xfrm>
          <a:prstGeom prst="rect">
            <a:avLst/>
          </a:prstGeom>
        </p:spPr>
        <p:txBody>
          <a:bodyPr lIns="0" tIns="0" rIns="0" bIns="0" rtlCol="0" anchor="t">
            <a:spAutoFit/>
          </a:bodyPr>
          <a:lstStyle/>
          <a:p>
            <a:pPr algn="l">
              <a:lnSpc>
                <a:spcPts val="4012"/>
              </a:lnSpc>
            </a:pPr>
            <a:r>
              <a:rPr lang="en-US" sz="4612" b="1">
                <a:solidFill>
                  <a:srgbClr val="FFFFFF"/>
                </a:solidFill>
                <a:latin typeface="Neue Machina Ultra-Bold"/>
                <a:ea typeface="Neue Machina Ultra-Bold"/>
                <a:cs typeface="Neue Machina Ultra-Bold"/>
                <a:sym typeface="Neue Machina Ultra-Bold"/>
              </a:rPr>
              <a:t>Overview</a:t>
            </a:r>
          </a:p>
        </p:txBody>
      </p:sp>
      <p:sp>
        <p:nvSpPr>
          <p:cNvPr id="39" name="TextBox 39"/>
          <p:cNvSpPr txBox="1"/>
          <p:nvPr/>
        </p:nvSpPr>
        <p:spPr>
          <a:xfrm>
            <a:off x="4935778" y="4327192"/>
            <a:ext cx="2215844" cy="272107"/>
          </a:xfrm>
          <a:prstGeom prst="rect">
            <a:avLst/>
          </a:prstGeom>
        </p:spPr>
        <p:txBody>
          <a:bodyPr lIns="0" tIns="0" rIns="0" bIns="0" rtlCol="0" anchor="t">
            <a:spAutoFit/>
          </a:bodyPr>
          <a:lstStyle/>
          <a:p>
            <a:pPr algn="ctr">
              <a:lnSpc>
                <a:spcPts val="1891"/>
              </a:lnSpc>
            </a:pPr>
            <a:r>
              <a:rPr lang="en-US" sz="2174">
                <a:solidFill>
                  <a:srgbClr val="FFFFFF"/>
                </a:solidFill>
                <a:latin typeface="Neue Machina"/>
                <a:ea typeface="Neue Machina"/>
                <a:cs typeface="Neue Machina"/>
                <a:sym typeface="Neue Machina"/>
              </a:rPr>
              <a:t>Introduction</a:t>
            </a:r>
          </a:p>
        </p:txBody>
      </p:sp>
      <p:sp>
        <p:nvSpPr>
          <p:cNvPr id="40" name="TextBox 40"/>
          <p:cNvSpPr txBox="1"/>
          <p:nvPr/>
        </p:nvSpPr>
        <p:spPr>
          <a:xfrm>
            <a:off x="8322070" y="4342062"/>
            <a:ext cx="1643861" cy="272107"/>
          </a:xfrm>
          <a:prstGeom prst="rect">
            <a:avLst/>
          </a:prstGeom>
        </p:spPr>
        <p:txBody>
          <a:bodyPr lIns="0" tIns="0" rIns="0" bIns="0" rtlCol="0" anchor="t">
            <a:spAutoFit/>
          </a:bodyPr>
          <a:lstStyle/>
          <a:p>
            <a:pPr algn="ctr">
              <a:lnSpc>
                <a:spcPts val="1891"/>
              </a:lnSpc>
            </a:pPr>
            <a:r>
              <a:rPr lang="en-US" sz="2174">
                <a:solidFill>
                  <a:srgbClr val="FFFFFF"/>
                </a:solidFill>
                <a:latin typeface="Neue Machina"/>
                <a:ea typeface="Neue Machina"/>
                <a:cs typeface="Neue Machina"/>
                <a:sym typeface="Neue Machina"/>
              </a:rPr>
              <a:t>Problem</a:t>
            </a:r>
          </a:p>
        </p:txBody>
      </p:sp>
      <p:sp>
        <p:nvSpPr>
          <p:cNvPr id="41" name="TextBox 41"/>
          <p:cNvSpPr txBox="1"/>
          <p:nvPr/>
        </p:nvSpPr>
        <p:spPr>
          <a:xfrm>
            <a:off x="2163799" y="4312322"/>
            <a:ext cx="1597549" cy="272107"/>
          </a:xfrm>
          <a:prstGeom prst="rect">
            <a:avLst/>
          </a:prstGeom>
        </p:spPr>
        <p:txBody>
          <a:bodyPr lIns="0" tIns="0" rIns="0" bIns="0" rtlCol="0" anchor="t">
            <a:spAutoFit/>
          </a:bodyPr>
          <a:lstStyle/>
          <a:p>
            <a:pPr algn="ctr">
              <a:lnSpc>
                <a:spcPts val="1891"/>
              </a:lnSpc>
            </a:pPr>
            <a:r>
              <a:rPr lang="en-US" sz="2174">
                <a:solidFill>
                  <a:srgbClr val="FFFFFF"/>
                </a:solidFill>
                <a:latin typeface="Neue Machina"/>
                <a:ea typeface="Neue Machina"/>
                <a:cs typeface="Neue Machina"/>
                <a:sym typeface="Neue Machina"/>
              </a:rPr>
              <a:t>Abstract</a:t>
            </a:r>
          </a:p>
        </p:txBody>
      </p:sp>
      <p:sp>
        <p:nvSpPr>
          <p:cNvPr id="42" name="TextBox 42"/>
          <p:cNvSpPr txBox="1"/>
          <p:nvPr/>
        </p:nvSpPr>
        <p:spPr>
          <a:xfrm>
            <a:off x="11491837" y="4183799"/>
            <a:ext cx="1504925" cy="560056"/>
          </a:xfrm>
          <a:prstGeom prst="rect">
            <a:avLst/>
          </a:prstGeom>
        </p:spPr>
        <p:txBody>
          <a:bodyPr lIns="0" tIns="0" rIns="0" bIns="0" rtlCol="0" anchor="t">
            <a:spAutoFit/>
          </a:bodyPr>
          <a:lstStyle/>
          <a:p>
            <a:pPr algn="ctr">
              <a:lnSpc>
                <a:spcPts val="2174"/>
              </a:lnSpc>
            </a:pPr>
            <a:r>
              <a:rPr lang="en-US" sz="2174">
                <a:solidFill>
                  <a:srgbClr val="FFFFFF"/>
                </a:solidFill>
                <a:latin typeface="Neue Machina"/>
                <a:ea typeface="Neue Machina"/>
                <a:cs typeface="Neue Machina"/>
                <a:sym typeface="Neue Machina"/>
              </a:rPr>
              <a:t>Literary</a:t>
            </a:r>
          </a:p>
          <a:p>
            <a:pPr algn="ctr">
              <a:lnSpc>
                <a:spcPts val="2174"/>
              </a:lnSpc>
            </a:pPr>
            <a:r>
              <a:rPr lang="en-US" sz="2174">
                <a:solidFill>
                  <a:srgbClr val="FFFFFF"/>
                </a:solidFill>
                <a:latin typeface="Neue Machina"/>
                <a:ea typeface="Neue Machina"/>
                <a:cs typeface="Neue Machina"/>
                <a:sym typeface="Neue Machina"/>
              </a:rPr>
              <a:t>Review</a:t>
            </a:r>
          </a:p>
        </p:txBody>
      </p:sp>
      <p:sp>
        <p:nvSpPr>
          <p:cNvPr id="43" name="TextBox 43"/>
          <p:cNvSpPr txBox="1"/>
          <p:nvPr/>
        </p:nvSpPr>
        <p:spPr>
          <a:xfrm>
            <a:off x="14377298" y="4320812"/>
            <a:ext cx="1934603" cy="293356"/>
          </a:xfrm>
          <a:prstGeom prst="rect">
            <a:avLst/>
          </a:prstGeom>
        </p:spPr>
        <p:txBody>
          <a:bodyPr lIns="0" tIns="0" rIns="0" bIns="0" rtlCol="0" anchor="t">
            <a:spAutoFit/>
          </a:bodyPr>
          <a:lstStyle/>
          <a:p>
            <a:pPr algn="ctr">
              <a:lnSpc>
                <a:spcPts val="2174"/>
              </a:lnSpc>
            </a:pPr>
            <a:r>
              <a:rPr lang="en-US" sz="2174">
                <a:solidFill>
                  <a:srgbClr val="FFFFFF"/>
                </a:solidFill>
                <a:latin typeface="Neue Machina"/>
                <a:ea typeface="Neue Machina"/>
                <a:cs typeface="Neue Machina"/>
                <a:sym typeface="Neue Machina"/>
              </a:rPr>
              <a:t>Objectives</a:t>
            </a:r>
          </a:p>
        </p:txBody>
      </p:sp>
      <p:sp>
        <p:nvSpPr>
          <p:cNvPr id="44" name="TextBox 44"/>
          <p:cNvSpPr txBox="1"/>
          <p:nvPr/>
        </p:nvSpPr>
        <p:spPr>
          <a:xfrm>
            <a:off x="4807587" y="5764549"/>
            <a:ext cx="2472227" cy="293356"/>
          </a:xfrm>
          <a:prstGeom prst="rect">
            <a:avLst/>
          </a:prstGeom>
        </p:spPr>
        <p:txBody>
          <a:bodyPr lIns="0" tIns="0" rIns="0" bIns="0" rtlCol="0" anchor="t">
            <a:spAutoFit/>
          </a:bodyPr>
          <a:lstStyle/>
          <a:p>
            <a:pPr algn="ctr">
              <a:lnSpc>
                <a:spcPts val="2174"/>
              </a:lnSpc>
            </a:pPr>
            <a:r>
              <a:rPr lang="en-US" sz="2174">
                <a:solidFill>
                  <a:srgbClr val="FFFFFF"/>
                </a:solidFill>
                <a:latin typeface="Neue Machina"/>
                <a:ea typeface="Neue Machina"/>
                <a:cs typeface="Neue Machina"/>
                <a:sym typeface="Neue Machina"/>
              </a:rPr>
              <a:t>Implementation</a:t>
            </a:r>
          </a:p>
        </p:txBody>
      </p:sp>
      <p:sp>
        <p:nvSpPr>
          <p:cNvPr id="45" name="TextBox 45"/>
          <p:cNvSpPr txBox="1"/>
          <p:nvPr/>
        </p:nvSpPr>
        <p:spPr>
          <a:xfrm>
            <a:off x="8497363" y="5764549"/>
            <a:ext cx="1293275" cy="293356"/>
          </a:xfrm>
          <a:prstGeom prst="rect">
            <a:avLst/>
          </a:prstGeom>
        </p:spPr>
        <p:txBody>
          <a:bodyPr lIns="0" tIns="0" rIns="0" bIns="0" rtlCol="0" anchor="t">
            <a:spAutoFit/>
          </a:bodyPr>
          <a:lstStyle/>
          <a:p>
            <a:pPr algn="ctr">
              <a:lnSpc>
                <a:spcPts val="2174"/>
              </a:lnSpc>
            </a:pPr>
            <a:r>
              <a:rPr lang="en-US" sz="2174">
                <a:solidFill>
                  <a:srgbClr val="FFFFFF"/>
                </a:solidFill>
                <a:latin typeface="Neue Machina"/>
                <a:ea typeface="Neue Machina"/>
                <a:cs typeface="Neue Machina"/>
                <a:sym typeface="Neue Machina"/>
              </a:rPr>
              <a:t>Results</a:t>
            </a:r>
          </a:p>
        </p:txBody>
      </p:sp>
      <p:sp>
        <p:nvSpPr>
          <p:cNvPr id="46" name="TextBox 46"/>
          <p:cNvSpPr txBox="1"/>
          <p:nvPr/>
        </p:nvSpPr>
        <p:spPr>
          <a:xfrm>
            <a:off x="11183795" y="5764549"/>
            <a:ext cx="2121009" cy="293356"/>
          </a:xfrm>
          <a:prstGeom prst="rect">
            <a:avLst/>
          </a:prstGeom>
        </p:spPr>
        <p:txBody>
          <a:bodyPr lIns="0" tIns="0" rIns="0" bIns="0" rtlCol="0" anchor="t">
            <a:spAutoFit/>
          </a:bodyPr>
          <a:lstStyle/>
          <a:p>
            <a:pPr algn="ctr">
              <a:lnSpc>
                <a:spcPts val="2174"/>
              </a:lnSpc>
            </a:pPr>
            <a:r>
              <a:rPr lang="en-US" sz="2174">
                <a:solidFill>
                  <a:srgbClr val="FFFFFF"/>
                </a:solidFill>
                <a:latin typeface="Neue Machina"/>
                <a:ea typeface="Neue Machina"/>
                <a:cs typeface="Neue Machina"/>
                <a:sym typeface="Neue Machina"/>
              </a:rPr>
              <a:t>Conclusion</a:t>
            </a:r>
          </a:p>
        </p:txBody>
      </p:sp>
      <p:sp>
        <p:nvSpPr>
          <p:cNvPr id="47" name="TextBox 47"/>
          <p:cNvSpPr txBox="1"/>
          <p:nvPr/>
        </p:nvSpPr>
        <p:spPr>
          <a:xfrm>
            <a:off x="1959378" y="5734809"/>
            <a:ext cx="1968046" cy="293356"/>
          </a:xfrm>
          <a:prstGeom prst="rect">
            <a:avLst/>
          </a:prstGeom>
        </p:spPr>
        <p:txBody>
          <a:bodyPr lIns="0" tIns="0" rIns="0" bIns="0" rtlCol="0" anchor="t">
            <a:spAutoFit/>
          </a:bodyPr>
          <a:lstStyle/>
          <a:p>
            <a:pPr algn="ctr">
              <a:lnSpc>
                <a:spcPts val="2174"/>
              </a:lnSpc>
            </a:pPr>
            <a:r>
              <a:rPr lang="en-US" sz="2174">
                <a:solidFill>
                  <a:srgbClr val="FFFFFF"/>
                </a:solidFill>
                <a:latin typeface="Neue Machina"/>
                <a:ea typeface="Neue Machina"/>
                <a:cs typeface="Neue Machina"/>
                <a:sym typeface="Neue Machina"/>
              </a:rPr>
              <a:t>Methodology</a:t>
            </a:r>
          </a:p>
        </p:txBody>
      </p:sp>
      <p:sp>
        <p:nvSpPr>
          <p:cNvPr id="48" name="TextBox 48"/>
          <p:cNvSpPr txBox="1"/>
          <p:nvPr/>
        </p:nvSpPr>
        <p:spPr>
          <a:xfrm>
            <a:off x="14288527" y="5764549"/>
            <a:ext cx="1968046" cy="293356"/>
          </a:xfrm>
          <a:prstGeom prst="rect">
            <a:avLst/>
          </a:prstGeom>
        </p:spPr>
        <p:txBody>
          <a:bodyPr lIns="0" tIns="0" rIns="0" bIns="0" rtlCol="0" anchor="t">
            <a:spAutoFit/>
          </a:bodyPr>
          <a:lstStyle/>
          <a:p>
            <a:pPr algn="ctr">
              <a:lnSpc>
                <a:spcPts val="2174"/>
              </a:lnSpc>
            </a:pPr>
            <a:r>
              <a:rPr lang="en-US" sz="2174">
                <a:solidFill>
                  <a:srgbClr val="FFFFFF"/>
                </a:solidFill>
                <a:latin typeface="Neue Machina"/>
                <a:ea typeface="Neue Machina"/>
                <a:cs typeface="Neue Machina"/>
                <a:sym typeface="Neue Machina"/>
              </a:rPr>
              <a:t>Thank You</a:t>
            </a:r>
          </a:p>
        </p:txBody>
      </p:sp>
      <p:sp>
        <p:nvSpPr>
          <p:cNvPr id="49" name="AutoShape 49"/>
          <p:cNvSpPr/>
          <p:nvPr/>
        </p:nvSpPr>
        <p:spPr>
          <a:xfrm>
            <a:off x="-1117835" y="9220026"/>
            <a:ext cx="6743748" cy="0"/>
          </a:xfrm>
          <a:prstGeom prst="line">
            <a:avLst/>
          </a:prstGeom>
          <a:ln w="38100" cap="flat">
            <a:solidFill>
              <a:srgbClr val="D5D7D5"/>
            </a:solidFill>
            <a:prstDash val="solid"/>
            <a:headEnd type="none" w="sm" len="sm"/>
            <a:tailEnd type="oval" w="lg" len="lg"/>
          </a:ln>
        </p:spPr>
      </p:sp>
      <p:sp>
        <p:nvSpPr>
          <p:cNvPr id="50" name="AutoShape 50"/>
          <p:cNvSpPr/>
          <p:nvPr/>
        </p:nvSpPr>
        <p:spPr>
          <a:xfrm flipH="1">
            <a:off x="12662087" y="9220026"/>
            <a:ext cx="6743748" cy="0"/>
          </a:xfrm>
          <a:prstGeom prst="line">
            <a:avLst/>
          </a:prstGeom>
          <a:ln w="38100" cap="flat">
            <a:solidFill>
              <a:srgbClr val="D5D7D5"/>
            </a:solidFill>
            <a:prstDash val="solid"/>
            <a:headEnd type="none" w="sm" len="sm"/>
            <a:tailEnd type="oval" w="lg" len="lg"/>
          </a:ln>
        </p:spPr>
      </p:sp>
      <p:sp>
        <p:nvSpPr>
          <p:cNvPr id="51" name="TextBox 51"/>
          <p:cNvSpPr txBox="1"/>
          <p:nvPr/>
        </p:nvSpPr>
        <p:spPr>
          <a:xfrm>
            <a:off x="6562845" y="9012063"/>
            <a:ext cx="5162309" cy="358775"/>
          </a:xfrm>
          <a:prstGeom prst="rect">
            <a:avLst/>
          </a:prstGeom>
        </p:spPr>
        <p:txBody>
          <a:bodyPr lIns="0" tIns="0" rIns="0" bIns="0" rtlCol="0" anchor="t">
            <a:spAutoFit/>
          </a:bodyPr>
          <a:lstStyle/>
          <a:p>
            <a:pPr algn="ctr">
              <a:lnSpc>
                <a:spcPts val="2800"/>
              </a:lnSpc>
            </a:pPr>
            <a:r>
              <a:rPr lang="en-US" sz="2000">
                <a:solidFill>
                  <a:srgbClr val="FFFFFF"/>
                </a:solidFill>
                <a:latin typeface="Neue Machina"/>
                <a:ea typeface="Neue Machina"/>
                <a:cs typeface="Neue Machina"/>
                <a:sym typeface="Neue Machina"/>
              </a:rPr>
              <a:t>Chemistry 2023 | Borcelle University</a:t>
            </a:r>
          </a:p>
        </p:txBody>
      </p:sp>
      <p:sp>
        <p:nvSpPr>
          <p:cNvPr id="52" name="TextBox 52"/>
          <p:cNvSpPr txBox="1"/>
          <p:nvPr/>
        </p:nvSpPr>
        <p:spPr>
          <a:xfrm>
            <a:off x="15888059" y="820738"/>
            <a:ext cx="1371241" cy="358775"/>
          </a:xfrm>
          <a:prstGeom prst="rect">
            <a:avLst/>
          </a:prstGeom>
        </p:spPr>
        <p:txBody>
          <a:bodyPr lIns="0" tIns="0" rIns="0" bIns="0" rtlCol="0" anchor="t">
            <a:spAutoFit/>
          </a:bodyPr>
          <a:lstStyle/>
          <a:p>
            <a:pPr algn="r">
              <a:lnSpc>
                <a:spcPts val="2800"/>
              </a:lnSpc>
            </a:pPr>
            <a:r>
              <a:rPr lang="en-US" sz="2000">
                <a:solidFill>
                  <a:srgbClr val="FFFFFF"/>
                </a:solidFill>
                <a:latin typeface="Neue Machina"/>
                <a:ea typeface="Neue Machina"/>
                <a:cs typeface="Neue Machina"/>
                <a:sym typeface="Neue Machina"/>
              </a:rPr>
              <a:t>Page 02</a:t>
            </a:r>
          </a:p>
        </p:txBody>
      </p:sp>
      <p:grpSp>
        <p:nvGrpSpPr>
          <p:cNvPr id="53" name="Group 53"/>
          <p:cNvGrpSpPr/>
          <p:nvPr/>
        </p:nvGrpSpPr>
        <p:grpSpPr>
          <a:xfrm>
            <a:off x="15633392" y="973325"/>
            <a:ext cx="110750" cy="110750"/>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p:spPr>
        </p:sp>
        <p:sp>
          <p:nvSpPr>
            <p:cNvPr id="55" name="TextBox 55"/>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grpSp>
        <p:nvGrpSpPr>
          <p:cNvPr id="56" name="Group 56"/>
          <p:cNvGrpSpPr/>
          <p:nvPr/>
        </p:nvGrpSpPr>
        <p:grpSpPr>
          <a:xfrm>
            <a:off x="15434100" y="973325"/>
            <a:ext cx="110750" cy="110750"/>
            <a:chOff x="0" y="0"/>
            <a:chExt cx="812800" cy="812800"/>
          </a:xfrm>
        </p:grpSpPr>
        <p:sp>
          <p:nvSpPr>
            <p:cNvPr id="57" name="Freeform 5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D5D7D5"/>
              </a:solidFill>
              <a:prstDash val="solid"/>
              <a:miter/>
            </a:ln>
          </p:spPr>
        </p:sp>
        <p:sp>
          <p:nvSpPr>
            <p:cNvPr id="58" name="TextBox 58"/>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6E332E"/>
        </a:solidFill>
        <a:effectLst/>
      </p:bgPr>
    </p:bg>
    <p:spTree>
      <p:nvGrpSpPr>
        <p:cNvPr id="1" name=""/>
        <p:cNvGrpSpPr/>
        <p:nvPr/>
      </p:nvGrpSpPr>
      <p:grpSpPr>
        <a:xfrm>
          <a:off x="0" y="0"/>
          <a:ext cx="0" cy="0"/>
          <a:chOff x="0" y="0"/>
          <a:chExt cx="0" cy="0"/>
        </a:xfrm>
      </p:grpSpPr>
      <p:grpSp>
        <p:nvGrpSpPr>
          <p:cNvPr id="2" name="Group 2"/>
          <p:cNvGrpSpPr/>
          <p:nvPr/>
        </p:nvGrpSpPr>
        <p:grpSpPr>
          <a:xfrm>
            <a:off x="-1312964" y="580144"/>
            <a:ext cx="6848350" cy="1595230"/>
            <a:chOff x="0" y="0"/>
            <a:chExt cx="1803681" cy="420143"/>
          </a:xfrm>
        </p:grpSpPr>
        <p:sp>
          <p:nvSpPr>
            <p:cNvPr id="3" name="Freeform 3"/>
            <p:cNvSpPr/>
            <p:nvPr/>
          </p:nvSpPr>
          <p:spPr>
            <a:xfrm>
              <a:off x="0" y="0"/>
              <a:ext cx="1803681" cy="420143"/>
            </a:xfrm>
            <a:custGeom>
              <a:avLst/>
              <a:gdLst/>
              <a:ahLst/>
              <a:cxnLst/>
              <a:rect l="l" t="t" r="r" b="b"/>
              <a:pathLst>
                <a:path w="1803681" h="420143">
                  <a:moveTo>
                    <a:pt x="113048" y="0"/>
                  </a:moveTo>
                  <a:lnTo>
                    <a:pt x="1690633" y="0"/>
                  </a:lnTo>
                  <a:cubicBezTo>
                    <a:pt x="1720615" y="0"/>
                    <a:pt x="1749369" y="11910"/>
                    <a:pt x="1770570" y="33111"/>
                  </a:cubicBezTo>
                  <a:cubicBezTo>
                    <a:pt x="1791770" y="54312"/>
                    <a:pt x="1803681" y="83066"/>
                    <a:pt x="1803681" y="113048"/>
                  </a:cubicBezTo>
                  <a:lnTo>
                    <a:pt x="1803681" y="307095"/>
                  </a:lnTo>
                  <a:cubicBezTo>
                    <a:pt x="1803681" y="337077"/>
                    <a:pt x="1791770" y="365831"/>
                    <a:pt x="1770570" y="387032"/>
                  </a:cubicBezTo>
                  <a:cubicBezTo>
                    <a:pt x="1749369" y="408233"/>
                    <a:pt x="1720615" y="420143"/>
                    <a:pt x="1690633" y="420143"/>
                  </a:cubicBezTo>
                  <a:lnTo>
                    <a:pt x="113048" y="420143"/>
                  </a:lnTo>
                  <a:cubicBezTo>
                    <a:pt x="83066" y="420143"/>
                    <a:pt x="54312" y="408233"/>
                    <a:pt x="33111" y="387032"/>
                  </a:cubicBezTo>
                  <a:cubicBezTo>
                    <a:pt x="11910" y="365831"/>
                    <a:pt x="0" y="337077"/>
                    <a:pt x="0" y="307095"/>
                  </a:cubicBezTo>
                  <a:lnTo>
                    <a:pt x="0" y="113048"/>
                  </a:lnTo>
                  <a:cubicBezTo>
                    <a:pt x="0" y="83066"/>
                    <a:pt x="11910" y="54312"/>
                    <a:pt x="33111" y="33111"/>
                  </a:cubicBezTo>
                  <a:cubicBezTo>
                    <a:pt x="54312" y="11910"/>
                    <a:pt x="83066" y="0"/>
                    <a:pt x="113048" y="0"/>
                  </a:cubicBezTo>
                  <a:close/>
                </a:path>
              </a:pathLst>
            </a:custGeom>
            <a:ln w="38100" cap="rnd">
              <a:solidFill>
                <a:srgbClr val="D5D7D5"/>
              </a:solidFill>
              <a:prstDash val="solid"/>
              <a:round/>
            </a:ln>
          </p:spPr>
        </p:sp>
        <p:sp>
          <p:nvSpPr>
            <p:cNvPr id="4" name="TextBox 4"/>
            <p:cNvSpPr txBox="1"/>
            <p:nvPr/>
          </p:nvSpPr>
          <p:spPr>
            <a:xfrm>
              <a:off x="0" y="-28575"/>
              <a:ext cx="1803681" cy="44871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832684" y="973325"/>
            <a:ext cx="110750" cy="11075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D5D7D5"/>
              </a:solidFill>
              <a:prstDash val="solid"/>
              <a:miter/>
            </a:ln>
          </p:spPr>
        </p:sp>
        <p:sp>
          <p:nvSpPr>
            <p:cNvPr id="7" name="TextBox 7"/>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8" name="TextBox 8"/>
          <p:cNvSpPr txBox="1"/>
          <p:nvPr/>
        </p:nvSpPr>
        <p:spPr>
          <a:xfrm>
            <a:off x="1028700" y="1152525"/>
            <a:ext cx="3846771" cy="574294"/>
          </a:xfrm>
          <a:prstGeom prst="rect">
            <a:avLst/>
          </a:prstGeom>
        </p:spPr>
        <p:txBody>
          <a:bodyPr lIns="0" tIns="0" rIns="0" bIns="0" rtlCol="0" anchor="t">
            <a:spAutoFit/>
          </a:bodyPr>
          <a:lstStyle/>
          <a:p>
            <a:pPr algn="l">
              <a:lnSpc>
                <a:spcPts val="4012"/>
              </a:lnSpc>
            </a:pPr>
            <a:r>
              <a:rPr lang="en-US" sz="4612" b="1">
                <a:solidFill>
                  <a:srgbClr val="FFFFFF"/>
                </a:solidFill>
                <a:latin typeface="Neue Machina Ultra-Bold"/>
                <a:ea typeface="Neue Machina Ultra-Bold"/>
                <a:cs typeface="Neue Machina Ultra-Bold"/>
                <a:sym typeface="Neue Machina Ultra-Bold"/>
              </a:rPr>
              <a:t>Abstract</a:t>
            </a:r>
          </a:p>
        </p:txBody>
      </p:sp>
      <p:sp>
        <p:nvSpPr>
          <p:cNvPr id="9" name="AutoShape 9"/>
          <p:cNvSpPr/>
          <p:nvPr/>
        </p:nvSpPr>
        <p:spPr>
          <a:xfrm>
            <a:off x="-1117835" y="9220026"/>
            <a:ext cx="6743748" cy="0"/>
          </a:xfrm>
          <a:prstGeom prst="line">
            <a:avLst/>
          </a:prstGeom>
          <a:ln w="38100" cap="flat">
            <a:solidFill>
              <a:srgbClr val="D5D7D5"/>
            </a:solidFill>
            <a:prstDash val="solid"/>
            <a:headEnd type="none" w="sm" len="sm"/>
            <a:tailEnd type="oval" w="lg" len="lg"/>
          </a:ln>
        </p:spPr>
      </p:sp>
      <p:sp>
        <p:nvSpPr>
          <p:cNvPr id="10" name="AutoShape 10"/>
          <p:cNvSpPr/>
          <p:nvPr/>
        </p:nvSpPr>
        <p:spPr>
          <a:xfrm flipH="1">
            <a:off x="12662087" y="9220026"/>
            <a:ext cx="6743748" cy="0"/>
          </a:xfrm>
          <a:prstGeom prst="line">
            <a:avLst/>
          </a:prstGeom>
          <a:ln w="38100" cap="flat">
            <a:solidFill>
              <a:srgbClr val="D5D7D5"/>
            </a:solidFill>
            <a:prstDash val="solid"/>
            <a:headEnd type="none" w="sm" len="sm"/>
            <a:tailEnd type="oval" w="lg" len="lg"/>
          </a:ln>
        </p:spPr>
      </p:sp>
      <p:sp>
        <p:nvSpPr>
          <p:cNvPr id="11" name="TextBox 11"/>
          <p:cNvSpPr txBox="1"/>
          <p:nvPr/>
        </p:nvSpPr>
        <p:spPr>
          <a:xfrm>
            <a:off x="6562845" y="9012063"/>
            <a:ext cx="5162309" cy="358775"/>
          </a:xfrm>
          <a:prstGeom prst="rect">
            <a:avLst/>
          </a:prstGeom>
        </p:spPr>
        <p:txBody>
          <a:bodyPr lIns="0" tIns="0" rIns="0" bIns="0" rtlCol="0" anchor="t">
            <a:spAutoFit/>
          </a:bodyPr>
          <a:lstStyle/>
          <a:p>
            <a:pPr algn="ctr">
              <a:lnSpc>
                <a:spcPts val="2800"/>
              </a:lnSpc>
            </a:pPr>
            <a:r>
              <a:rPr lang="en-US" sz="2000">
                <a:solidFill>
                  <a:srgbClr val="FFFFFF"/>
                </a:solidFill>
                <a:latin typeface="Neue Machina"/>
                <a:ea typeface="Neue Machina"/>
                <a:cs typeface="Neue Machina"/>
                <a:sym typeface="Neue Machina"/>
              </a:rPr>
              <a:t>Drew Feig | Chemistry 2023</a:t>
            </a:r>
          </a:p>
        </p:txBody>
      </p:sp>
      <p:sp>
        <p:nvSpPr>
          <p:cNvPr id="12" name="TextBox 12"/>
          <p:cNvSpPr txBox="1"/>
          <p:nvPr/>
        </p:nvSpPr>
        <p:spPr>
          <a:xfrm>
            <a:off x="15888059" y="820738"/>
            <a:ext cx="1371241" cy="358775"/>
          </a:xfrm>
          <a:prstGeom prst="rect">
            <a:avLst/>
          </a:prstGeom>
        </p:spPr>
        <p:txBody>
          <a:bodyPr lIns="0" tIns="0" rIns="0" bIns="0" rtlCol="0" anchor="t">
            <a:spAutoFit/>
          </a:bodyPr>
          <a:lstStyle/>
          <a:p>
            <a:pPr algn="r">
              <a:lnSpc>
                <a:spcPts val="2800"/>
              </a:lnSpc>
            </a:pPr>
            <a:r>
              <a:rPr lang="en-US" sz="2000">
                <a:solidFill>
                  <a:srgbClr val="FFFFFF"/>
                </a:solidFill>
                <a:latin typeface="Neue Machina"/>
                <a:ea typeface="Neue Machina"/>
                <a:cs typeface="Neue Machina"/>
                <a:sym typeface="Neue Machina"/>
              </a:rPr>
              <a:t>Page 03</a:t>
            </a:r>
          </a:p>
        </p:txBody>
      </p:sp>
      <p:grpSp>
        <p:nvGrpSpPr>
          <p:cNvPr id="13" name="Group 13"/>
          <p:cNvGrpSpPr/>
          <p:nvPr/>
        </p:nvGrpSpPr>
        <p:grpSpPr>
          <a:xfrm>
            <a:off x="15633392" y="973325"/>
            <a:ext cx="110750" cy="11075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p:spPr>
        </p:sp>
        <p:sp>
          <p:nvSpPr>
            <p:cNvPr id="15" name="TextBox 15"/>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grpSp>
        <p:nvGrpSpPr>
          <p:cNvPr id="16" name="Group 16"/>
          <p:cNvGrpSpPr/>
          <p:nvPr/>
        </p:nvGrpSpPr>
        <p:grpSpPr>
          <a:xfrm>
            <a:off x="15434100" y="973325"/>
            <a:ext cx="110750" cy="110750"/>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D5D7D5"/>
              </a:solidFill>
              <a:prstDash val="solid"/>
              <a:miter/>
            </a:ln>
          </p:spPr>
        </p:sp>
        <p:sp>
          <p:nvSpPr>
            <p:cNvPr id="18" name="TextBox 18"/>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19" name="TextBox 19"/>
          <p:cNvSpPr txBox="1"/>
          <p:nvPr/>
        </p:nvSpPr>
        <p:spPr>
          <a:xfrm>
            <a:off x="3387302" y="3275054"/>
            <a:ext cx="11513395" cy="4646855"/>
          </a:xfrm>
          <a:prstGeom prst="rect">
            <a:avLst/>
          </a:prstGeom>
        </p:spPr>
        <p:txBody>
          <a:bodyPr lIns="0" tIns="0" rIns="0" bIns="0" rtlCol="0" anchor="t">
            <a:spAutoFit/>
          </a:bodyPr>
          <a:lstStyle/>
          <a:p>
            <a:pPr algn="ctr">
              <a:lnSpc>
                <a:spcPts val="3749"/>
              </a:lnSpc>
            </a:pPr>
            <a:r>
              <a:rPr lang="en-US" sz="2677">
                <a:solidFill>
                  <a:srgbClr val="FFFFFF"/>
                </a:solidFill>
                <a:latin typeface="DM Sans"/>
                <a:ea typeface="DM Sans"/>
                <a:cs typeface="DM Sans"/>
                <a:sym typeface="DM Sans"/>
              </a:rPr>
              <a:t>Lorem ipsum dolor sit amet, consectetur adipiscing elit. Aliquam quis nunc dolor. Suspendisse nisi dolor, congue vel consectetur sed, rhoncus non augue. Morbi quis purus in elit interdum venenatis. Suspendisse pharetra rhoncus velit eget tempor.</a:t>
            </a:r>
          </a:p>
          <a:p>
            <a:pPr algn="ctr">
              <a:lnSpc>
                <a:spcPts val="3749"/>
              </a:lnSpc>
            </a:pPr>
            <a:endParaRPr lang="en-US" sz="2677">
              <a:solidFill>
                <a:srgbClr val="FFFFFF"/>
              </a:solidFill>
              <a:latin typeface="DM Sans"/>
              <a:ea typeface="DM Sans"/>
              <a:cs typeface="DM Sans"/>
              <a:sym typeface="DM Sans"/>
            </a:endParaRPr>
          </a:p>
          <a:p>
            <a:pPr algn="ctr">
              <a:lnSpc>
                <a:spcPts val="3749"/>
              </a:lnSpc>
            </a:pPr>
            <a:r>
              <a:rPr lang="en-US" sz="2677">
                <a:solidFill>
                  <a:srgbClr val="FFFFFF"/>
                </a:solidFill>
                <a:latin typeface="DM Sans"/>
                <a:ea typeface="DM Sans"/>
                <a:cs typeface="DM Sans"/>
                <a:sym typeface="DM Sans"/>
              </a:rPr>
              <a:t>Duis luctus, sem eu mollis sodales, arcu elit consequat erat, laoreet condimentum urna ex ac ipsum. Donec nulla ante, tempus eget augue non, tincidunt tincidunt dolor. Nullam scelerisque tortor sit amet dui semper, nec pulvinar lectus pretium. Vivamus nisi ipsum, placerat non gravida et, placerat nec felis. Duis porttitor dignissim augue a vehicula.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5D7D5"/>
        </a:solidFill>
        <a:effectLst/>
      </p:bgPr>
    </p:bg>
    <p:spTree>
      <p:nvGrpSpPr>
        <p:cNvPr id="1" name=""/>
        <p:cNvGrpSpPr/>
        <p:nvPr/>
      </p:nvGrpSpPr>
      <p:grpSpPr>
        <a:xfrm>
          <a:off x="0" y="0"/>
          <a:ext cx="0" cy="0"/>
          <a:chOff x="0" y="0"/>
          <a:chExt cx="0" cy="0"/>
        </a:xfrm>
      </p:grpSpPr>
      <p:grpSp>
        <p:nvGrpSpPr>
          <p:cNvPr id="2" name="Group 2"/>
          <p:cNvGrpSpPr/>
          <p:nvPr/>
        </p:nvGrpSpPr>
        <p:grpSpPr>
          <a:xfrm>
            <a:off x="-1312964" y="580144"/>
            <a:ext cx="7612256" cy="1595230"/>
            <a:chOff x="0" y="0"/>
            <a:chExt cx="2004874" cy="420143"/>
          </a:xfrm>
        </p:grpSpPr>
        <p:sp>
          <p:nvSpPr>
            <p:cNvPr id="3" name="Freeform 3"/>
            <p:cNvSpPr/>
            <p:nvPr/>
          </p:nvSpPr>
          <p:spPr>
            <a:xfrm>
              <a:off x="0" y="0"/>
              <a:ext cx="2004874" cy="420143"/>
            </a:xfrm>
            <a:custGeom>
              <a:avLst/>
              <a:gdLst/>
              <a:ahLst/>
              <a:cxnLst/>
              <a:rect l="l" t="t" r="r" b="b"/>
              <a:pathLst>
                <a:path w="2004874" h="420143">
                  <a:moveTo>
                    <a:pt x="101703" y="0"/>
                  </a:moveTo>
                  <a:lnTo>
                    <a:pt x="1903171" y="0"/>
                  </a:lnTo>
                  <a:cubicBezTo>
                    <a:pt x="1959340" y="0"/>
                    <a:pt x="2004874" y="45534"/>
                    <a:pt x="2004874" y="101703"/>
                  </a:cubicBezTo>
                  <a:lnTo>
                    <a:pt x="2004874" y="318440"/>
                  </a:lnTo>
                  <a:cubicBezTo>
                    <a:pt x="2004874" y="345413"/>
                    <a:pt x="1994159" y="371282"/>
                    <a:pt x="1975086" y="390355"/>
                  </a:cubicBezTo>
                  <a:cubicBezTo>
                    <a:pt x="1956013" y="409428"/>
                    <a:pt x="1930144" y="420143"/>
                    <a:pt x="1903171" y="420143"/>
                  </a:cubicBezTo>
                  <a:lnTo>
                    <a:pt x="101703" y="420143"/>
                  </a:lnTo>
                  <a:cubicBezTo>
                    <a:pt x="74730" y="420143"/>
                    <a:pt x="48861" y="409428"/>
                    <a:pt x="29788" y="390355"/>
                  </a:cubicBezTo>
                  <a:cubicBezTo>
                    <a:pt x="10715" y="371282"/>
                    <a:pt x="0" y="345413"/>
                    <a:pt x="0" y="318440"/>
                  </a:cubicBezTo>
                  <a:lnTo>
                    <a:pt x="0" y="101703"/>
                  </a:lnTo>
                  <a:cubicBezTo>
                    <a:pt x="0" y="74730"/>
                    <a:pt x="10715" y="48861"/>
                    <a:pt x="29788" y="29788"/>
                  </a:cubicBezTo>
                  <a:cubicBezTo>
                    <a:pt x="48861" y="10715"/>
                    <a:pt x="74730" y="0"/>
                    <a:pt x="101703" y="0"/>
                  </a:cubicBezTo>
                  <a:close/>
                </a:path>
              </a:pathLst>
            </a:custGeom>
            <a:ln w="38100" cap="rnd">
              <a:solidFill>
                <a:srgbClr val="6E332E"/>
              </a:solidFill>
              <a:prstDash val="solid"/>
              <a:round/>
            </a:ln>
          </p:spPr>
        </p:sp>
        <p:sp>
          <p:nvSpPr>
            <p:cNvPr id="4" name="TextBox 4"/>
            <p:cNvSpPr txBox="1"/>
            <p:nvPr/>
          </p:nvSpPr>
          <p:spPr>
            <a:xfrm>
              <a:off x="0" y="-28575"/>
              <a:ext cx="2004874" cy="44871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832684" y="973325"/>
            <a:ext cx="110750" cy="11075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a:ln w="19050" cap="sq">
              <a:solidFill>
                <a:srgbClr val="6E332E"/>
              </a:solidFill>
              <a:prstDash val="solid"/>
              <a:miter/>
            </a:ln>
          </p:spPr>
        </p:sp>
        <p:sp>
          <p:nvSpPr>
            <p:cNvPr id="7" name="TextBox 7"/>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8" name="AutoShape 8"/>
          <p:cNvSpPr/>
          <p:nvPr/>
        </p:nvSpPr>
        <p:spPr>
          <a:xfrm>
            <a:off x="-1117835" y="9220026"/>
            <a:ext cx="6743748" cy="0"/>
          </a:xfrm>
          <a:prstGeom prst="line">
            <a:avLst/>
          </a:prstGeom>
          <a:ln w="38100" cap="flat">
            <a:solidFill>
              <a:srgbClr val="6E332E"/>
            </a:solidFill>
            <a:prstDash val="solid"/>
            <a:headEnd type="none" w="sm" len="sm"/>
            <a:tailEnd type="oval" w="lg" len="lg"/>
          </a:ln>
        </p:spPr>
      </p:sp>
      <p:sp>
        <p:nvSpPr>
          <p:cNvPr id="9" name="AutoShape 9"/>
          <p:cNvSpPr/>
          <p:nvPr/>
        </p:nvSpPr>
        <p:spPr>
          <a:xfrm flipH="1">
            <a:off x="12662087" y="9220026"/>
            <a:ext cx="6743748" cy="0"/>
          </a:xfrm>
          <a:prstGeom prst="line">
            <a:avLst/>
          </a:prstGeom>
          <a:ln w="38100" cap="flat">
            <a:solidFill>
              <a:srgbClr val="6E332E"/>
            </a:solidFill>
            <a:prstDash val="solid"/>
            <a:headEnd type="none" w="sm" len="sm"/>
            <a:tailEnd type="oval" w="lg" len="lg"/>
          </a:ln>
        </p:spPr>
      </p:sp>
      <p:grpSp>
        <p:nvGrpSpPr>
          <p:cNvPr id="10" name="Group 10"/>
          <p:cNvGrpSpPr/>
          <p:nvPr/>
        </p:nvGrpSpPr>
        <p:grpSpPr>
          <a:xfrm>
            <a:off x="15633392" y="973325"/>
            <a:ext cx="110750" cy="11075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332E"/>
            </a:solidFill>
          </p:spPr>
        </p:sp>
        <p:sp>
          <p:nvSpPr>
            <p:cNvPr id="12" name="TextBox 12"/>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grpSp>
        <p:nvGrpSpPr>
          <p:cNvPr id="13" name="Group 13"/>
          <p:cNvGrpSpPr/>
          <p:nvPr/>
        </p:nvGrpSpPr>
        <p:grpSpPr>
          <a:xfrm>
            <a:off x="15434100" y="973325"/>
            <a:ext cx="110750" cy="11075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a:ln w="19050" cap="sq">
              <a:solidFill>
                <a:srgbClr val="6E332E"/>
              </a:solidFill>
              <a:prstDash val="solid"/>
              <a:miter/>
            </a:ln>
          </p:spPr>
        </p:sp>
        <p:sp>
          <p:nvSpPr>
            <p:cNvPr id="15" name="TextBox 15"/>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16" name="Freeform 16"/>
          <p:cNvSpPr/>
          <p:nvPr/>
        </p:nvSpPr>
        <p:spPr>
          <a:xfrm>
            <a:off x="9062159" y="3352208"/>
            <a:ext cx="6814518" cy="4540173"/>
          </a:xfrm>
          <a:custGeom>
            <a:avLst/>
            <a:gdLst/>
            <a:ahLst/>
            <a:cxnLst/>
            <a:rect l="l" t="t" r="r" b="b"/>
            <a:pathLst>
              <a:path w="6814518" h="4540173">
                <a:moveTo>
                  <a:pt x="0" y="0"/>
                </a:moveTo>
                <a:lnTo>
                  <a:pt x="6814518" y="0"/>
                </a:lnTo>
                <a:lnTo>
                  <a:pt x="6814518" y="4540172"/>
                </a:lnTo>
                <a:lnTo>
                  <a:pt x="0" y="4540172"/>
                </a:lnTo>
                <a:lnTo>
                  <a:pt x="0" y="0"/>
                </a:lnTo>
                <a:close/>
              </a:path>
            </a:pathLst>
          </a:custGeom>
          <a:blipFill>
            <a:blip r:embed="rId2"/>
            <a:stretch>
              <a:fillRect/>
            </a:stretch>
          </a:blipFill>
        </p:spPr>
      </p:sp>
      <p:sp>
        <p:nvSpPr>
          <p:cNvPr id="17" name="TextBox 17"/>
          <p:cNvSpPr txBox="1"/>
          <p:nvPr/>
        </p:nvSpPr>
        <p:spPr>
          <a:xfrm>
            <a:off x="1028700" y="1152525"/>
            <a:ext cx="4506686" cy="574294"/>
          </a:xfrm>
          <a:prstGeom prst="rect">
            <a:avLst/>
          </a:prstGeom>
        </p:spPr>
        <p:txBody>
          <a:bodyPr lIns="0" tIns="0" rIns="0" bIns="0" rtlCol="0" anchor="t">
            <a:spAutoFit/>
          </a:bodyPr>
          <a:lstStyle/>
          <a:p>
            <a:pPr algn="l">
              <a:lnSpc>
                <a:spcPts val="4012"/>
              </a:lnSpc>
            </a:pPr>
            <a:r>
              <a:rPr lang="en-US" sz="4612" b="1">
                <a:solidFill>
                  <a:srgbClr val="6E332E"/>
                </a:solidFill>
                <a:latin typeface="Neue Machina Ultra-Bold"/>
                <a:ea typeface="Neue Machina Ultra-Bold"/>
                <a:cs typeface="Neue Machina Ultra-Bold"/>
                <a:sym typeface="Neue Machina Ultra-Bold"/>
              </a:rPr>
              <a:t>Introduction</a:t>
            </a:r>
          </a:p>
        </p:txBody>
      </p:sp>
      <p:sp>
        <p:nvSpPr>
          <p:cNvPr id="18" name="TextBox 18"/>
          <p:cNvSpPr txBox="1"/>
          <p:nvPr/>
        </p:nvSpPr>
        <p:spPr>
          <a:xfrm>
            <a:off x="6562845" y="9012063"/>
            <a:ext cx="5162309" cy="358775"/>
          </a:xfrm>
          <a:prstGeom prst="rect">
            <a:avLst/>
          </a:prstGeom>
        </p:spPr>
        <p:txBody>
          <a:bodyPr lIns="0" tIns="0" rIns="0" bIns="0" rtlCol="0" anchor="t">
            <a:spAutoFit/>
          </a:bodyPr>
          <a:lstStyle/>
          <a:p>
            <a:pPr algn="ctr">
              <a:lnSpc>
                <a:spcPts val="2800"/>
              </a:lnSpc>
            </a:pPr>
            <a:r>
              <a:rPr lang="en-US" sz="2000">
                <a:solidFill>
                  <a:srgbClr val="6E332E"/>
                </a:solidFill>
                <a:latin typeface="Neue Machina"/>
                <a:ea typeface="Neue Machina"/>
                <a:cs typeface="Neue Machina"/>
                <a:sym typeface="Neue Machina"/>
              </a:rPr>
              <a:t>Chemistry 2023 | Borcelle University</a:t>
            </a:r>
          </a:p>
        </p:txBody>
      </p:sp>
      <p:sp>
        <p:nvSpPr>
          <p:cNvPr id="19" name="TextBox 19"/>
          <p:cNvSpPr txBox="1"/>
          <p:nvPr/>
        </p:nvSpPr>
        <p:spPr>
          <a:xfrm>
            <a:off x="16029159" y="820738"/>
            <a:ext cx="1230141" cy="358775"/>
          </a:xfrm>
          <a:prstGeom prst="rect">
            <a:avLst/>
          </a:prstGeom>
        </p:spPr>
        <p:txBody>
          <a:bodyPr lIns="0" tIns="0" rIns="0" bIns="0" rtlCol="0" anchor="t">
            <a:spAutoFit/>
          </a:bodyPr>
          <a:lstStyle/>
          <a:p>
            <a:pPr algn="r">
              <a:lnSpc>
                <a:spcPts val="2800"/>
              </a:lnSpc>
            </a:pPr>
            <a:r>
              <a:rPr lang="en-US" sz="2000">
                <a:solidFill>
                  <a:srgbClr val="6E332E"/>
                </a:solidFill>
                <a:latin typeface="Neue Machina"/>
                <a:ea typeface="Neue Machina"/>
                <a:cs typeface="Neue Machina"/>
                <a:sym typeface="Neue Machina"/>
              </a:rPr>
              <a:t>Page 04</a:t>
            </a:r>
          </a:p>
        </p:txBody>
      </p:sp>
      <p:sp>
        <p:nvSpPr>
          <p:cNvPr id="20" name="TextBox 20"/>
          <p:cNvSpPr txBox="1"/>
          <p:nvPr/>
        </p:nvSpPr>
        <p:spPr>
          <a:xfrm>
            <a:off x="2411323" y="3465699"/>
            <a:ext cx="6310626" cy="4265565"/>
          </a:xfrm>
          <a:prstGeom prst="rect">
            <a:avLst/>
          </a:prstGeom>
        </p:spPr>
        <p:txBody>
          <a:bodyPr lIns="0" tIns="0" rIns="0" bIns="0" rtlCol="0" anchor="t">
            <a:spAutoFit/>
          </a:bodyPr>
          <a:lstStyle/>
          <a:p>
            <a:pPr algn="l">
              <a:lnSpc>
                <a:spcPts val="3765"/>
              </a:lnSpc>
            </a:pPr>
            <a:r>
              <a:rPr lang="en-US" sz="2689">
                <a:solidFill>
                  <a:srgbClr val="6E332E"/>
                </a:solidFill>
                <a:latin typeface="DM Sans"/>
                <a:ea typeface="DM Sans"/>
                <a:cs typeface="DM Sans"/>
                <a:sym typeface="DM Sans"/>
              </a:rPr>
              <a:t>Lorem ipsum dolor sit amet, consectetur adipiscing elit. Sed tincidunt ac turpis vel cursus. Integer nec odio. Praesent libero. Sed cursus ante dapibus diam. Sed nisi.</a:t>
            </a:r>
          </a:p>
          <a:p>
            <a:pPr algn="l">
              <a:lnSpc>
                <a:spcPts val="3765"/>
              </a:lnSpc>
            </a:pPr>
            <a:r>
              <a:rPr lang="en-US" sz="2689">
                <a:solidFill>
                  <a:srgbClr val="6E332E"/>
                </a:solidFill>
                <a:latin typeface="DM Sans"/>
                <a:ea typeface="DM Sans"/>
                <a:cs typeface="DM Sans"/>
                <a:sym typeface="DM Sans"/>
              </a:rPr>
              <a:t>Nulla quis sem at nibh elementum imperdiet. Duis sagittis ipsum. Praesent mauris. Fusce nec tellus sed augue semper porta. Mauris massa.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E332E"/>
        </a:solidFill>
        <a:effectLst/>
      </p:bgPr>
    </p:bg>
    <p:spTree>
      <p:nvGrpSpPr>
        <p:cNvPr id="1" name=""/>
        <p:cNvGrpSpPr/>
        <p:nvPr/>
      </p:nvGrpSpPr>
      <p:grpSpPr>
        <a:xfrm>
          <a:off x="0" y="0"/>
          <a:ext cx="0" cy="0"/>
          <a:chOff x="0" y="0"/>
          <a:chExt cx="0" cy="0"/>
        </a:xfrm>
      </p:grpSpPr>
      <p:grpSp>
        <p:nvGrpSpPr>
          <p:cNvPr id="2" name="Group 2"/>
          <p:cNvGrpSpPr/>
          <p:nvPr/>
        </p:nvGrpSpPr>
        <p:grpSpPr>
          <a:xfrm>
            <a:off x="-1312964" y="580144"/>
            <a:ext cx="6848350" cy="1595230"/>
            <a:chOff x="0" y="0"/>
            <a:chExt cx="1803681" cy="420143"/>
          </a:xfrm>
        </p:grpSpPr>
        <p:sp>
          <p:nvSpPr>
            <p:cNvPr id="3" name="Freeform 3"/>
            <p:cNvSpPr/>
            <p:nvPr/>
          </p:nvSpPr>
          <p:spPr>
            <a:xfrm>
              <a:off x="0" y="0"/>
              <a:ext cx="1803681" cy="420143"/>
            </a:xfrm>
            <a:custGeom>
              <a:avLst/>
              <a:gdLst/>
              <a:ahLst/>
              <a:cxnLst/>
              <a:rect l="l" t="t" r="r" b="b"/>
              <a:pathLst>
                <a:path w="1803681" h="420143">
                  <a:moveTo>
                    <a:pt x="113048" y="0"/>
                  </a:moveTo>
                  <a:lnTo>
                    <a:pt x="1690633" y="0"/>
                  </a:lnTo>
                  <a:cubicBezTo>
                    <a:pt x="1720615" y="0"/>
                    <a:pt x="1749369" y="11910"/>
                    <a:pt x="1770570" y="33111"/>
                  </a:cubicBezTo>
                  <a:cubicBezTo>
                    <a:pt x="1791770" y="54312"/>
                    <a:pt x="1803681" y="83066"/>
                    <a:pt x="1803681" y="113048"/>
                  </a:cubicBezTo>
                  <a:lnTo>
                    <a:pt x="1803681" y="307095"/>
                  </a:lnTo>
                  <a:cubicBezTo>
                    <a:pt x="1803681" y="337077"/>
                    <a:pt x="1791770" y="365831"/>
                    <a:pt x="1770570" y="387032"/>
                  </a:cubicBezTo>
                  <a:cubicBezTo>
                    <a:pt x="1749369" y="408233"/>
                    <a:pt x="1720615" y="420143"/>
                    <a:pt x="1690633" y="420143"/>
                  </a:cubicBezTo>
                  <a:lnTo>
                    <a:pt x="113048" y="420143"/>
                  </a:lnTo>
                  <a:cubicBezTo>
                    <a:pt x="83066" y="420143"/>
                    <a:pt x="54312" y="408233"/>
                    <a:pt x="33111" y="387032"/>
                  </a:cubicBezTo>
                  <a:cubicBezTo>
                    <a:pt x="11910" y="365831"/>
                    <a:pt x="0" y="337077"/>
                    <a:pt x="0" y="307095"/>
                  </a:cubicBezTo>
                  <a:lnTo>
                    <a:pt x="0" y="113048"/>
                  </a:lnTo>
                  <a:cubicBezTo>
                    <a:pt x="0" y="83066"/>
                    <a:pt x="11910" y="54312"/>
                    <a:pt x="33111" y="33111"/>
                  </a:cubicBezTo>
                  <a:cubicBezTo>
                    <a:pt x="54312" y="11910"/>
                    <a:pt x="83066" y="0"/>
                    <a:pt x="113048" y="0"/>
                  </a:cubicBezTo>
                  <a:close/>
                </a:path>
              </a:pathLst>
            </a:custGeom>
            <a:ln w="38100" cap="rnd">
              <a:solidFill>
                <a:srgbClr val="D5D7D5"/>
              </a:solidFill>
              <a:prstDash val="solid"/>
              <a:round/>
            </a:ln>
          </p:spPr>
        </p:sp>
        <p:sp>
          <p:nvSpPr>
            <p:cNvPr id="4" name="TextBox 4"/>
            <p:cNvSpPr txBox="1"/>
            <p:nvPr/>
          </p:nvSpPr>
          <p:spPr>
            <a:xfrm>
              <a:off x="0" y="-28575"/>
              <a:ext cx="1803681" cy="44871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832684" y="973325"/>
            <a:ext cx="110750" cy="11075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D5D7D5"/>
              </a:solidFill>
              <a:prstDash val="solid"/>
              <a:miter/>
            </a:ln>
          </p:spPr>
        </p:sp>
        <p:sp>
          <p:nvSpPr>
            <p:cNvPr id="7" name="TextBox 7"/>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8" name="TextBox 8"/>
          <p:cNvSpPr txBox="1"/>
          <p:nvPr/>
        </p:nvSpPr>
        <p:spPr>
          <a:xfrm>
            <a:off x="1028700" y="1152525"/>
            <a:ext cx="3846771" cy="574294"/>
          </a:xfrm>
          <a:prstGeom prst="rect">
            <a:avLst/>
          </a:prstGeom>
        </p:spPr>
        <p:txBody>
          <a:bodyPr lIns="0" tIns="0" rIns="0" bIns="0" rtlCol="0" anchor="t">
            <a:spAutoFit/>
          </a:bodyPr>
          <a:lstStyle/>
          <a:p>
            <a:pPr algn="l">
              <a:lnSpc>
                <a:spcPts val="4012"/>
              </a:lnSpc>
            </a:pPr>
            <a:r>
              <a:rPr lang="en-US" sz="4612" b="1">
                <a:solidFill>
                  <a:srgbClr val="FFFFFF"/>
                </a:solidFill>
                <a:latin typeface="Neue Machina Ultra-Bold"/>
                <a:ea typeface="Neue Machina Ultra-Bold"/>
                <a:cs typeface="Neue Machina Ultra-Bold"/>
                <a:sym typeface="Neue Machina Ultra-Bold"/>
              </a:rPr>
              <a:t>Problem</a:t>
            </a:r>
          </a:p>
        </p:txBody>
      </p:sp>
      <p:sp>
        <p:nvSpPr>
          <p:cNvPr id="9" name="AutoShape 9"/>
          <p:cNvSpPr/>
          <p:nvPr/>
        </p:nvSpPr>
        <p:spPr>
          <a:xfrm>
            <a:off x="-1117835" y="9220026"/>
            <a:ext cx="6743748" cy="0"/>
          </a:xfrm>
          <a:prstGeom prst="line">
            <a:avLst/>
          </a:prstGeom>
          <a:ln w="38100" cap="flat">
            <a:solidFill>
              <a:srgbClr val="D5D7D5"/>
            </a:solidFill>
            <a:prstDash val="solid"/>
            <a:headEnd type="none" w="sm" len="sm"/>
            <a:tailEnd type="oval" w="lg" len="lg"/>
          </a:ln>
        </p:spPr>
      </p:sp>
      <p:sp>
        <p:nvSpPr>
          <p:cNvPr id="10" name="AutoShape 10"/>
          <p:cNvSpPr/>
          <p:nvPr/>
        </p:nvSpPr>
        <p:spPr>
          <a:xfrm flipH="1">
            <a:off x="12662087" y="9220026"/>
            <a:ext cx="6743748" cy="0"/>
          </a:xfrm>
          <a:prstGeom prst="line">
            <a:avLst/>
          </a:prstGeom>
          <a:ln w="38100" cap="flat">
            <a:solidFill>
              <a:srgbClr val="D5D7D5"/>
            </a:solidFill>
            <a:prstDash val="solid"/>
            <a:headEnd type="none" w="sm" len="sm"/>
            <a:tailEnd type="oval" w="lg" len="lg"/>
          </a:ln>
        </p:spPr>
      </p:sp>
      <p:sp>
        <p:nvSpPr>
          <p:cNvPr id="11" name="TextBox 11"/>
          <p:cNvSpPr txBox="1"/>
          <p:nvPr/>
        </p:nvSpPr>
        <p:spPr>
          <a:xfrm>
            <a:off x="6562845" y="9012063"/>
            <a:ext cx="5162309" cy="358775"/>
          </a:xfrm>
          <a:prstGeom prst="rect">
            <a:avLst/>
          </a:prstGeom>
        </p:spPr>
        <p:txBody>
          <a:bodyPr lIns="0" tIns="0" rIns="0" bIns="0" rtlCol="0" anchor="t">
            <a:spAutoFit/>
          </a:bodyPr>
          <a:lstStyle/>
          <a:p>
            <a:pPr algn="ctr">
              <a:lnSpc>
                <a:spcPts val="2800"/>
              </a:lnSpc>
            </a:pPr>
            <a:r>
              <a:rPr lang="en-US" sz="2000">
                <a:solidFill>
                  <a:srgbClr val="FFFFFF"/>
                </a:solidFill>
                <a:latin typeface="Neue Machina"/>
                <a:ea typeface="Neue Machina"/>
                <a:cs typeface="Neue Machina"/>
                <a:sym typeface="Neue Machina"/>
              </a:rPr>
              <a:t>Drew Feig | Chemistry 2023</a:t>
            </a:r>
          </a:p>
        </p:txBody>
      </p:sp>
      <p:sp>
        <p:nvSpPr>
          <p:cNvPr id="12" name="TextBox 12"/>
          <p:cNvSpPr txBox="1"/>
          <p:nvPr/>
        </p:nvSpPr>
        <p:spPr>
          <a:xfrm>
            <a:off x="15888059" y="820738"/>
            <a:ext cx="1371241" cy="358775"/>
          </a:xfrm>
          <a:prstGeom prst="rect">
            <a:avLst/>
          </a:prstGeom>
        </p:spPr>
        <p:txBody>
          <a:bodyPr lIns="0" tIns="0" rIns="0" bIns="0" rtlCol="0" anchor="t">
            <a:spAutoFit/>
          </a:bodyPr>
          <a:lstStyle/>
          <a:p>
            <a:pPr algn="r">
              <a:lnSpc>
                <a:spcPts val="2800"/>
              </a:lnSpc>
            </a:pPr>
            <a:r>
              <a:rPr lang="en-US" sz="2000">
                <a:solidFill>
                  <a:srgbClr val="FFFFFF"/>
                </a:solidFill>
                <a:latin typeface="Neue Machina"/>
                <a:ea typeface="Neue Machina"/>
                <a:cs typeface="Neue Machina"/>
                <a:sym typeface="Neue Machina"/>
              </a:rPr>
              <a:t>Page 05</a:t>
            </a:r>
          </a:p>
        </p:txBody>
      </p:sp>
      <p:grpSp>
        <p:nvGrpSpPr>
          <p:cNvPr id="13" name="Group 13"/>
          <p:cNvGrpSpPr/>
          <p:nvPr/>
        </p:nvGrpSpPr>
        <p:grpSpPr>
          <a:xfrm>
            <a:off x="15633392" y="973325"/>
            <a:ext cx="110750" cy="11075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p:spPr>
        </p:sp>
        <p:sp>
          <p:nvSpPr>
            <p:cNvPr id="15" name="TextBox 15"/>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grpSp>
        <p:nvGrpSpPr>
          <p:cNvPr id="16" name="Group 16"/>
          <p:cNvGrpSpPr/>
          <p:nvPr/>
        </p:nvGrpSpPr>
        <p:grpSpPr>
          <a:xfrm>
            <a:off x="15434100" y="973325"/>
            <a:ext cx="110750" cy="110750"/>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D5D7D5"/>
              </a:solidFill>
              <a:prstDash val="solid"/>
              <a:miter/>
            </a:ln>
          </p:spPr>
        </p:sp>
        <p:sp>
          <p:nvSpPr>
            <p:cNvPr id="18" name="TextBox 18"/>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19" name="TextBox 19"/>
          <p:cNvSpPr txBox="1"/>
          <p:nvPr/>
        </p:nvSpPr>
        <p:spPr>
          <a:xfrm>
            <a:off x="1527126" y="4236190"/>
            <a:ext cx="6246631" cy="453970"/>
          </a:xfrm>
          <a:prstGeom prst="rect">
            <a:avLst/>
          </a:prstGeom>
        </p:spPr>
        <p:txBody>
          <a:bodyPr lIns="0" tIns="0" rIns="0" bIns="0" rtlCol="0" anchor="t">
            <a:spAutoFit/>
          </a:bodyPr>
          <a:lstStyle/>
          <a:p>
            <a:pPr algn="ctr">
              <a:lnSpc>
                <a:spcPts val="3749"/>
              </a:lnSpc>
            </a:pPr>
            <a:r>
              <a:rPr lang="en-US" sz="2677">
                <a:solidFill>
                  <a:srgbClr val="FFFFFF"/>
                </a:solidFill>
                <a:latin typeface="DM Sans"/>
                <a:ea typeface="DM Sans"/>
                <a:cs typeface="DM Sans"/>
                <a:sym typeface="DM Sans"/>
              </a:rPr>
              <a:t>@powerpointrus</a:t>
            </a:r>
            <a:endParaRPr lang="en-US" sz="2677" dirty="0">
              <a:solidFill>
                <a:srgbClr val="FFFFFF"/>
              </a:solidFill>
              <a:latin typeface="DM Sans"/>
              <a:ea typeface="DM Sans"/>
              <a:cs typeface="DM Sans"/>
              <a:sym typeface="DM Sans"/>
            </a:endParaRPr>
          </a:p>
        </p:txBody>
      </p:sp>
      <p:sp>
        <p:nvSpPr>
          <p:cNvPr id="20" name="AutoShape 20"/>
          <p:cNvSpPr/>
          <p:nvPr/>
        </p:nvSpPr>
        <p:spPr>
          <a:xfrm flipV="1">
            <a:off x="0" y="3557954"/>
            <a:ext cx="2869497" cy="0"/>
          </a:xfrm>
          <a:prstGeom prst="line">
            <a:avLst/>
          </a:prstGeom>
          <a:ln w="38100" cap="flat">
            <a:solidFill>
              <a:srgbClr val="D5D7D5"/>
            </a:solidFill>
            <a:prstDash val="solid"/>
            <a:headEnd type="none" w="sm" len="sm"/>
            <a:tailEnd type="oval" w="lg" len="lg"/>
          </a:ln>
        </p:spPr>
      </p:sp>
      <p:sp>
        <p:nvSpPr>
          <p:cNvPr id="21" name="TextBox 21"/>
          <p:cNvSpPr txBox="1"/>
          <p:nvPr/>
        </p:nvSpPr>
        <p:spPr>
          <a:xfrm>
            <a:off x="3141673" y="3417937"/>
            <a:ext cx="3017536" cy="422910"/>
          </a:xfrm>
          <a:prstGeom prst="rect">
            <a:avLst/>
          </a:prstGeom>
        </p:spPr>
        <p:txBody>
          <a:bodyPr lIns="0" tIns="0" rIns="0" bIns="0" rtlCol="0" anchor="t">
            <a:spAutoFit/>
          </a:bodyPr>
          <a:lstStyle/>
          <a:p>
            <a:pPr algn="ctr">
              <a:lnSpc>
                <a:spcPts val="3045"/>
              </a:lnSpc>
            </a:pPr>
            <a:r>
              <a:rPr lang="en-US" sz="3500" b="1">
                <a:solidFill>
                  <a:srgbClr val="FFFFFF"/>
                </a:solidFill>
                <a:latin typeface="Neue Machina Ultra-Bold"/>
                <a:ea typeface="Neue Machina Ultra-Bold"/>
                <a:cs typeface="Neue Machina Ultra-Bold"/>
                <a:sym typeface="Neue Machina Ultra-Bold"/>
              </a:rPr>
              <a:t>Problem 01</a:t>
            </a:r>
          </a:p>
        </p:txBody>
      </p:sp>
      <p:sp>
        <p:nvSpPr>
          <p:cNvPr id="22" name="TextBox 22"/>
          <p:cNvSpPr txBox="1"/>
          <p:nvPr/>
        </p:nvSpPr>
        <p:spPr>
          <a:xfrm>
            <a:off x="10606621" y="4236190"/>
            <a:ext cx="6246631" cy="3246680"/>
          </a:xfrm>
          <a:prstGeom prst="rect">
            <a:avLst/>
          </a:prstGeom>
        </p:spPr>
        <p:txBody>
          <a:bodyPr lIns="0" tIns="0" rIns="0" bIns="0" rtlCol="0" anchor="t">
            <a:spAutoFit/>
          </a:bodyPr>
          <a:lstStyle/>
          <a:p>
            <a:pPr algn="ctr">
              <a:lnSpc>
                <a:spcPts val="3749"/>
              </a:lnSpc>
            </a:pPr>
            <a:r>
              <a:rPr lang="en-US" sz="2677">
                <a:solidFill>
                  <a:srgbClr val="FFFFFF"/>
                </a:solidFill>
                <a:latin typeface="DM Sans"/>
                <a:ea typeface="DM Sans"/>
                <a:cs typeface="DM Sans"/>
                <a:sym typeface="DM Sans"/>
              </a:rPr>
              <a:t>Lorem ipsum dolor sit amet, consectetur adipiscing elit. Aliquam quis nunc dolor. Suspendisse nisi dolor, congue vel consectetur sed, rhoncus non augue. Morbi quis purus in elit interdum venenatis. Suspendisse pharetra rhoncus velit eget tempor.</a:t>
            </a:r>
          </a:p>
        </p:txBody>
      </p:sp>
      <p:sp>
        <p:nvSpPr>
          <p:cNvPr id="23" name="AutoShape 23"/>
          <p:cNvSpPr/>
          <p:nvPr/>
        </p:nvSpPr>
        <p:spPr>
          <a:xfrm flipV="1">
            <a:off x="15418503" y="3557954"/>
            <a:ext cx="2869497" cy="0"/>
          </a:xfrm>
          <a:prstGeom prst="line">
            <a:avLst/>
          </a:prstGeom>
          <a:ln w="38100" cap="flat">
            <a:solidFill>
              <a:srgbClr val="D5D7D5"/>
            </a:solidFill>
            <a:prstDash val="solid"/>
            <a:headEnd type="oval" w="lg" len="lg"/>
            <a:tailEnd type="none" w="sm" len="sm"/>
          </a:ln>
        </p:spPr>
      </p:sp>
      <p:sp>
        <p:nvSpPr>
          <p:cNvPr id="24" name="TextBox 24"/>
          <p:cNvSpPr txBox="1"/>
          <p:nvPr/>
        </p:nvSpPr>
        <p:spPr>
          <a:xfrm>
            <a:off x="12221168" y="3417937"/>
            <a:ext cx="3017536" cy="422910"/>
          </a:xfrm>
          <a:prstGeom prst="rect">
            <a:avLst/>
          </a:prstGeom>
        </p:spPr>
        <p:txBody>
          <a:bodyPr lIns="0" tIns="0" rIns="0" bIns="0" rtlCol="0" anchor="t">
            <a:spAutoFit/>
          </a:bodyPr>
          <a:lstStyle/>
          <a:p>
            <a:pPr algn="ctr">
              <a:lnSpc>
                <a:spcPts val="3045"/>
              </a:lnSpc>
            </a:pPr>
            <a:r>
              <a:rPr lang="en-US" sz="3500" b="1">
                <a:solidFill>
                  <a:srgbClr val="FFFFFF"/>
                </a:solidFill>
                <a:latin typeface="Neue Machina Ultra-Bold"/>
                <a:ea typeface="Neue Machina Ultra-Bold"/>
                <a:cs typeface="Neue Machina Ultra-Bold"/>
                <a:sym typeface="Neue Machina Ultra-Bold"/>
              </a:rPr>
              <a:t>Problem 02</a:t>
            </a:r>
          </a:p>
        </p:txBody>
      </p:sp>
      <p:sp>
        <p:nvSpPr>
          <p:cNvPr id="25" name="AutoShape 25"/>
          <p:cNvSpPr/>
          <p:nvPr/>
        </p:nvSpPr>
        <p:spPr>
          <a:xfrm flipV="1">
            <a:off x="-425824" y="2619928"/>
            <a:ext cx="19367501" cy="5516976"/>
          </a:xfrm>
          <a:prstGeom prst="line">
            <a:avLst/>
          </a:prstGeom>
          <a:ln w="38100" cap="flat">
            <a:solidFill>
              <a:srgbClr val="D5D7D5"/>
            </a:solidFill>
            <a:prstDash val="solid"/>
            <a:headEnd type="oval" w="lg" len="lg"/>
            <a:tailEnd type="none" w="sm" len="sm"/>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6E332E"/>
        </a:solidFill>
        <a:effectLst/>
      </p:bgPr>
    </p:bg>
    <p:spTree>
      <p:nvGrpSpPr>
        <p:cNvPr id="1" name=""/>
        <p:cNvGrpSpPr/>
        <p:nvPr/>
      </p:nvGrpSpPr>
      <p:grpSpPr>
        <a:xfrm>
          <a:off x="0" y="0"/>
          <a:ext cx="0" cy="0"/>
          <a:chOff x="0" y="0"/>
          <a:chExt cx="0" cy="0"/>
        </a:xfrm>
      </p:grpSpPr>
      <p:grpSp>
        <p:nvGrpSpPr>
          <p:cNvPr id="2" name="Group 2"/>
          <p:cNvGrpSpPr/>
          <p:nvPr/>
        </p:nvGrpSpPr>
        <p:grpSpPr>
          <a:xfrm>
            <a:off x="-1312964" y="580144"/>
            <a:ext cx="8484409" cy="1595230"/>
            <a:chOff x="0" y="0"/>
            <a:chExt cx="2234577" cy="420143"/>
          </a:xfrm>
        </p:grpSpPr>
        <p:sp>
          <p:nvSpPr>
            <p:cNvPr id="3" name="Freeform 3"/>
            <p:cNvSpPr/>
            <p:nvPr/>
          </p:nvSpPr>
          <p:spPr>
            <a:xfrm>
              <a:off x="0" y="0"/>
              <a:ext cx="2234577" cy="420143"/>
            </a:xfrm>
            <a:custGeom>
              <a:avLst/>
              <a:gdLst/>
              <a:ahLst/>
              <a:cxnLst/>
              <a:rect l="l" t="t" r="r" b="b"/>
              <a:pathLst>
                <a:path w="2234577" h="420143">
                  <a:moveTo>
                    <a:pt x="91249" y="0"/>
                  </a:moveTo>
                  <a:lnTo>
                    <a:pt x="2143328" y="0"/>
                  </a:lnTo>
                  <a:cubicBezTo>
                    <a:pt x="2193723" y="0"/>
                    <a:pt x="2234577" y="40853"/>
                    <a:pt x="2234577" y="91249"/>
                  </a:cubicBezTo>
                  <a:lnTo>
                    <a:pt x="2234577" y="328894"/>
                  </a:lnTo>
                  <a:cubicBezTo>
                    <a:pt x="2234577" y="379289"/>
                    <a:pt x="2193723" y="420143"/>
                    <a:pt x="2143328" y="420143"/>
                  </a:cubicBezTo>
                  <a:lnTo>
                    <a:pt x="91249" y="420143"/>
                  </a:lnTo>
                  <a:cubicBezTo>
                    <a:pt x="40853" y="420143"/>
                    <a:pt x="0" y="379289"/>
                    <a:pt x="0" y="328894"/>
                  </a:cubicBezTo>
                  <a:lnTo>
                    <a:pt x="0" y="91249"/>
                  </a:lnTo>
                  <a:cubicBezTo>
                    <a:pt x="0" y="40853"/>
                    <a:pt x="40853" y="0"/>
                    <a:pt x="91249" y="0"/>
                  </a:cubicBezTo>
                  <a:close/>
                </a:path>
              </a:pathLst>
            </a:custGeom>
            <a:ln w="38100" cap="rnd">
              <a:solidFill>
                <a:srgbClr val="D5D7D5"/>
              </a:solidFill>
              <a:prstDash val="solid"/>
              <a:round/>
            </a:ln>
          </p:spPr>
        </p:sp>
        <p:sp>
          <p:nvSpPr>
            <p:cNvPr id="4" name="TextBox 4"/>
            <p:cNvSpPr txBox="1"/>
            <p:nvPr/>
          </p:nvSpPr>
          <p:spPr>
            <a:xfrm>
              <a:off x="0" y="-28575"/>
              <a:ext cx="2234577" cy="44871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832684" y="973325"/>
            <a:ext cx="110750" cy="11075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D5D7D5"/>
              </a:solidFill>
              <a:prstDash val="solid"/>
              <a:miter/>
            </a:ln>
          </p:spPr>
        </p:sp>
        <p:sp>
          <p:nvSpPr>
            <p:cNvPr id="7" name="TextBox 7"/>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8" name="TextBox 8"/>
          <p:cNvSpPr txBox="1"/>
          <p:nvPr/>
        </p:nvSpPr>
        <p:spPr>
          <a:xfrm>
            <a:off x="1028700" y="1152525"/>
            <a:ext cx="5729360" cy="574294"/>
          </a:xfrm>
          <a:prstGeom prst="rect">
            <a:avLst/>
          </a:prstGeom>
        </p:spPr>
        <p:txBody>
          <a:bodyPr lIns="0" tIns="0" rIns="0" bIns="0" rtlCol="0" anchor="t">
            <a:spAutoFit/>
          </a:bodyPr>
          <a:lstStyle/>
          <a:p>
            <a:pPr algn="l">
              <a:lnSpc>
                <a:spcPts val="4012"/>
              </a:lnSpc>
            </a:pPr>
            <a:r>
              <a:rPr lang="en-US" sz="4612" b="1">
                <a:solidFill>
                  <a:srgbClr val="FFFFFF"/>
                </a:solidFill>
                <a:latin typeface="Neue Machina Ultra-Bold"/>
                <a:ea typeface="Neue Machina Ultra-Bold"/>
                <a:cs typeface="Neue Machina Ultra-Bold"/>
                <a:sym typeface="Neue Machina Ultra-Bold"/>
              </a:rPr>
              <a:t>Literary Review</a:t>
            </a:r>
          </a:p>
        </p:txBody>
      </p:sp>
      <p:sp>
        <p:nvSpPr>
          <p:cNvPr id="9" name="AutoShape 9"/>
          <p:cNvSpPr/>
          <p:nvPr/>
        </p:nvSpPr>
        <p:spPr>
          <a:xfrm>
            <a:off x="-1117835" y="9220026"/>
            <a:ext cx="6743748" cy="0"/>
          </a:xfrm>
          <a:prstGeom prst="line">
            <a:avLst/>
          </a:prstGeom>
          <a:ln w="38100" cap="flat">
            <a:solidFill>
              <a:srgbClr val="D5D7D5"/>
            </a:solidFill>
            <a:prstDash val="solid"/>
            <a:headEnd type="none" w="sm" len="sm"/>
            <a:tailEnd type="oval" w="lg" len="lg"/>
          </a:ln>
        </p:spPr>
      </p:sp>
      <p:sp>
        <p:nvSpPr>
          <p:cNvPr id="10" name="AutoShape 10"/>
          <p:cNvSpPr/>
          <p:nvPr/>
        </p:nvSpPr>
        <p:spPr>
          <a:xfrm flipH="1">
            <a:off x="12662087" y="9220026"/>
            <a:ext cx="6743748" cy="0"/>
          </a:xfrm>
          <a:prstGeom prst="line">
            <a:avLst/>
          </a:prstGeom>
          <a:ln w="38100" cap="flat">
            <a:solidFill>
              <a:srgbClr val="D5D7D5"/>
            </a:solidFill>
            <a:prstDash val="solid"/>
            <a:headEnd type="none" w="sm" len="sm"/>
            <a:tailEnd type="oval" w="lg" len="lg"/>
          </a:ln>
        </p:spPr>
      </p:sp>
      <p:sp>
        <p:nvSpPr>
          <p:cNvPr id="11" name="TextBox 11"/>
          <p:cNvSpPr txBox="1"/>
          <p:nvPr/>
        </p:nvSpPr>
        <p:spPr>
          <a:xfrm>
            <a:off x="6562845" y="9012063"/>
            <a:ext cx="5162309" cy="358775"/>
          </a:xfrm>
          <a:prstGeom prst="rect">
            <a:avLst/>
          </a:prstGeom>
        </p:spPr>
        <p:txBody>
          <a:bodyPr lIns="0" tIns="0" rIns="0" bIns="0" rtlCol="0" anchor="t">
            <a:spAutoFit/>
          </a:bodyPr>
          <a:lstStyle/>
          <a:p>
            <a:pPr algn="ctr">
              <a:lnSpc>
                <a:spcPts val="2800"/>
              </a:lnSpc>
            </a:pPr>
            <a:r>
              <a:rPr lang="en-US" sz="2000">
                <a:solidFill>
                  <a:srgbClr val="FFFFFF"/>
                </a:solidFill>
                <a:latin typeface="Neue Machina"/>
                <a:ea typeface="Neue Machina"/>
                <a:cs typeface="Neue Machina"/>
                <a:sym typeface="Neue Machina"/>
              </a:rPr>
              <a:t>Chemistry 2023 | Borcelle University</a:t>
            </a:r>
          </a:p>
        </p:txBody>
      </p:sp>
      <p:sp>
        <p:nvSpPr>
          <p:cNvPr id="12" name="TextBox 12"/>
          <p:cNvSpPr txBox="1"/>
          <p:nvPr/>
        </p:nvSpPr>
        <p:spPr>
          <a:xfrm>
            <a:off x="15888059" y="820738"/>
            <a:ext cx="1371241" cy="358775"/>
          </a:xfrm>
          <a:prstGeom prst="rect">
            <a:avLst/>
          </a:prstGeom>
        </p:spPr>
        <p:txBody>
          <a:bodyPr lIns="0" tIns="0" rIns="0" bIns="0" rtlCol="0" anchor="t">
            <a:spAutoFit/>
          </a:bodyPr>
          <a:lstStyle/>
          <a:p>
            <a:pPr algn="r">
              <a:lnSpc>
                <a:spcPts val="2800"/>
              </a:lnSpc>
            </a:pPr>
            <a:r>
              <a:rPr lang="en-US" sz="2000">
                <a:solidFill>
                  <a:srgbClr val="FFFFFF"/>
                </a:solidFill>
                <a:latin typeface="Neue Machina"/>
                <a:ea typeface="Neue Machina"/>
                <a:cs typeface="Neue Machina"/>
                <a:sym typeface="Neue Machina"/>
              </a:rPr>
              <a:t>Page 06</a:t>
            </a:r>
          </a:p>
        </p:txBody>
      </p:sp>
      <p:grpSp>
        <p:nvGrpSpPr>
          <p:cNvPr id="13" name="Group 13"/>
          <p:cNvGrpSpPr/>
          <p:nvPr/>
        </p:nvGrpSpPr>
        <p:grpSpPr>
          <a:xfrm>
            <a:off x="15633392" y="973325"/>
            <a:ext cx="110750" cy="11075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p:spPr>
        </p:sp>
        <p:sp>
          <p:nvSpPr>
            <p:cNvPr id="15" name="TextBox 15"/>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grpSp>
        <p:nvGrpSpPr>
          <p:cNvPr id="16" name="Group 16"/>
          <p:cNvGrpSpPr/>
          <p:nvPr/>
        </p:nvGrpSpPr>
        <p:grpSpPr>
          <a:xfrm>
            <a:off x="15434100" y="973325"/>
            <a:ext cx="110750" cy="110750"/>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D5D7D5"/>
              </a:solidFill>
              <a:prstDash val="solid"/>
              <a:miter/>
            </a:ln>
          </p:spPr>
        </p:sp>
        <p:sp>
          <p:nvSpPr>
            <p:cNvPr id="18" name="TextBox 18"/>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19" name="TextBox 19"/>
          <p:cNvSpPr txBox="1"/>
          <p:nvPr/>
        </p:nvSpPr>
        <p:spPr>
          <a:xfrm>
            <a:off x="8235423" y="2988378"/>
            <a:ext cx="7725807" cy="1989455"/>
          </a:xfrm>
          <a:prstGeom prst="rect">
            <a:avLst/>
          </a:prstGeom>
        </p:spPr>
        <p:txBody>
          <a:bodyPr lIns="0" tIns="0" rIns="0" bIns="0" rtlCol="0" anchor="t">
            <a:spAutoFit/>
          </a:bodyPr>
          <a:lstStyle/>
          <a:p>
            <a:pPr algn="ctr">
              <a:lnSpc>
                <a:spcPts val="3219"/>
              </a:lnSpc>
            </a:pPr>
            <a:r>
              <a:rPr lang="en-US" sz="2299">
                <a:solidFill>
                  <a:srgbClr val="FFFFFF"/>
                </a:solidFill>
                <a:latin typeface="DM Sans"/>
                <a:ea typeface="DM Sans"/>
                <a:cs typeface="DM Sans"/>
                <a:sym typeface="DM Sans"/>
              </a:rPr>
              <a:t>Lorem ipsum dolor sit amet, consectetur adipiscing elit. Aliquam quis nunc dolor. Suspendisse nisi dolor, congue vel consectetur sed, rhoncus non augue. Morbi quis purus in elit interdum venenatis. Suspendisse pharetra rhoncus velit eget tempor.</a:t>
            </a:r>
          </a:p>
        </p:txBody>
      </p:sp>
      <p:sp>
        <p:nvSpPr>
          <p:cNvPr id="20" name="TextBox 20"/>
          <p:cNvSpPr txBox="1"/>
          <p:nvPr/>
        </p:nvSpPr>
        <p:spPr>
          <a:xfrm>
            <a:off x="2326770" y="3408274"/>
            <a:ext cx="2838242" cy="1079119"/>
          </a:xfrm>
          <a:prstGeom prst="rect">
            <a:avLst/>
          </a:prstGeom>
        </p:spPr>
        <p:txBody>
          <a:bodyPr lIns="0" tIns="0" rIns="0" bIns="0" rtlCol="0" anchor="t">
            <a:spAutoFit/>
          </a:bodyPr>
          <a:lstStyle/>
          <a:p>
            <a:pPr algn="l">
              <a:lnSpc>
                <a:spcPts val="4012"/>
              </a:lnSpc>
            </a:pPr>
            <a:r>
              <a:rPr lang="en-US" sz="4612" b="1">
                <a:solidFill>
                  <a:srgbClr val="FFFFFF"/>
                </a:solidFill>
                <a:latin typeface="Neue Machina Ultra-Bold"/>
                <a:ea typeface="Neue Machina Ultra-Bold"/>
                <a:cs typeface="Neue Machina Ultra-Bold"/>
                <a:sym typeface="Neue Machina Ultra-Bold"/>
              </a:rPr>
              <a:t>Literary Review</a:t>
            </a:r>
          </a:p>
        </p:txBody>
      </p:sp>
      <p:sp>
        <p:nvSpPr>
          <p:cNvPr id="21" name="TextBox 21"/>
          <p:cNvSpPr txBox="1"/>
          <p:nvPr/>
        </p:nvSpPr>
        <p:spPr>
          <a:xfrm>
            <a:off x="5165012" y="3570199"/>
            <a:ext cx="2117131" cy="1159187"/>
          </a:xfrm>
          <a:prstGeom prst="rect">
            <a:avLst/>
          </a:prstGeom>
        </p:spPr>
        <p:txBody>
          <a:bodyPr lIns="0" tIns="0" rIns="0" bIns="0" rtlCol="0" anchor="t">
            <a:spAutoFit/>
          </a:bodyPr>
          <a:lstStyle/>
          <a:p>
            <a:pPr algn="l">
              <a:lnSpc>
                <a:spcPts val="8304"/>
              </a:lnSpc>
            </a:pPr>
            <a:r>
              <a:rPr lang="en-US" sz="9545" b="1">
                <a:solidFill>
                  <a:srgbClr val="FFFFFF"/>
                </a:solidFill>
                <a:latin typeface="Neue Machina Ultra-Bold"/>
                <a:ea typeface="Neue Machina Ultra-Bold"/>
                <a:cs typeface="Neue Machina Ultra-Bold"/>
                <a:sym typeface="Neue Machina Ultra-Bold"/>
              </a:rPr>
              <a:t>01</a:t>
            </a:r>
          </a:p>
        </p:txBody>
      </p:sp>
      <p:sp>
        <p:nvSpPr>
          <p:cNvPr id="22" name="TextBox 22"/>
          <p:cNvSpPr txBox="1"/>
          <p:nvPr/>
        </p:nvSpPr>
        <p:spPr>
          <a:xfrm>
            <a:off x="2326770" y="6373935"/>
            <a:ext cx="2838242" cy="1079119"/>
          </a:xfrm>
          <a:prstGeom prst="rect">
            <a:avLst/>
          </a:prstGeom>
        </p:spPr>
        <p:txBody>
          <a:bodyPr lIns="0" tIns="0" rIns="0" bIns="0" rtlCol="0" anchor="t">
            <a:spAutoFit/>
          </a:bodyPr>
          <a:lstStyle/>
          <a:p>
            <a:pPr algn="l">
              <a:lnSpc>
                <a:spcPts val="4012"/>
              </a:lnSpc>
            </a:pPr>
            <a:r>
              <a:rPr lang="en-US" sz="4612" b="1">
                <a:solidFill>
                  <a:srgbClr val="FFFFFF"/>
                </a:solidFill>
                <a:latin typeface="Neue Machina Ultra-Bold"/>
                <a:ea typeface="Neue Machina Ultra-Bold"/>
                <a:cs typeface="Neue Machina Ultra-Bold"/>
                <a:sym typeface="Neue Machina Ultra-Bold"/>
              </a:rPr>
              <a:t>Literary Review</a:t>
            </a:r>
          </a:p>
        </p:txBody>
      </p:sp>
      <p:sp>
        <p:nvSpPr>
          <p:cNvPr id="23" name="TextBox 23"/>
          <p:cNvSpPr txBox="1"/>
          <p:nvPr/>
        </p:nvSpPr>
        <p:spPr>
          <a:xfrm>
            <a:off x="5165012" y="6535860"/>
            <a:ext cx="2117131" cy="1159187"/>
          </a:xfrm>
          <a:prstGeom prst="rect">
            <a:avLst/>
          </a:prstGeom>
        </p:spPr>
        <p:txBody>
          <a:bodyPr lIns="0" tIns="0" rIns="0" bIns="0" rtlCol="0" anchor="t">
            <a:spAutoFit/>
          </a:bodyPr>
          <a:lstStyle/>
          <a:p>
            <a:pPr algn="l">
              <a:lnSpc>
                <a:spcPts val="8304"/>
              </a:lnSpc>
            </a:pPr>
            <a:r>
              <a:rPr lang="en-US" sz="9545" b="1">
                <a:solidFill>
                  <a:srgbClr val="FFFFFF"/>
                </a:solidFill>
                <a:latin typeface="Neue Machina Ultra-Bold"/>
                <a:ea typeface="Neue Machina Ultra-Bold"/>
                <a:cs typeface="Neue Machina Ultra-Bold"/>
                <a:sym typeface="Neue Machina Ultra-Bold"/>
              </a:rPr>
              <a:t>02</a:t>
            </a:r>
          </a:p>
        </p:txBody>
      </p:sp>
      <p:sp>
        <p:nvSpPr>
          <p:cNvPr id="24" name="TextBox 24"/>
          <p:cNvSpPr txBox="1"/>
          <p:nvPr/>
        </p:nvSpPr>
        <p:spPr>
          <a:xfrm>
            <a:off x="8235423" y="5833042"/>
            <a:ext cx="7725807" cy="1989455"/>
          </a:xfrm>
          <a:prstGeom prst="rect">
            <a:avLst/>
          </a:prstGeom>
        </p:spPr>
        <p:txBody>
          <a:bodyPr lIns="0" tIns="0" rIns="0" bIns="0" rtlCol="0" anchor="t">
            <a:spAutoFit/>
          </a:bodyPr>
          <a:lstStyle/>
          <a:p>
            <a:pPr algn="ctr">
              <a:lnSpc>
                <a:spcPts val="3219"/>
              </a:lnSpc>
            </a:pPr>
            <a:r>
              <a:rPr lang="en-US" sz="2299">
                <a:solidFill>
                  <a:srgbClr val="FFFFFF"/>
                </a:solidFill>
                <a:latin typeface="DM Sans"/>
                <a:ea typeface="DM Sans"/>
                <a:cs typeface="DM Sans"/>
                <a:sym typeface="DM Sans"/>
              </a:rPr>
              <a:t>Lorem ipsum dolor sit amet, consectetur adipiscing elit. Aliquam quis nunc dolor. Suspendisse nisi dolor, congue vel consectetur sed, rhoncus non augue. Morbi quis purus in elit interdum venenatis. Suspendisse pharetra rhoncus velit eget tempor.</a:t>
            </a:r>
          </a:p>
        </p:txBody>
      </p:sp>
      <p:sp>
        <p:nvSpPr>
          <p:cNvPr id="25" name="AutoShape 25"/>
          <p:cNvSpPr/>
          <p:nvPr/>
        </p:nvSpPr>
        <p:spPr>
          <a:xfrm flipV="1">
            <a:off x="1243157" y="5429250"/>
            <a:ext cx="15801686" cy="0"/>
          </a:xfrm>
          <a:prstGeom prst="line">
            <a:avLst/>
          </a:prstGeom>
          <a:ln w="38100" cap="flat">
            <a:solidFill>
              <a:srgbClr val="D5D7D5"/>
            </a:solidFill>
            <a:prstDash val="solid"/>
            <a:headEnd type="oval" w="lg" len="lg"/>
            <a:tailEnd type="oval" w="lg" len="lg"/>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5D7D5"/>
        </a:solidFill>
        <a:effectLst/>
      </p:bgPr>
    </p:bg>
    <p:spTree>
      <p:nvGrpSpPr>
        <p:cNvPr id="1" name=""/>
        <p:cNvGrpSpPr/>
        <p:nvPr/>
      </p:nvGrpSpPr>
      <p:grpSpPr>
        <a:xfrm>
          <a:off x="0" y="0"/>
          <a:ext cx="0" cy="0"/>
          <a:chOff x="0" y="0"/>
          <a:chExt cx="0" cy="0"/>
        </a:xfrm>
      </p:grpSpPr>
      <p:grpSp>
        <p:nvGrpSpPr>
          <p:cNvPr id="2" name="Group 2"/>
          <p:cNvGrpSpPr/>
          <p:nvPr/>
        </p:nvGrpSpPr>
        <p:grpSpPr>
          <a:xfrm>
            <a:off x="-1312964" y="580144"/>
            <a:ext cx="6938877" cy="1595230"/>
            <a:chOff x="0" y="0"/>
            <a:chExt cx="1827523" cy="420143"/>
          </a:xfrm>
        </p:grpSpPr>
        <p:sp>
          <p:nvSpPr>
            <p:cNvPr id="3" name="Freeform 3"/>
            <p:cNvSpPr/>
            <p:nvPr/>
          </p:nvSpPr>
          <p:spPr>
            <a:xfrm>
              <a:off x="0" y="0"/>
              <a:ext cx="1827523" cy="420143"/>
            </a:xfrm>
            <a:custGeom>
              <a:avLst/>
              <a:gdLst/>
              <a:ahLst/>
              <a:cxnLst/>
              <a:rect l="l" t="t" r="r" b="b"/>
              <a:pathLst>
                <a:path w="1827523" h="420143">
                  <a:moveTo>
                    <a:pt x="111573" y="0"/>
                  </a:moveTo>
                  <a:lnTo>
                    <a:pt x="1715950" y="0"/>
                  </a:lnTo>
                  <a:cubicBezTo>
                    <a:pt x="1745541" y="0"/>
                    <a:pt x="1773920" y="11755"/>
                    <a:pt x="1794844" y="32679"/>
                  </a:cubicBezTo>
                  <a:cubicBezTo>
                    <a:pt x="1815768" y="53603"/>
                    <a:pt x="1827523" y="81982"/>
                    <a:pt x="1827523" y="111573"/>
                  </a:cubicBezTo>
                  <a:lnTo>
                    <a:pt x="1827523" y="308570"/>
                  </a:lnTo>
                  <a:cubicBezTo>
                    <a:pt x="1827523" y="370190"/>
                    <a:pt x="1777570" y="420143"/>
                    <a:pt x="1715950" y="420143"/>
                  </a:cubicBezTo>
                  <a:lnTo>
                    <a:pt x="111573" y="420143"/>
                  </a:lnTo>
                  <a:cubicBezTo>
                    <a:pt x="81982" y="420143"/>
                    <a:pt x="53603" y="408388"/>
                    <a:pt x="32679" y="387464"/>
                  </a:cubicBezTo>
                  <a:cubicBezTo>
                    <a:pt x="11755" y="366540"/>
                    <a:pt x="0" y="338161"/>
                    <a:pt x="0" y="308570"/>
                  </a:cubicBezTo>
                  <a:lnTo>
                    <a:pt x="0" y="111573"/>
                  </a:lnTo>
                  <a:cubicBezTo>
                    <a:pt x="0" y="49953"/>
                    <a:pt x="49953" y="0"/>
                    <a:pt x="111573" y="0"/>
                  </a:cubicBezTo>
                  <a:close/>
                </a:path>
              </a:pathLst>
            </a:custGeom>
            <a:ln w="38100" cap="rnd">
              <a:solidFill>
                <a:srgbClr val="6E332E"/>
              </a:solidFill>
              <a:prstDash val="solid"/>
              <a:round/>
            </a:ln>
          </p:spPr>
        </p:sp>
        <p:sp>
          <p:nvSpPr>
            <p:cNvPr id="4" name="TextBox 4"/>
            <p:cNvSpPr txBox="1"/>
            <p:nvPr/>
          </p:nvSpPr>
          <p:spPr>
            <a:xfrm>
              <a:off x="0" y="-28575"/>
              <a:ext cx="1827523" cy="44871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832684" y="973325"/>
            <a:ext cx="110750" cy="11075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a:ln w="19050" cap="sq">
              <a:solidFill>
                <a:srgbClr val="6E332E"/>
              </a:solidFill>
              <a:prstDash val="solid"/>
              <a:miter/>
            </a:ln>
          </p:spPr>
        </p:sp>
        <p:sp>
          <p:nvSpPr>
            <p:cNvPr id="7" name="TextBox 7"/>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8" name="AutoShape 8"/>
          <p:cNvSpPr/>
          <p:nvPr/>
        </p:nvSpPr>
        <p:spPr>
          <a:xfrm>
            <a:off x="-1117835" y="9220026"/>
            <a:ext cx="6743748" cy="0"/>
          </a:xfrm>
          <a:prstGeom prst="line">
            <a:avLst/>
          </a:prstGeom>
          <a:ln w="38100" cap="flat">
            <a:solidFill>
              <a:srgbClr val="6E332E"/>
            </a:solidFill>
            <a:prstDash val="solid"/>
            <a:headEnd type="none" w="sm" len="sm"/>
            <a:tailEnd type="oval" w="lg" len="lg"/>
          </a:ln>
        </p:spPr>
      </p:sp>
      <p:sp>
        <p:nvSpPr>
          <p:cNvPr id="9" name="AutoShape 9"/>
          <p:cNvSpPr/>
          <p:nvPr/>
        </p:nvSpPr>
        <p:spPr>
          <a:xfrm flipH="1">
            <a:off x="12662087" y="9220026"/>
            <a:ext cx="6743748" cy="0"/>
          </a:xfrm>
          <a:prstGeom prst="line">
            <a:avLst/>
          </a:prstGeom>
          <a:ln w="38100" cap="flat">
            <a:solidFill>
              <a:srgbClr val="6E332E"/>
            </a:solidFill>
            <a:prstDash val="solid"/>
            <a:headEnd type="none" w="sm" len="sm"/>
            <a:tailEnd type="oval" w="lg" len="lg"/>
          </a:ln>
        </p:spPr>
      </p:sp>
      <p:grpSp>
        <p:nvGrpSpPr>
          <p:cNvPr id="10" name="Group 10"/>
          <p:cNvGrpSpPr/>
          <p:nvPr/>
        </p:nvGrpSpPr>
        <p:grpSpPr>
          <a:xfrm>
            <a:off x="15633392" y="973325"/>
            <a:ext cx="110750" cy="11075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332E"/>
            </a:solidFill>
          </p:spPr>
        </p:sp>
        <p:sp>
          <p:nvSpPr>
            <p:cNvPr id="12" name="TextBox 12"/>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grpSp>
        <p:nvGrpSpPr>
          <p:cNvPr id="13" name="Group 13"/>
          <p:cNvGrpSpPr/>
          <p:nvPr/>
        </p:nvGrpSpPr>
        <p:grpSpPr>
          <a:xfrm>
            <a:off x="15434100" y="973325"/>
            <a:ext cx="110750" cy="11075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a:ln w="19050" cap="sq">
              <a:solidFill>
                <a:srgbClr val="6E332E"/>
              </a:solidFill>
              <a:prstDash val="solid"/>
              <a:miter/>
            </a:ln>
          </p:spPr>
        </p:sp>
        <p:sp>
          <p:nvSpPr>
            <p:cNvPr id="15" name="TextBox 15"/>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16" name="TextBox 16"/>
          <p:cNvSpPr txBox="1"/>
          <p:nvPr/>
        </p:nvSpPr>
        <p:spPr>
          <a:xfrm>
            <a:off x="1028700" y="1152525"/>
            <a:ext cx="4103274" cy="574294"/>
          </a:xfrm>
          <a:prstGeom prst="rect">
            <a:avLst/>
          </a:prstGeom>
        </p:spPr>
        <p:txBody>
          <a:bodyPr lIns="0" tIns="0" rIns="0" bIns="0" rtlCol="0" anchor="t">
            <a:spAutoFit/>
          </a:bodyPr>
          <a:lstStyle/>
          <a:p>
            <a:pPr algn="l">
              <a:lnSpc>
                <a:spcPts val="4012"/>
              </a:lnSpc>
            </a:pPr>
            <a:r>
              <a:rPr lang="en-US" sz="4612" b="1">
                <a:solidFill>
                  <a:srgbClr val="6E332E"/>
                </a:solidFill>
                <a:latin typeface="Neue Machina Ultra-Bold"/>
                <a:ea typeface="Neue Machina Ultra-Bold"/>
                <a:cs typeface="Neue Machina Ultra-Bold"/>
                <a:sym typeface="Neue Machina Ultra-Bold"/>
              </a:rPr>
              <a:t>Objectives</a:t>
            </a:r>
          </a:p>
        </p:txBody>
      </p:sp>
      <p:sp>
        <p:nvSpPr>
          <p:cNvPr id="17" name="TextBox 17"/>
          <p:cNvSpPr txBox="1"/>
          <p:nvPr/>
        </p:nvSpPr>
        <p:spPr>
          <a:xfrm>
            <a:off x="6562845" y="9012063"/>
            <a:ext cx="5162309" cy="358775"/>
          </a:xfrm>
          <a:prstGeom prst="rect">
            <a:avLst/>
          </a:prstGeom>
        </p:spPr>
        <p:txBody>
          <a:bodyPr lIns="0" tIns="0" rIns="0" bIns="0" rtlCol="0" anchor="t">
            <a:spAutoFit/>
          </a:bodyPr>
          <a:lstStyle/>
          <a:p>
            <a:pPr algn="ctr">
              <a:lnSpc>
                <a:spcPts val="2800"/>
              </a:lnSpc>
            </a:pPr>
            <a:r>
              <a:rPr lang="en-US" sz="2000">
                <a:solidFill>
                  <a:srgbClr val="6E332E"/>
                </a:solidFill>
                <a:latin typeface="Neue Machina"/>
                <a:ea typeface="Neue Machina"/>
                <a:cs typeface="Neue Machina"/>
                <a:sym typeface="Neue Machina"/>
              </a:rPr>
              <a:t>Drew Feig | Chemistry 2023</a:t>
            </a:r>
          </a:p>
        </p:txBody>
      </p:sp>
      <p:sp>
        <p:nvSpPr>
          <p:cNvPr id="18" name="TextBox 18"/>
          <p:cNvSpPr txBox="1"/>
          <p:nvPr/>
        </p:nvSpPr>
        <p:spPr>
          <a:xfrm>
            <a:off x="16029159" y="820738"/>
            <a:ext cx="1230141" cy="358775"/>
          </a:xfrm>
          <a:prstGeom prst="rect">
            <a:avLst/>
          </a:prstGeom>
        </p:spPr>
        <p:txBody>
          <a:bodyPr lIns="0" tIns="0" rIns="0" bIns="0" rtlCol="0" anchor="t">
            <a:spAutoFit/>
          </a:bodyPr>
          <a:lstStyle/>
          <a:p>
            <a:pPr algn="r">
              <a:lnSpc>
                <a:spcPts val="2800"/>
              </a:lnSpc>
            </a:pPr>
            <a:r>
              <a:rPr lang="en-US" sz="2000">
                <a:solidFill>
                  <a:srgbClr val="6E332E"/>
                </a:solidFill>
                <a:latin typeface="Neue Machina"/>
                <a:ea typeface="Neue Machina"/>
                <a:cs typeface="Neue Machina"/>
                <a:sym typeface="Neue Machina"/>
              </a:rPr>
              <a:t>Page 07</a:t>
            </a:r>
          </a:p>
        </p:txBody>
      </p:sp>
      <p:sp>
        <p:nvSpPr>
          <p:cNvPr id="19" name="TextBox 19"/>
          <p:cNvSpPr txBox="1"/>
          <p:nvPr/>
        </p:nvSpPr>
        <p:spPr>
          <a:xfrm>
            <a:off x="2941880" y="3895607"/>
            <a:ext cx="5492302" cy="3844256"/>
          </a:xfrm>
          <a:prstGeom prst="rect">
            <a:avLst/>
          </a:prstGeom>
        </p:spPr>
        <p:txBody>
          <a:bodyPr lIns="0" tIns="0" rIns="0" bIns="0" rtlCol="0" anchor="t">
            <a:spAutoFit/>
          </a:bodyPr>
          <a:lstStyle/>
          <a:p>
            <a:pPr algn="l">
              <a:lnSpc>
                <a:spcPts val="3397"/>
              </a:lnSpc>
            </a:pPr>
            <a:r>
              <a:rPr lang="en-US" sz="2426">
                <a:solidFill>
                  <a:srgbClr val="6E332E"/>
                </a:solidFill>
                <a:latin typeface="DM Sans"/>
                <a:ea typeface="DM Sans"/>
                <a:cs typeface="DM Sans"/>
                <a:sym typeface="DM Sans"/>
              </a:rPr>
              <a:t>Lorem ipsum dolor sit amet, consectetur adipiscing elit. Sed tincidunt ac turpis vel cursus. Integer nec odio. Praesent libero. Sed cursus ante dapibus diam. Sed nisi.</a:t>
            </a:r>
          </a:p>
          <a:p>
            <a:pPr algn="l">
              <a:lnSpc>
                <a:spcPts val="3397"/>
              </a:lnSpc>
            </a:pPr>
            <a:r>
              <a:rPr lang="en-US" sz="2426">
                <a:solidFill>
                  <a:srgbClr val="6E332E"/>
                </a:solidFill>
                <a:latin typeface="DM Sans"/>
                <a:ea typeface="DM Sans"/>
                <a:cs typeface="DM Sans"/>
                <a:sym typeface="DM Sans"/>
              </a:rPr>
              <a:t>Nulla quis sem at nibh elementum imperdiet. Duis sagittis ipsum. Praesent mauris. Fusce nec tellus sed augue semper porta. Mauris massa.</a:t>
            </a:r>
          </a:p>
        </p:txBody>
      </p:sp>
      <p:sp>
        <p:nvSpPr>
          <p:cNvPr id="20" name="AutoShape 20"/>
          <p:cNvSpPr/>
          <p:nvPr/>
        </p:nvSpPr>
        <p:spPr>
          <a:xfrm>
            <a:off x="3610894" y="3490093"/>
            <a:ext cx="4823288" cy="4613462"/>
          </a:xfrm>
          <a:prstGeom prst="line">
            <a:avLst/>
          </a:prstGeom>
          <a:ln w="38100" cap="flat">
            <a:solidFill>
              <a:srgbClr val="6E332E"/>
            </a:solidFill>
            <a:prstDash val="solid"/>
            <a:headEnd type="oval" w="lg" len="lg"/>
            <a:tailEnd type="oval" w="lg" len="lg"/>
          </a:ln>
        </p:spPr>
      </p:sp>
      <p:sp>
        <p:nvSpPr>
          <p:cNvPr id="21" name="TextBox 21"/>
          <p:cNvSpPr txBox="1"/>
          <p:nvPr/>
        </p:nvSpPr>
        <p:spPr>
          <a:xfrm>
            <a:off x="3925539" y="3245808"/>
            <a:ext cx="4798039" cy="574294"/>
          </a:xfrm>
          <a:prstGeom prst="rect">
            <a:avLst/>
          </a:prstGeom>
        </p:spPr>
        <p:txBody>
          <a:bodyPr lIns="0" tIns="0" rIns="0" bIns="0" rtlCol="0" anchor="t">
            <a:spAutoFit/>
          </a:bodyPr>
          <a:lstStyle/>
          <a:p>
            <a:pPr algn="l">
              <a:lnSpc>
                <a:spcPts val="4012"/>
              </a:lnSpc>
            </a:pPr>
            <a:r>
              <a:rPr lang="en-US" sz="4612" b="1">
                <a:solidFill>
                  <a:srgbClr val="6E332E"/>
                </a:solidFill>
                <a:latin typeface="Neue Machina Ultra-Bold"/>
                <a:ea typeface="Neue Machina Ultra-Bold"/>
                <a:cs typeface="Neue Machina Ultra-Bold"/>
                <a:sym typeface="Neue Machina Ultra-Bold"/>
              </a:rPr>
              <a:t>Objective 01</a:t>
            </a:r>
          </a:p>
        </p:txBody>
      </p:sp>
      <p:sp>
        <p:nvSpPr>
          <p:cNvPr id="22" name="TextBox 22"/>
          <p:cNvSpPr txBox="1"/>
          <p:nvPr/>
        </p:nvSpPr>
        <p:spPr>
          <a:xfrm>
            <a:off x="10355969" y="3895607"/>
            <a:ext cx="5492302" cy="3844256"/>
          </a:xfrm>
          <a:prstGeom prst="rect">
            <a:avLst/>
          </a:prstGeom>
        </p:spPr>
        <p:txBody>
          <a:bodyPr lIns="0" tIns="0" rIns="0" bIns="0" rtlCol="0" anchor="t">
            <a:spAutoFit/>
          </a:bodyPr>
          <a:lstStyle/>
          <a:p>
            <a:pPr algn="l">
              <a:lnSpc>
                <a:spcPts val="3397"/>
              </a:lnSpc>
            </a:pPr>
            <a:r>
              <a:rPr lang="en-US" sz="2426">
                <a:solidFill>
                  <a:srgbClr val="6E332E"/>
                </a:solidFill>
                <a:latin typeface="DM Sans"/>
                <a:ea typeface="DM Sans"/>
                <a:cs typeface="DM Sans"/>
                <a:sym typeface="DM Sans"/>
              </a:rPr>
              <a:t>Lorem ipsum dolor sit amet, consectetur adipiscing elit. Sed tincidunt ac turpis vel cursus. Integer nec odio. Praesent libero. Sed cursus ante dapibus diam. Sed nisi.</a:t>
            </a:r>
          </a:p>
          <a:p>
            <a:pPr algn="l">
              <a:lnSpc>
                <a:spcPts val="3397"/>
              </a:lnSpc>
            </a:pPr>
            <a:r>
              <a:rPr lang="en-US" sz="2426">
                <a:solidFill>
                  <a:srgbClr val="6E332E"/>
                </a:solidFill>
                <a:latin typeface="DM Sans"/>
                <a:ea typeface="DM Sans"/>
                <a:cs typeface="DM Sans"/>
                <a:sym typeface="DM Sans"/>
              </a:rPr>
              <a:t>Nulla quis sem at nibh elementum imperdiet. Duis sagittis ipsum. Praesent mauris. Fusce nec tellus sed augue semper porta. Mauris massa.</a:t>
            </a:r>
          </a:p>
        </p:txBody>
      </p:sp>
      <p:sp>
        <p:nvSpPr>
          <p:cNvPr id="23" name="AutoShape 23"/>
          <p:cNvSpPr/>
          <p:nvPr/>
        </p:nvSpPr>
        <p:spPr>
          <a:xfrm>
            <a:off x="11024983" y="3490093"/>
            <a:ext cx="4823288" cy="4613462"/>
          </a:xfrm>
          <a:prstGeom prst="line">
            <a:avLst/>
          </a:prstGeom>
          <a:ln w="38100" cap="flat">
            <a:solidFill>
              <a:srgbClr val="6E332E"/>
            </a:solidFill>
            <a:prstDash val="solid"/>
            <a:headEnd type="oval" w="lg" len="lg"/>
            <a:tailEnd type="oval" w="lg" len="lg"/>
          </a:ln>
        </p:spPr>
      </p:sp>
      <p:sp>
        <p:nvSpPr>
          <p:cNvPr id="24" name="TextBox 24"/>
          <p:cNvSpPr txBox="1"/>
          <p:nvPr/>
        </p:nvSpPr>
        <p:spPr>
          <a:xfrm>
            <a:off x="11339627" y="3245808"/>
            <a:ext cx="4798039" cy="574294"/>
          </a:xfrm>
          <a:prstGeom prst="rect">
            <a:avLst/>
          </a:prstGeom>
        </p:spPr>
        <p:txBody>
          <a:bodyPr lIns="0" tIns="0" rIns="0" bIns="0" rtlCol="0" anchor="t">
            <a:spAutoFit/>
          </a:bodyPr>
          <a:lstStyle/>
          <a:p>
            <a:pPr algn="l">
              <a:lnSpc>
                <a:spcPts val="4012"/>
              </a:lnSpc>
            </a:pPr>
            <a:r>
              <a:rPr lang="en-US" sz="4612" b="1">
                <a:solidFill>
                  <a:srgbClr val="6E332E"/>
                </a:solidFill>
                <a:latin typeface="Neue Machina Ultra-Bold"/>
                <a:ea typeface="Neue Machina Ultra-Bold"/>
                <a:cs typeface="Neue Machina Ultra-Bold"/>
                <a:sym typeface="Neue Machina Ultra-Bold"/>
              </a:rPr>
              <a:t>Objective 02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E332E"/>
        </a:solidFill>
        <a:effectLst/>
      </p:bgPr>
    </p:bg>
    <p:spTree>
      <p:nvGrpSpPr>
        <p:cNvPr id="1" name=""/>
        <p:cNvGrpSpPr/>
        <p:nvPr/>
      </p:nvGrpSpPr>
      <p:grpSpPr>
        <a:xfrm>
          <a:off x="0" y="0"/>
          <a:ext cx="0" cy="0"/>
          <a:chOff x="0" y="0"/>
          <a:chExt cx="0" cy="0"/>
        </a:xfrm>
      </p:grpSpPr>
      <p:grpSp>
        <p:nvGrpSpPr>
          <p:cNvPr id="2" name="Group 2"/>
          <p:cNvGrpSpPr/>
          <p:nvPr/>
        </p:nvGrpSpPr>
        <p:grpSpPr>
          <a:xfrm>
            <a:off x="-1312964" y="580144"/>
            <a:ext cx="7875810" cy="1595230"/>
            <a:chOff x="0" y="0"/>
            <a:chExt cx="2074287" cy="420143"/>
          </a:xfrm>
        </p:grpSpPr>
        <p:sp>
          <p:nvSpPr>
            <p:cNvPr id="3" name="Freeform 3"/>
            <p:cNvSpPr/>
            <p:nvPr/>
          </p:nvSpPr>
          <p:spPr>
            <a:xfrm>
              <a:off x="0" y="0"/>
              <a:ext cx="2074287" cy="420143"/>
            </a:xfrm>
            <a:custGeom>
              <a:avLst/>
              <a:gdLst/>
              <a:ahLst/>
              <a:cxnLst/>
              <a:rect l="l" t="t" r="r" b="b"/>
              <a:pathLst>
                <a:path w="2074287" h="420143">
                  <a:moveTo>
                    <a:pt x="98300" y="0"/>
                  </a:moveTo>
                  <a:lnTo>
                    <a:pt x="1975987" y="0"/>
                  </a:lnTo>
                  <a:cubicBezTo>
                    <a:pt x="2030277" y="0"/>
                    <a:pt x="2074287" y="44010"/>
                    <a:pt x="2074287" y="98300"/>
                  </a:cubicBezTo>
                  <a:lnTo>
                    <a:pt x="2074287" y="321843"/>
                  </a:lnTo>
                  <a:cubicBezTo>
                    <a:pt x="2074287" y="347914"/>
                    <a:pt x="2063931" y="372917"/>
                    <a:pt x="2045496" y="391352"/>
                  </a:cubicBezTo>
                  <a:cubicBezTo>
                    <a:pt x="2027061" y="409786"/>
                    <a:pt x="2002058" y="420143"/>
                    <a:pt x="1975987" y="420143"/>
                  </a:cubicBezTo>
                  <a:lnTo>
                    <a:pt x="98300" y="420143"/>
                  </a:lnTo>
                  <a:cubicBezTo>
                    <a:pt x="72229" y="420143"/>
                    <a:pt x="47226" y="409786"/>
                    <a:pt x="28791" y="391352"/>
                  </a:cubicBezTo>
                  <a:cubicBezTo>
                    <a:pt x="10357" y="372917"/>
                    <a:pt x="0" y="347914"/>
                    <a:pt x="0" y="321843"/>
                  </a:cubicBezTo>
                  <a:lnTo>
                    <a:pt x="0" y="98300"/>
                  </a:lnTo>
                  <a:cubicBezTo>
                    <a:pt x="0" y="72229"/>
                    <a:pt x="10357" y="47226"/>
                    <a:pt x="28791" y="28791"/>
                  </a:cubicBezTo>
                  <a:cubicBezTo>
                    <a:pt x="47226" y="10357"/>
                    <a:pt x="72229" y="0"/>
                    <a:pt x="98300" y="0"/>
                  </a:cubicBezTo>
                  <a:close/>
                </a:path>
              </a:pathLst>
            </a:custGeom>
            <a:ln w="38100" cap="rnd">
              <a:solidFill>
                <a:srgbClr val="D5D7D5"/>
              </a:solidFill>
              <a:prstDash val="solid"/>
              <a:round/>
            </a:ln>
          </p:spPr>
        </p:sp>
        <p:sp>
          <p:nvSpPr>
            <p:cNvPr id="4" name="TextBox 4"/>
            <p:cNvSpPr txBox="1"/>
            <p:nvPr/>
          </p:nvSpPr>
          <p:spPr>
            <a:xfrm>
              <a:off x="0" y="-28575"/>
              <a:ext cx="2074287" cy="44871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832684" y="973325"/>
            <a:ext cx="110750" cy="11075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D5D7D5"/>
              </a:solidFill>
              <a:prstDash val="solid"/>
              <a:miter/>
            </a:ln>
          </p:spPr>
        </p:sp>
        <p:sp>
          <p:nvSpPr>
            <p:cNvPr id="7" name="TextBox 7"/>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8" name="TextBox 8"/>
          <p:cNvSpPr txBox="1"/>
          <p:nvPr/>
        </p:nvSpPr>
        <p:spPr>
          <a:xfrm>
            <a:off x="1028700" y="1152525"/>
            <a:ext cx="5194877" cy="574294"/>
          </a:xfrm>
          <a:prstGeom prst="rect">
            <a:avLst/>
          </a:prstGeom>
        </p:spPr>
        <p:txBody>
          <a:bodyPr lIns="0" tIns="0" rIns="0" bIns="0" rtlCol="0" anchor="t">
            <a:spAutoFit/>
          </a:bodyPr>
          <a:lstStyle/>
          <a:p>
            <a:pPr algn="l">
              <a:lnSpc>
                <a:spcPts val="4012"/>
              </a:lnSpc>
            </a:pPr>
            <a:r>
              <a:rPr lang="en-US" sz="4612" b="1">
                <a:solidFill>
                  <a:srgbClr val="FFFFFF"/>
                </a:solidFill>
                <a:latin typeface="Neue Machina Ultra-Bold"/>
                <a:ea typeface="Neue Machina Ultra-Bold"/>
                <a:cs typeface="Neue Machina Ultra-Bold"/>
                <a:sym typeface="Neue Machina Ultra-Bold"/>
              </a:rPr>
              <a:t>Methodology</a:t>
            </a:r>
          </a:p>
        </p:txBody>
      </p:sp>
      <p:sp>
        <p:nvSpPr>
          <p:cNvPr id="9" name="AutoShape 9"/>
          <p:cNvSpPr/>
          <p:nvPr/>
        </p:nvSpPr>
        <p:spPr>
          <a:xfrm>
            <a:off x="-1117835" y="9220026"/>
            <a:ext cx="6743748" cy="0"/>
          </a:xfrm>
          <a:prstGeom prst="line">
            <a:avLst/>
          </a:prstGeom>
          <a:ln w="38100" cap="flat">
            <a:solidFill>
              <a:srgbClr val="D5D7D5"/>
            </a:solidFill>
            <a:prstDash val="solid"/>
            <a:headEnd type="none" w="sm" len="sm"/>
            <a:tailEnd type="oval" w="lg" len="lg"/>
          </a:ln>
        </p:spPr>
      </p:sp>
      <p:sp>
        <p:nvSpPr>
          <p:cNvPr id="10" name="AutoShape 10"/>
          <p:cNvSpPr/>
          <p:nvPr/>
        </p:nvSpPr>
        <p:spPr>
          <a:xfrm flipH="1">
            <a:off x="12662087" y="9220026"/>
            <a:ext cx="6743748" cy="0"/>
          </a:xfrm>
          <a:prstGeom prst="line">
            <a:avLst/>
          </a:prstGeom>
          <a:ln w="38100" cap="flat">
            <a:solidFill>
              <a:srgbClr val="D5D7D5"/>
            </a:solidFill>
            <a:prstDash val="solid"/>
            <a:headEnd type="none" w="sm" len="sm"/>
            <a:tailEnd type="oval" w="lg" len="lg"/>
          </a:ln>
        </p:spPr>
      </p:sp>
      <p:sp>
        <p:nvSpPr>
          <p:cNvPr id="11" name="TextBox 11"/>
          <p:cNvSpPr txBox="1"/>
          <p:nvPr/>
        </p:nvSpPr>
        <p:spPr>
          <a:xfrm>
            <a:off x="6562845" y="9012063"/>
            <a:ext cx="5162309" cy="358775"/>
          </a:xfrm>
          <a:prstGeom prst="rect">
            <a:avLst/>
          </a:prstGeom>
        </p:spPr>
        <p:txBody>
          <a:bodyPr lIns="0" tIns="0" rIns="0" bIns="0" rtlCol="0" anchor="t">
            <a:spAutoFit/>
          </a:bodyPr>
          <a:lstStyle/>
          <a:p>
            <a:pPr algn="ctr">
              <a:lnSpc>
                <a:spcPts val="2800"/>
              </a:lnSpc>
            </a:pPr>
            <a:r>
              <a:rPr lang="en-US" sz="2000">
                <a:solidFill>
                  <a:srgbClr val="FFFFFF"/>
                </a:solidFill>
                <a:latin typeface="Neue Machina"/>
                <a:ea typeface="Neue Machina"/>
                <a:cs typeface="Neue Machina"/>
                <a:sym typeface="Neue Machina"/>
              </a:rPr>
              <a:t>Chemistry 2023 | Borcelle University</a:t>
            </a:r>
          </a:p>
        </p:txBody>
      </p:sp>
      <p:sp>
        <p:nvSpPr>
          <p:cNvPr id="12" name="TextBox 12"/>
          <p:cNvSpPr txBox="1"/>
          <p:nvPr/>
        </p:nvSpPr>
        <p:spPr>
          <a:xfrm>
            <a:off x="15888059" y="820738"/>
            <a:ext cx="1371241" cy="358775"/>
          </a:xfrm>
          <a:prstGeom prst="rect">
            <a:avLst/>
          </a:prstGeom>
        </p:spPr>
        <p:txBody>
          <a:bodyPr lIns="0" tIns="0" rIns="0" bIns="0" rtlCol="0" anchor="t">
            <a:spAutoFit/>
          </a:bodyPr>
          <a:lstStyle/>
          <a:p>
            <a:pPr algn="r">
              <a:lnSpc>
                <a:spcPts val="2800"/>
              </a:lnSpc>
            </a:pPr>
            <a:r>
              <a:rPr lang="en-US" sz="2000">
                <a:solidFill>
                  <a:srgbClr val="FFFFFF"/>
                </a:solidFill>
                <a:latin typeface="Neue Machina"/>
                <a:ea typeface="Neue Machina"/>
                <a:cs typeface="Neue Machina"/>
                <a:sym typeface="Neue Machina"/>
              </a:rPr>
              <a:t>Page 08</a:t>
            </a:r>
          </a:p>
        </p:txBody>
      </p:sp>
      <p:grpSp>
        <p:nvGrpSpPr>
          <p:cNvPr id="13" name="Group 13"/>
          <p:cNvGrpSpPr/>
          <p:nvPr/>
        </p:nvGrpSpPr>
        <p:grpSpPr>
          <a:xfrm>
            <a:off x="15633392" y="973325"/>
            <a:ext cx="110750" cy="11075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p:spPr>
        </p:sp>
        <p:sp>
          <p:nvSpPr>
            <p:cNvPr id="15" name="TextBox 15"/>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grpSp>
        <p:nvGrpSpPr>
          <p:cNvPr id="16" name="Group 16"/>
          <p:cNvGrpSpPr/>
          <p:nvPr/>
        </p:nvGrpSpPr>
        <p:grpSpPr>
          <a:xfrm>
            <a:off x="15434100" y="973325"/>
            <a:ext cx="110750" cy="110750"/>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D5D7D5"/>
              </a:solidFill>
              <a:prstDash val="solid"/>
              <a:miter/>
            </a:ln>
          </p:spPr>
        </p:sp>
        <p:sp>
          <p:nvSpPr>
            <p:cNvPr id="18" name="TextBox 18"/>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19" name="TextBox 19"/>
          <p:cNvSpPr txBox="1"/>
          <p:nvPr/>
        </p:nvSpPr>
        <p:spPr>
          <a:xfrm>
            <a:off x="1790184" y="4485756"/>
            <a:ext cx="3669278" cy="3168650"/>
          </a:xfrm>
          <a:prstGeom prst="rect">
            <a:avLst/>
          </a:prstGeom>
        </p:spPr>
        <p:txBody>
          <a:bodyPr lIns="0" tIns="0" rIns="0" bIns="0" rtlCol="0" anchor="t">
            <a:spAutoFit/>
          </a:bodyPr>
          <a:lstStyle/>
          <a:p>
            <a:pPr algn="ctr">
              <a:lnSpc>
                <a:spcPts val="2800"/>
              </a:lnSpc>
            </a:pPr>
            <a:r>
              <a:rPr lang="en-US" sz="2000">
                <a:solidFill>
                  <a:srgbClr val="FFFFFF"/>
                </a:solidFill>
                <a:latin typeface="DM Sans"/>
                <a:ea typeface="DM Sans"/>
                <a:cs typeface="DM Sans"/>
                <a:sym typeface="DM Sans"/>
              </a:rPr>
              <a:t>Lorem ipsum dolor sit amet, consectetur adipiscing elit. Aliquam quis nunc dolor. Suspendisse nisi dolor, congue vel consectetur sed, rhoncus non augue. Morbi quis purus in elit interdum venenatis. Suspendisse pharetra rhoncus velit eget tempor.</a:t>
            </a:r>
          </a:p>
        </p:txBody>
      </p:sp>
      <p:sp>
        <p:nvSpPr>
          <p:cNvPr id="20" name="TextBox 20"/>
          <p:cNvSpPr txBox="1"/>
          <p:nvPr/>
        </p:nvSpPr>
        <p:spPr>
          <a:xfrm>
            <a:off x="1440839" y="3704482"/>
            <a:ext cx="4367968" cy="423759"/>
          </a:xfrm>
          <a:prstGeom prst="rect">
            <a:avLst/>
          </a:prstGeom>
        </p:spPr>
        <p:txBody>
          <a:bodyPr lIns="0" tIns="0" rIns="0" bIns="0" rtlCol="0" anchor="t">
            <a:spAutoFit/>
          </a:bodyPr>
          <a:lstStyle/>
          <a:p>
            <a:pPr algn="ctr">
              <a:lnSpc>
                <a:spcPts val="3092"/>
              </a:lnSpc>
            </a:pPr>
            <a:r>
              <a:rPr lang="en-US" sz="3554" b="1">
                <a:solidFill>
                  <a:srgbClr val="FFFFFF"/>
                </a:solidFill>
                <a:latin typeface="Neue Machina Ultra-Bold"/>
                <a:ea typeface="Neue Machina Ultra-Bold"/>
                <a:cs typeface="Neue Machina Ultra-Bold"/>
                <a:sym typeface="Neue Machina Ultra-Bold"/>
              </a:rPr>
              <a:t>Methodology  01</a:t>
            </a:r>
          </a:p>
        </p:txBody>
      </p:sp>
      <p:sp>
        <p:nvSpPr>
          <p:cNvPr id="21" name="TextBox 21"/>
          <p:cNvSpPr txBox="1"/>
          <p:nvPr/>
        </p:nvSpPr>
        <p:spPr>
          <a:xfrm>
            <a:off x="7310677" y="4485756"/>
            <a:ext cx="3669278" cy="3168650"/>
          </a:xfrm>
          <a:prstGeom prst="rect">
            <a:avLst/>
          </a:prstGeom>
        </p:spPr>
        <p:txBody>
          <a:bodyPr lIns="0" tIns="0" rIns="0" bIns="0" rtlCol="0" anchor="t">
            <a:spAutoFit/>
          </a:bodyPr>
          <a:lstStyle/>
          <a:p>
            <a:pPr algn="ctr">
              <a:lnSpc>
                <a:spcPts val="2800"/>
              </a:lnSpc>
            </a:pPr>
            <a:r>
              <a:rPr lang="en-US" sz="2000">
                <a:solidFill>
                  <a:srgbClr val="FFFFFF"/>
                </a:solidFill>
                <a:latin typeface="DM Sans"/>
                <a:ea typeface="DM Sans"/>
                <a:cs typeface="DM Sans"/>
                <a:sym typeface="DM Sans"/>
              </a:rPr>
              <a:t>Lorem ipsum dolor sit amet, consectetur adipiscing elit. Aliquam quis nunc dolor. Suspendisse nisi dolor, congue vel consectetur sed, rhoncus non augue. Morbi quis purus in elit interdum venenatis. Suspendisse pharetra rhoncus velit eget tempor.</a:t>
            </a:r>
          </a:p>
        </p:txBody>
      </p:sp>
      <p:sp>
        <p:nvSpPr>
          <p:cNvPr id="22" name="TextBox 22"/>
          <p:cNvSpPr txBox="1"/>
          <p:nvPr/>
        </p:nvSpPr>
        <p:spPr>
          <a:xfrm>
            <a:off x="6961332" y="3704482"/>
            <a:ext cx="4367968" cy="423759"/>
          </a:xfrm>
          <a:prstGeom prst="rect">
            <a:avLst/>
          </a:prstGeom>
        </p:spPr>
        <p:txBody>
          <a:bodyPr lIns="0" tIns="0" rIns="0" bIns="0" rtlCol="0" anchor="t">
            <a:spAutoFit/>
          </a:bodyPr>
          <a:lstStyle/>
          <a:p>
            <a:pPr algn="ctr">
              <a:lnSpc>
                <a:spcPts val="3092"/>
              </a:lnSpc>
            </a:pPr>
            <a:r>
              <a:rPr lang="en-US" sz="3554" b="1">
                <a:solidFill>
                  <a:srgbClr val="FFFFFF"/>
                </a:solidFill>
                <a:latin typeface="Neue Machina Ultra-Bold"/>
                <a:ea typeface="Neue Machina Ultra-Bold"/>
                <a:cs typeface="Neue Machina Ultra-Bold"/>
                <a:sym typeface="Neue Machina Ultra-Bold"/>
              </a:rPr>
              <a:t>Methodology  02</a:t>
            </a:r>
          </a:p>
        </p:txBody>
      </p:sp>
      <p:sp>
        <p:nvSpPr>
          <p:cNvPr id="23" name="TextBox 23"/>
          <p:cNvSpPr txBox="1"/>
          <p:nvPr/>
        </p:nvSpPr>
        <p:spPr>
          <a:xfrm>
            <a:off x="12828538" y="4485756"/>
            <a:ext cx="3669278" cy="3168650"/>
          </a:xfrm>
          <a:prstGeom prst="rect">
            <a:avLst/>
          </a:prstGeom>
        </p:spPr>
        <p:txBody>
          <a:bodyPr lIns="0" tIns="0" rIns="0" bIns="0" rtlCol="0" anchor="t">
            <a:spAutoFit/>
          </a:bodyPr>
          <a:lstStyle/>
          <a:p>
            <a:pPr algn="ctr">
              <a:lnSpc>
                <a:spcPts val="2800"/>
              </a:lnSpc>
            </a:pPr>
            <a:r>
              <a:rPr lang="en-US" sz="2000">
                <a:solidFill>
                  <a:srgbClr val="FFFFFF"/>
                </a:solidFill>
                <a:latin typeface="DM Sans"/>
                <a:ea typeface="DM Sans"/>
                <a:cs typeface="DM Sans"/>
                <a:sym typeface="DM Sans"/>
              </a:rPr>
              <a:t>Lorem ipsum dolor sit amet, consectetur adipiscing elit. Aliquam quis nunc dolor. Suspendisse nisi dolor, congue vel consectetur sed, rhoncus non augue. Morbi quis purus in elit interdum venenatis. Suspendisse pharetra rhoncus velit eget tempor.</a:t>
            </a:r>
          </a:p>
        </p:txBody>
      </p:sp>
      <p:sp>
        <p:nvSpPr>
          <p:cNvPr id="24" name="TextBox 24"/>
          <p:cNvSpPr txBox="1"/>
          <p:nvPr/>
        </p:nvSpPr>
        <p:spPr>
          <a:xfrm>
            <a:off x="12479193" y="3704482"/>
            <a:ext cx="4367968" cy="423759"/>
          </a:xfrm>
          <a:prstGeom prst="rect">
            <a:avLst/>
          </a:prstGeom>
        </p:spPr>
        <p:txBody>
          <a:bodyPr lIns="0" tIns="0" rIns="0" bIns="0" rtlCol="0" anchor="t">
            <a:spAutoFit/>
          </a:bodyPr>
          <a:lstStyle/>
          <a:p>
            <a:pPr algn="ctr">
              <a:lnSpc>
                <a:spcPts val="3092"/>
              </a:lnSpc>
            </a:pPr>
            <a:r>
              <a:rPr lang="en-US" sz="3554" b="1">
                <a:solidFill>
                  <a:srgbClr val="FFFFFF"/>
                </a:solidFill>
                <a:latin typeface="Neue Machina Ultra-Bold"/>
                <a:ea typeface="Neue Machina Ultra-Bold"/>
                <a:cs typeface="Neue Machina Ultra-Bold"/>
                <a:sym typeface="Neue Machina Ultra-Bold"/>
              </a:rPr>
              <a:t>Methodology  03</a:t>
            </a:r>
          </a:p>
        </p:txBody>
      </p:sp>
      <p:sp>
        <p:nvSpPr>
          <p:cNvPr id="25" name="AutoShape 25"/>
          <p:cNvSpPr/>
          <p:nvPr/>
        </p:nvSpPr>
        <p:spPr>
          <a:xfrm>
            <a:off x="6383686" y="3164367"/>
            <a:ext cx="0" cy="4867625"/>
          </a:xfrm>
          <a:prstGeom prst="line">
            <a:avLst/>
          </a:prstGeom>
          <a:ln w="38100" cap="flat">
            <a:solidFill>
              <a:srgbClr val="D5D7D5"/>
            </a:solidFill>
            <a:prstDash val="solid"/>
            <a:headEnd type="none" w="sm" len="sm"/>
            <a:tailEnd type="none" w="sm" len="sm"/>
          </a:ln>
        </p:spPr>
      </p:sp>
      <p:sp>
        <p:nvSpPr>
          <p:cNvPr id="26" name="AutoShape 26"/>
          <p:cNvSpPr/>
          <p:nvPr/>
        </p:nvSpPr>
        <p:spPr>
          <a:xfrm>
            <a:off x="11904314" y="3164367"/>
            <a:ext cx="0" cy="4867625"/>
          </a:xfrm>
          <a:prstGeom prst="line">
            <a:avLst/>
          </a:prstGeom>
          <a:ln w="38100" cap="flat">
            <a:solidFill>
              <a:srgbClr val="D5D7D5"/>
            </a:solidFill>
            <a:prstDash val="solid"/>
            <a:headEnd type="none" w="sm" len="sm"/>
            <a:tailEnd type="none" w="sm" len="sm"/>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E332E"/>
        </a:solidFill>
        <a:effectLst/>
      </p:bgPr>
    </p:bg>
    <p:spTree>
      <p:nvGrpSpPr>
        <p:cNvPr id="1" name=""/>
        <p:cNvGrpSpPr/>
        <p:nvPr/>
      </p:nvGrpSpPr>
      <p:grpSpPr>
        <a:xfrm>
          <a:off x="0" y="0"/>
          <a:ext cx="0" cy="0"/>
          <a:chOff x="0" y="0"/>
          <a:chExt cx="0" cy="0"/>
        </a:xfrm>
      </p:grpSpPr>
      <p:grpSp>
        <p:nvGrpSpPr>
          <p:cNvPr id="2" name="Group 2"/>
          <p:cNvGrpSpPr/>
          <p:nvPr/>
        </p:nvGrpSpPr>
        <p:grpSpPr>
          <a:xfrm>
            <a:off x="-1312964" y="580144"/>
            <a:ext cx="8708526" cy="1595230"/>
            <a:chOff x="0" y="0"/>
            <a:chExt cx="2293604" cy="420143"/>
          </a:xfrm>
        </p:grpSpPr>
        <p:sp>
          <p:nvSpPr>
            <p:cNvPr id="3" name="Freeform 3"/>
            <p:cNvSpPr/>
            <p:nvPr/>
          </p:nvSpPr>
          <p:spPr>
            <a:xfrm>
              <a:off x="0" y="0"/>
              <a:ext cx="2293604" cy="420143"/>
            </a:xfrm>
            <a:custGeom>
              <a:avLst/>
              <a:gdLst/>
              <a:ahLst/>
              <a:cxnLst/>
              <a:rect l="l" t="t" r="r" b="b"/>
              <a:pathLst>
                <a:path w="2293604" h="420143">
                  <a:moveTo>
                    <a:pt x="88900" y="0"/>
                  </a:moveTo>
                  <a:lnTo>
                    <a:pt x="2204703" y="0"/>
                  </a:lnTo>
                  <a:cubicBezTo>
                    <a:pt x="2228281" y="0"/>
                    <a:pt x="2250893" y="9366"/>
                    <a:pt x="2267565" y="26038"/>
                  </a:cubicBezTo>
                  <a:cubicBezTo>
                    <a:pt x="2284237" y="42710"/>
                    <a:pt x="2293604" y="65323"/>
                    <a:pt x="2293604" y="88900"/>
                  </a:cubicBezTo>
                  <a:lnTo>
                    <a:pt x="2293604" y="331242"/>
                  </a:lnTo>
                  <a:cubicBezTo>
                    <a:pt x="2293604" y="380341"/>
                    <a:pt x="2253802" y="420143"/>
                    <a:pt x="2204703" y="420143"/>
                  </a:cubicBezTo>
                  <a:lnTo>
                    <a:pt x="88900" y="420143"/>
                  </a:lnTo>
                  <a:cubicBezTo>
                    <a:pt x="65323" y="420143"/>
                    <a:pt x="42710" y="410777"/>
                    <a:pt x="26038" y="394105"/>
                  </a:cubicBezTo>
                  <a:cubicBezTo>
                    <a:pt x="9366" y="377433"/>
                    <a:pt x="0" y="354820"/>
                    <a:pt x="0" y="331242"/>
                  </a:cubicBezTo>
                  <a:lnTo>
                    <a:pt x="0" y="88900"/>
                  </a:lnTo>
                  <a:cubicBezTo>
                    <a:pt x="0" y="39802"/>
                    <a:pt x="39802" y="0"/>
                    <a:pt x="88900" y="0"/>
                  </a:cubicBezTo>
                  <a:close/>
                </a:path>
              </a:pathLst>
            </a:custGeom>
            <a:ln w="38100" cap="rnd">
              <a:solidFill>
                <a:srgbClr val="D5D7D5"/>
              </a:solidFill>
              <a:prstDash val="solid"/>
              <a:round/>
            </a:ln>
          </p:spPr>
        </p:sp>
        <p:sp>
          <p:nvSpPr>
            <p:cNvPr id="4" name="TextBox 4"/>
            <p:cNvSpPr txBox="1"/>
            <p:nvPr/>
          </p:nvSpPr>
          <p:spPr>
            <a:xfrm>
              <a:off x="0" y="-28575"/>
              <a:ext cx="2293604" cy="44871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832684" y="973325"/>
            <a:ext cx="110750" cy="11075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D5D7D5"/>
              </a:solidFill>
              <a:prstDash val="solid"/>
              <a:miter/>
            </a:ln>
          </p:spPr>
        </p:sp>
        <p:sp>
          <p:nvSpPr>
            <p:cNvPr id="7" name="TextBox 7"/>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8" name="TextBox 8"/>
          <p:cNvSpPr txBox="1"/>
          <p:nvPr/>
        </p:nvSpPr>
        <p:spPr>
          <a:xfrm>
            <a:off x="1028700" y="1152525"/>
            <a:ext cx="5819007" cy="574294"/>
          </a:xfrm>
          <a:prstGeom prst="rect">
            <a:avLst/>
          </a:prstGeom>
        </p:spPr>
        <p:txBody>
          <a:bodyPr lIns="0" tIns="0" rIns="0" bIns="0" rtlCol="0" anchor="t">
            <a:spAutoFit/>
          </a:bodyPr>
          <a:lstStyle/>
          <a:p>
            <a:pPr algn="l">
              <a:lnSpc>
                <a:spcPts val="4012"/>
              </a:lnSpc>
            </a:pPr>
            <a:r>
              <a:rPr lang="en-US" sz="4612" b="1">
                <a:solidFill>
                  <a:srgbClr val="FFFFFF"/>
                </a:solidFill>
                <a:latin typeface="Neue Machina Ultra-Bold"/>
                <a:ea typeface="Neue Machina Ultra-Bold"/>
                <a:cs typeface="Neue Machina Ultra-Bold"/>
                <a:sym typeface="Neue Machina Ultra-Bold"/>
              </a:rPr>
              <a:t>Implementation</a:t>
            </a:r>
          </a:p>
        </p:txBody>
      </p:sp>
      <p:sp>
        <p:nvSpPr>
          <p:cNvPr id="9" name="AutoShape 9"/>
          <p:cNvSpPr/>
          <p:nvPr/>
        </p:nvSpPr>
        <p:spPr>
          <a:xfrm>
            <a:off x="-1117835" y="9220026"/>
            <a:ext cx="6743748" cy="0"/>
          </a:xfrm>
          <a:prstGeom prst="line">
            <a:avLst/>
          </a:prstGeom>
          <a:ln w="38100" cap="flat">
            <a:solidFill>
              <a:srgbClr val="D5D7D5"/>
            </a:solidFill>
            <a:prstDash val="solid"/>
            <a:headEnd type="none" w="sm" len="sm"/>
            <a:tailEnd type="oval" w="lg" len="lg"/>
          </a:ln>
        </p:spPr>
      </p:sp>
      <p:sp>
        <p:nvSpPr>
          <p:cNvPr id="10" name="AutoShape 10"/>
          <p:cNvSpPr/>
          <p:nvPr/>
        </p:nvSpPr>
        <p:spPr>
          <a:xfrm flipH="1">
            <a:off x="12662087" y="9220026"/>
            <a:ext cx="6743748" cy="0"/>
          </a:xfrm>
          <a:prstGeom prst="line">
            <a:avLst/>
          </a:prstGeom>
          <a:ln w="38100" cap="flat">
            <a:solidFill>
              <a:srgbClr val="D5D7D5"/>
            </a:solidFill>
            <a:prstDash val="solid"/>
            <a:headEnd type="none" w="sm" len="sm"/>
            <a:tailEnd type="oval" w="lg" len="lg"/>
          </a:ln>
        </p:spPr>
      </p:sp>
      <p:sp>
        <p:nvSpPr>
          <p:cNvPr id="11" name="TextBox 11"/>
          <p:cNvSpPr txBox="1"/>
          <p:nvPr/>
        </p:nvSpPr>
        <p:spPr>
          <a:xfrm>
            <a:off x="6562845" y="9012063"/>
            <a:ext cx="5162309" cy="358775"/>
          </a:xfrm>
          <a:prstGeom prst="rect">
            <a:avLst/>
          </a:prstGeom>
        </p:spPr>
        <p:txBody>
          <a:bodyPr lIns="0" tIns="0" rIns="0" bIns="0" rtlCol="0" anchor="t">
            <a:spAutoFit/>
          </a:bodyPr>
          <a:lstStyle/>
          <a:p>
            <a:pPr algn="ctr">
              <a:lnSpc>
                <a:spcPts val="2800"/>
              </a:lnSpc>
            </a:pPr>
            <a:r>
              <a:rPr lang="en-US" sz="2000">
                <a:solidFill>
                  <a:srgbClr val="FFFFFF"/>
                </a:solidFill>
                <a:latin typeface="Neue Machina"/>
                <a:ea typeface="Neue Machina"/>
                <a:cs typeface="Neue Machina"/>
                <a:sym typeface="Neue Machina"/>
              </a:rPr>
              <a:t>Drew Feig | Chemistry 2023</a:t>
            </a:r>
          </a:p>
        </p:txBody>
      </p:sp>
      <p:sp>
        <p:nvSpPr>
          <p:cNvPr id="12" name="TextBox 12"/>
          <p:cNvSpPr txBox="1"/>
          <p:nvPr/>
        </p:nvSpPr>
        <p:spPr>
          <a:xfrm>
            <a:off x="15888059" y="820738"/>
            <a:ext cx="1371241" cy="358775"/>
          </a:xfrm>
          <a:prstGeom prst="rect">
            <a:avLst/>
          </a:prstGeom>
        </p:spPr>
        <p:txBody>
          <a:bodyPr lIns="0" tIns="0" rIns="0" bIns="0" rtlCol="0" anchor="t">
            <a:spAutoFit/>
          </a:bodyPr>
          <a:lstStyle/>
          <a:p>
            <a:pPr algn="r">
              <a:lnSpc>
                <a:spcPts val="2800"/>
              </a:lnSpc>
            </a:pPr>
            <a:r>
              <a:rPr lang="en-US" sz="2000">
                <a:solidFill>
                  <a:srgbClr val="FFFFFF"/>
                </a:solidFill>
                <a:latin typeface="Neue Machina"/>
                <a:ea typeface="Neue Machina"/>
                <a:cs typeface="Neue Machina"/>
                <a:sym typeface="Neue Machina"/>
              </a:rPr>
              <a:t>Page 09</a:t>
            </a:r>
          </a:p>
        </p:txBody>
      </p:sp>
      <p:grpSp>
        <p:nvGrpSpPr>
          <p:cNvPr id="13" name="Group 13"/>
          <p:cNvGrpSpPr/>
          <p:nvPr/>
        </p:nvGrpSpPr>
        <p:grpSpPr>
          <a:xfrm>
            <a:off x="15633392" y="973325"/>
            <a:ext cx="110750" cy="11075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p:spPr>
        </p:sp>
        <p:sp>
          <p:nvSpPr>
            <p:cNvPr id="15" name="TextBox 15"/>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grpSp>
        <p:nvGrpSpPr>
          <p:cNvPr id="16" name="Group 16"/>
          <p:cNvGrpSpPr/>
          <p:nvPr/>
        </p:nvGrpSpPr>
        <p:grpSpPr>
          <a:xfrm>
            <a:off x="15434100" y="973325"/>
            <a:ext cx="110750" cy="110750"/>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D5D7D5"/>
              </a:solidFill>
              <a:prstDash val="solid"/>
              <a:miter/>
            </a:ln>
          </p:spPr>
        </p:sp>
        <p:sp>
          <p:nvSpPr>
            <p:cNvPr id="18" name="TextBox 18"/>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grpSp>
        <p:nvGrpSpPr>
          <p:cNvPr id="19" name="Group 19"/>
          <p:cNvGrpSpPr/>
          <p:nvPr/>
        </p:nvGrpSpPr>
        <p:grpSpPr>
          <a:xfrm>
            <a:off x="1529361" y="3981639"/>
            <a:ext cx="2307958" cy="682181"/>
            <a:chOff x="0" y="0"/>
            <a:chExt cx="1374934" cy="406400"/>
          </a:xfrm>
        </p:grpSpPr>
        <p:sp>
          <p:nvSpPr>
            <p:cNvPr id="20" name="Freeform 20"/>
            <p:cNvSpPr/>
            <p:nvPr/>
          </p:nvSpPr>
          <p:spPr>
            <a:xfrm>
              <a:off x="0" y="0"/>
              <a:ext cx="1374934" cy="406400"/>
            </a:xfrm>
            <a:custGeom>
              <a:avLst/>
              <a:gdLst/>
              <a:ahLst/>
              <a:cxnLst/>
              <a:rect l="l" t="t" r="r" b="b"/>
              <a:pathLst>
                <a:path w="1374934" h="406400">
                  <a:moveTo>
                    <a:pt x="1171734" y="0"/>
                  </a:moveTo>
                  <a:cubicBezTo>
                    <a:pt x="1283958" y="0"/>
                    <a:pt x="1374934" y="90976"/>
                    <a:pt x="1374934" y="203200"/>
                  </a:cubicBezTo>
                  <a:cubicBezTo>
                    <a:pt x="1374934" y="315424"/>
                    <a:pt x="1283958" y="406400"/>
                    <a:pt x="1171734" y="406400"/>
                  </a:cubicBezTo>
                  <a:lnTo>
                    <a:pt x="203200" y="406400"/>
                  </a:lnTo>
                  <a:cubicBezTo>
                    <a:pt x="90976" y="406400"/>
                    <a:pt x="0" y="315424"/>
                    <a:pt x="0" y="203200"/>
                  </a:cubicBezTo>
                  <a:cubicBezTo>
                    <a:pt x="0" y="90976"/>
                    <a:pt x="90976" y="0"/>
                    <a:pt x="203200" y="0"/>
                  </a:cubicBezTo>
                  <a:close/>
                </a:path>
              </a:pathLst>
            </a:custGeom>
            <a:solidFill>
              <a:srgbClr val="D5D7D5"/>
            </a:solidFill>
            <a:ln cap="sq">
              <a:noFill/>
              <a:prstDash val="solid"/>
              <a:miter/>
            </a:ln>
          </p:spPr>
        </p:sp>
        <p:sp>
          <p:nvSpPr>
            <p:cNvPr id="21" name="TextBox 21"/>
            <p:cNvSpPr txBox="1"/>
            <p:nvPr/>
          </p:nvSpPr>
          <p:spPr>
            <a:xfrm>
              <a:off x="0" y="38100"/>
              <a:ext cx="1374934" cy="368300"/>
            </a:xfrm>
            <a:prstGeom prst="rect">
              <a:avLst/>
            </a:prstGeom>
          </p:spPr>
          <p:txBody>
            <a:bodyPr lIns="50800" tIns="50800" rIns="50800" bIns="50800" rtlCol="0" anchor="ctr"/>
            <a:lstStyle/>
            <a:p>
              <a:pPr algn="ctr">
                <a:lnSpc>
                  <a:spcPts val="2174"/>
                </a:lnSpc>
              </a:pPr>
              <a:endParaRPr/>
            </a:p>
          </p:txBody>
        </p:sp>
      </p:grpSp>
      <p:sp>
        <p:nvSpPr>
          <p:cNvPr id="22" name="TextBox 22"/>
          <p:cNvSpPr txBox="1"/>
          <p:nvPr/>
        </p:nvSpPr>
        <p:spPr>
          <a:xfrm>
            <a:off x="1903910" y="5151176"/>
            <a:ext cx="3993849" cy="1671623"/>
          </a:xfrm>
          <a:prstGeom prst="rect">
            <a:avLst/>
          </a:prstGeom>
        </p:spPr>
        <p:txBody>
          <a:bodyPr lIns="0" tIns="0" rIns="0" bIns="0" rtlCol="0" anchor="t">
            <a:spAutoFit/>
          </a:bodyPr>
          <a:lstStyle/>
          <a:p>
            <a:pPr algn="l">
              <a:lnSpc>
                <a:spcPts val="3329"/>
              </a:lnSpc>
            </a:pPr>
            <a:r>
              <a:rPr lang="en-US" sz="2377">
                <a:solidFill>
                  <a:srgbClr val="FFFFFF"/>
                </a:solidFill>
                <a:latin typeface="DM Sans"/>
                <a:ea typeface="DM Sans"/>
                <a:cs typeface="DM Sans"/>
                <a:sym typeface="DM Sans"/>
              </a:rPr>
              <a:t>Lorem ipsum dolor sit amet, consectetur adipiscing elit. Sed tincidunt ac turpis vel cursus. Integer nec odio. </a:t>
            </a:r>
          </a:p>
        </p:txBody>
      </p:sp>
      <p:sp>
        <p:nvSpPr>
          <p:cNvPr id="23" name="TextBox 23"/>
          <p:cNvSpPr txBox="1"/>
          <p:nvPr/>
        </p:nvSpPr>
        <p:spPr>
          <a:xfrm>
            <a:off x="2072213" y="4246344"/>
            <a:ext cx="1222253" cy="232501"/>
          </a:xfrm>
          <a:prstGeom prst="rect">
            <a:avLst/>
          </a:prstGeom>
        </p:spPr>
        <p:txBody>
          <a:bodyPr lIns="0" tIns="0" rIns="0" bIns="0" rtlCol="0" anchor="t">
            <a:spAutoFit/>
          </a:bodyPr>
          <a:lstStyle/>
          <a:p>
            <a:pPr algn="ctr">
              <a:lnSpc>
                <a:spcPts val="1619"/>
              </a:lnSpc>
            </a:pPr>
            <a:r>
              <a:rPr lang="en-US" sz="1861" b="1">
                <a:solidFill>
                  <a:srgbClr val="6E332E"/>
                </a:solidFill>
                <a:latin typeface="Neue Machina Ultra-Bold"/>
                <a:ea typeface="Neue Machina Ultra-Bold"/>
                <a:cs typeface="Neue Machina Ultra-Bold"/>
                <a:sym typeface="Neue Machina Ultra-Bold"/>
              </a:rPr>
              <a:t>Phase 1</a:t>
            </a:r>
          </a:p>
        </p:txBody>
      </p:sp>
      <p:sp>
        <p:nvSpPr>
          <p:cNvPr id="24" name="AutoShape 24"/>
          <p:cNvSpPr/>
          <p:nvPr/>
        </p:nvSpPr>
        <p:spPr>
          <a:xfrm flipH="1">
            <a:off x="1529361" y="4357833"/>
            <a:ext cx="1946472" cy="2886066"/>
          </a:xfrm>
          <a:prstGeom prst="line">
            <a:avLst/>
          </a:prstGeom>
          <a:ln w="38100" cap="flat">
            <a:solidFill>
              <a:srgbClr val="D5D7D5"/>
            </a:solidFill>
            <a:prstDash val="solid"/>
            <a:headEnd type="none" w="sm" len="sm"/>
            <a:tailEnd type="oval" w="lg" len="lg"/>
          </a:ln>
        </p:spPr>
      </p:sp>
      <p:grpSp>
        <p:nvGrpSpPr>
          <p:cNvPr id="25" name="Group 25"/>
          <p:cNvGrpSpPr/>
          <p:nvPr/>
        </p:nvGrpSpPr>
        <p:grpSpPr>
          <a:xfrm>
            <a:off x="6771710" y="3981639"/>
            <a:ext cx="2307958" cy="682181"/>
            <a:chOff x="0" y="0"/>
            <a:chExt cx="1374934" cy="406400"/>
          </a:xfrm>
        </p:grpSpPr>
        <p:sp>
          <p:nvSpPr>
            <p:cNvPr id="26" name="Freeform 26"/>
            <p:cNvSpPr/>
            <p:nvPr/>
          </p:nvSpPr>
          <p:spPr>
            <a:xfrm>
              <a:off x="0" y="0"/>
              <a:ext cx="1374934" cy="406400"/>
            </a:xfrm>
            <a:custGeom>
              <a:avLst/>
              <a:gdLst/>
              <a:ahLst/>
              <a:cxnLst/>
              <a:rect l="l" t="t" r="r" b="b"/>
              <a:pathLst>
                <a:path w="1374934" h="406400">
                  <a:moveTo>
                    <a:pt x="1171734" y="0"/>
                  </a:moveTo>
                  <a:cubicBezTo>
                    <a:pt x="1283958" y="0"/>
                    <a:pt x="1374934" y="90976"/>
                    <a:pt x="1374934" y="203200"/>
                  </a:cubicBezTo>
                  <a:cubicBezTo>
                    <a:pt x="1374934" y="315424"/>
                    <a:pt x="1283958" y="406400"/>
                    <a:pt x="1171734" y="406400"/>
                  </a:cubicBezTo>
                  <a:lnTo>
                    <a:pt x="203200" y="406400"/>
                  </a:lnTo>
                  <a:cubicBezTo>
                    <a:pt x="90976" y="406400"/>
                    <a:pt x="0" y="315424"/>
                    <a:pt x="0" y="203200"/>
                  </a:cubicBezTo>
                  <a:cubicBezTo>
                    <a:pt x="0" y="90976"/>
                    <a:pt x="90976" y="0"/>
                    <a:pt x="203200" y="0"/>
                  </a:cubicBezTo>
                  <a:close/>
                </a:path>
              </a:pathLst>
            </a:custGeom>
            <a:solidFill>
              <a:srgbClr val="D5D7D5"/>
            </a:solidFill>
            <a:ln cap="sq">
              <a:noFill/>
              <a:prstDash val="solid"/>
              <a:miter/>
            </a:ln>
          </p:spPr>
        </p:sp>
        <p:sp>
          <p:nvSpPr>
            <p:cNvPr id="27" name="TextBox 27"/>
            <p:cNvSpPr txBox="1"/>
            <p:nvPr/>
          </p:nvSpPr>
          <p:spPr>
            <a:xfrm>
              <a:off x="0" y="38100"/>
              <a:ext cx="1374934" cy="368300"/>
            </a:xfrm>
            <a:prstGeom prst="rect">
              <a:avLst/>
            </a:prstGeom>
          </p:spPr>
          <p:txBody>
            <a:bodyPr lIns="50800" tIns="50800" rIns="50800" bIns="50800" rtlCol="0" anchor="ctr"/>
            <a:lstStyle/>
            <a:p>
              <a:pPr algn="ctr">
                <a:lnSpc>
                  <a:spcPts val="2174"/>
                </a:lnSpc>
              </a:pPr>
              <a:endParaRPr/>
            </a:p>
          </p:txBody>
        </p:sp>
      </p:grpSp>
      <p:sp>
        <p:nvSpPr>
          <p:cNvPr id="28" name="TextBox 28"/>
          <p:cNvSpPr txBox="1"/>
          <p:nvPr/>
        </p:nvSpPr>
        <p:spPr>
          <a:xfrm>
            <a:off x="7146258" y="5151176"/>
            <a:ext cx="3993849" cy="1671623"/>
          </a:xfrm>
          <a:prstGeom prst="rect">
            <a:avLst/>
          </a:prstGeom>
        </p:spPr>
        <p:txBody>
          <a:bodyPr lIns="0" tIns="0" rIns="0" bIns="0" rtlCol="0" anchor="t">
            <a:spAutoFit/>
          </a:bodyPr>
          <a:lstStyle/>
          <a:p>
            <a:pPr algn="l">
              <a:lnSpc>
                <a:spcPts val="3329"/>
              </a:lnSpc>
            </a:pPr>
            <a:r>
              <a:rPr lang="en-US" sz="2377">
                <a:solidFill>
                  <a:srgbClr val="FFFFFF"/>
                </a:solidFill>
                <a:latin typeface="DM Sans"/>
                <a:ea typeface="DM Sans"/>
                <a:cs typeface="DM Sans"/>
                <a:sym typeface="DM Sans"/>
              </a:rPr>
              <a:t>Lorem ipsum dolor sit amet, consectetur adipiscing elit. Sed tincidunt ac turpis vel cursus. Integer nec odio. </a:t>
            </a:r>
          </a:p>
        </p:txBody>
      </p:sp>
      <p:sp>
        <p:nvSpPr>
          <p:cNvPr id="29" name="TextBox 29"/>
          <p:cNvSpPr txBox="1"/>
          <p:nvPr/>
        </p:nvSpPr>
        <p:spPr>
          <a:xfrm>
            <a:off x="7314562" y="4246344"/>
            <a:ext cx="1222253" cy="232501"/>
          </a:xfrm>
          <a:prstGeom prst="rect">
            <a:avLst/>
          </a:prstGeom>
        </p:spPr>
        <p:txBody>
          <a:bodyPr lIns="0" tIns="0" rIns="0" bIns="0" rtlCol="0" anchor="t">
            <a:spAutoFit/>
          </a:bodyPr>
          <a:lstStyle/>
          <a:p>
            <a:pPr algn="ctr">
              <a:lnSpc>
                <a:spcPts val="1619"/>
              </a:lnSpc>
            </a:pPr>
            <a:r>
              <a:rPr lang="en-US" sz="1861" b="1">
                <a:solidFill>
                  <a:srgbClr val="6E332E"/>
                </a:solidFill>
                <a:latin typeface="Neue Machina Ultra-Bold"/>
                <a:ea typeface="Neue Machina Ultra-Bold"/>
                <a:cs typeface="Neue Machina Ultra-Bold"/>
                <a:sym typeface="Neue Machina Ultra-Bold"/>
              </a:rPr>
              <a:t>Phase 2</a:t>
            </a:r>
          </a:p>
        </p:txBody>
      </p:sp>
      <p:sp>
        <p:nvSpPr>
          <p:cNvPr id="30" name="AutoShape 30"/>
          <p:cNvSpPr/>
          <p:nvPr/>
        </p:nvSpPr>
        <p:spPr>
          <a:xfrm flipH="1">
            <a:off x="6771710" y="4357833"/>
            <a:ext cx="1946472" cy="2886066"/>
          </a:xfrm>
          <a:prstGeom prst="line">
            <a:avLst/>
          </a:prstGeom>
          <a:ln w="38100" cap="flat">
            <a:solidFill>
              <a:srgbClr val="D5D7D5"/>
            </a:solidFill>
            <a:prstDash val="solid"/>
            <a:headEnd type="none" w="sm" len="sm"/>
            <a:tailEnd type="oval" w="lg" len="lg"/>
          </a:ln>
        </p:spPr>
      </p:sp>
      <p:grpSp>
        <p:nvGrpSpPr>
          <p:cNvPr id="31" name="Group 31"/>
          <p:cNvGrpSpPr/>
          <p:nvPr/>
        </p:nvGrpSpPr>
        <p:grpSpPr>
          <a:xfrm>
            <a:off x="12014058" y="3981639"/>
            <a:ext cx="2307958" cy="682181"/>
            <a:chOff x="0" y="0"/>
            <a:chExt cx="1374934" cy="406400"/>
          </a:xfrm>
        </p:grpSpPr>
        <p:sp>
          <p:nvSpPr>
            <p:cNvPr id="32" name="Freeform 32"/>
            <p:cNvSpPr/>
            <p:nvPr/>
          </p:nvSpPr>
          <p:spPr>
            <a:xfrm>
              <a:off x="0" y="0"/>
              <a:ext cx="1374934" cy="406400"/>
            </a:xfrm>
            <a:custGeom>
              <a:avLst/>
              <a:gdLst/>
              <a:ahLst/>
              <a:cxnLst/>
              <a:rect l="l" t="t" r="r" b="b"/>
              <a:pathLst>
                <a:path w="1374934" h="406400">
                  <a:moveTo>
                    <a:pt x="1171734" y="0"/>
                  </a:moveTo>
                  <a:cubicBezTo>
                    <a:pt x="1283958" y="0"/>
                    <a:pt x="1374934" y="90976"/>
                    <a:pt x="1374934" y="203200"/>
                  </a:cubicBezTo>
                  <a:cubicBezTo>
                    <a:pt x="1374934" y="315424"/>
                    <a:pt x="1283958" y="406400"/>
                    <a:pt x="1171734" y="406400"/>
                  </a:cubicBezTo>
                  <a:lnTo>
                    <a:pt x="203200" y="406400"/>
                  </a:lnTo>
                  <a:cubicBezTo>
                    <a:pt x="90976" y="406400"/>
                    <a:pt x="0" y="315424"/>
                    <a:pt x="0" y="203200"/>
                  </a:cubicBezTo>
                  <a:cubicBezTo>
                    <a:pt x="0" y="90976"/>
                    <a:pt x="90976" y="0"/>
                    <a:pt x="203200" y="0"/>
                  </a:cubicBezTo>
                  <a:close/>
                </a:path>
              </a:pathLst>
            </a:custGeom>
            <a:solidFill>
              <a:srgbClr val="D5D7D5"/>
            </a:solidFill>
            <a:ln cap="sq">
              <a:noFill/>
              <a:prstDash val="solid"/>
              <a:miter/>
            </a:ln>
          </p:spPr>
        </p:sp>
        <p:sp>
          <p:nvSpPr>
            <p:cNvPr id="33" name="TextBox 33"/>
            <p:cNvSpPr txBox="1"/>
            <p:nvPr/>
          </p:nvSpPr>
          <p:spPr>
            <a:xfrm>
              <a:off x="0" y="38100"/>
              <a:ext cx="1374934" cy="368300"/>
            </a:xfrm>
            <a:prstGeom prst="rect">
              <a:avLst/>
            </a:prstGeom>
          </p:spPr>
          <p:txBody>
            <a:bodyPr lIns="50800" tIns="50800" rIns="50800" bIns="50800" rtlCol="0" anchor="ctr"/>
            <a:lstStyle/>
            <a:p>
              <a:pPr algn="ctr">
                <a:lnSpc>
                  <a:spcPts val="2174"/>
                </a:lnSpc>
              </a:pPr>
              <a:endParaRPr/>
            </a:p>
          </p:txBody>
        </p:sp>
      </p:grpSp>
      <p:sp>
        <p:nvSpPr>
          <p:cNvPr id="34" name="TextBox 34"/>
          <p:cNvSpPr txBox="1"/>
          <p:nvPr/>
        </p:nvSpPr>
        <p:spPr>
          <a:xfrm>
            <a:off x="12388607" y="5151176"/>
            <a:ext cx="3993849" cy="1671623"/>
          </a:xfrm>
          <a:prstGeom prst="rect">
            <a:avLst/>
          </a:prstGeom>
        </p:spPr>
        <p:txBody>
          <a:bodyPr lIns="0" tIns="0" rIns="0" bIns="0" rtlCol="0" anchor="t">
            <a:spAutoFit/>
          </a:bodyPr>
          <a:lstStyle/>
          <a:p>
            <a:pPr algn="l">
              <a:lnSpc>
                <a:spcPts val="3329"/>
              </a:lnSpc>
            </a:pPr>
            <a:r>
              <a:rPr lang="en-US" sz="2377">
                <a:solidFill>
                  <a:srgbClr val="FFFFFF"/>
                </a:solidFill>
                <a:latin typeface="DM Sans"/>
                <a:ea typeface="DM Sans"/>
                <a:cs typeface="DM Sans"/>
                <a:sym typeface="DM Sans"/>
              </a:rPr>
              <a:t>Lorem ipsum dolor sit amet, consectetur adipiscing elit. Sed tincidunt ac turpis vel cursus. Integer nec odio. </a:t>
            </a:r>
          </a:p>
        </p:txBody>
      </p:sp>
      <p:sp>
        <p:nvSpPr>
          <p:cNvPr id="35" name="TextBox 35"/>
          <p:cNvSpPr txBox="1"/>
          <p:nvPr/>
        </p:nvSpPr>
        <p:spPr>
          <a:xfrm>
            <a:off x="12556911" y="4246344"/>
            <a:ext cx="1222253" cy="232501"/>
          </a:xfrm>
          <a:prstGeom prst="rect">
            <a:avLst/>
          </a:prstGeom>
        </p:spPr>
        <p:txBody>
          <a:bodyPr lIns="0" tIns="0" rIns="0" bIns="0" rtlCol="0" anchor="t">
            <a:spAutoFit/>
          </a:bodyPr>
          <a:lstStyle/>
          <a:p>
            <a:pPr algn="ctr">
              <a:lnSpc>
                <a:spcPts val="1619"/>
              </a:lnSpc>
            </a:pPr>
            <a:r>
              <a:rPr lang="en-US" sz="1861" b="1">
                <a:solidFill>
                  <a:srgbClr val="6E332E"/>
                </a:solidFill>
                <a:latin typeface="Neue Machina Ultra-Bold"/>
                <a:ea typeface="Neue Machina Ultra-Bold"/>
                <a:cs typeface="Neue Machina Ultra-Bold"/>
                <a:sym typeface="Neue Machina Ultra-Bold"/>
              </a:rPr>
              <a:t>Phase 3</a:t>
            </a:r>
          </a:p>
        </p:txBody>
      </p:sp>
      <p:sp>
        <p:nvSpPr>
          <p:cNvPr id="36" name="AutoShape 36"/>
          <p:cNvSpPr/>
          <p:nvPr/>
        </p:nvSpPr>
        <p:spPr>
          <a:xfrm flipH="1">
            <a:off x="12014058" y="4357833"/>
            <a:ext cx="1946472" cy="2886066"/>
          </a:xfrm>
          <a:prstGeom prst="line">
            <a:avLst/>
          </a:prstGeom>
          <a:ln w="38100" cap="flat">
            <a:solidFill>
              <a:srgbClr val="D5D7D5"/>
            </a:solidFill>
            <a:prstDash val="solid"/>
            <a:headEnd type="none" w="sm" len="sm"/>
            <a:tailEnd type="oval" w="lg" len="lg"/>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5D7D5"/>
        </a:solidFill>
        <a:effectLst/>
      </p:bgPr>
    </p:bg>
    <p:spTree>
      <p:nvGrpSpPr>
        <p:cNvPr id="1" name=""/>
        <p:cNvGrpSpPr/>
        <p:nvPr/>
      </p:nvGrpSpPr>
      <p:grpSpPr>
        <a:xfrm>
          <a:off x="0" y="0"/>
          <a:ext cx="0" cy="0"/>
          <a:chOff x="0" y="0"/>
          <a:chExt cx="0" cy="0"/>
        </a:xfrm>
      </p:grpSpPr>
      <p:grpSp>
        <p:nvGrpSpPr>
          <p:cNvPr id="2" name="Group 2"/>
          <p:cNvGrpSpPr/>
          <p:nvPr/>
        </p:nvGrpSpPr>
        <p:grpSpPr>
          <a:xfrm>
            <a:off x="-1312964" y="580144"/>
            <a:ext cx="5617609" cy="1595230"/>
            <a:chOff x="0" y="0"/>
            <a:chExt cx="1479535" cy="420143"/>
          </a:xfrm>
        </p:grpSpPr>
        <p:sp>
          <p:nvSpPr>
            <p:cNvPr id="3" name="Freeform 3"/>
            <p:cNvSpPr/>
            <p:nvPr/>
          </p:nvSpPr>
          <p:spPr>
            <a:xfrm>
              <a:off x="0" y="0"/>
              <a:ext cx="1479535" cy="420143"/>
            </a:xfrm>
            <a:custGeom>
              <a:avLst/>
              <a:gdLst/>
              <a:ahLst/>
              <a:cxnLst/>
              <a:rect l="l" t="t" r="r" b="b"/>
              <a:pathLst>
                <a:path w="1479535" h="420143">
                  <a:moveTo>
                    <a:pt x="137815" y="0"/>
                  </a:moveTo>
                  <a:lnTo>
                    <a:pt x="1341720" y="0"/>
                  </a:lnTo>
                  <a:cubicBezTo>
                    <a:pt x="1417833" y="0"/>
                    <a:pt x="1479535" y="61702"/>
                    <a:pt x="1479535" y="137815"/>
                  </a:cubicBezTo>
                  <a:lnTo>
                    <a:pt x="1479535" y="282328"/>
                  </a:lnTo>
                  <a:cubicBezTo>
                    <a:pt x="1479535" y="358441"/>
                    <a:pt x="1417833" y="420143"/>
                    <a:pt x="1341720" y="420143"/>
                  </a:cubicBezTo>
                  <a:lnTo>
                    <a:pt x="137815" y="420143"/>
                  </a:lnTo>
                  <a:cubicBezTo>
                    <a:pt x="61702" y="420143"/>
                    <a:pt x="0" y="358441"/>
                    <a:pt x="0" y="282328"/>
                  </a:cubicBezTo>
                  <a:lnTo>
                    <a:pt x="0" y="137815"/>
                  </a:lnTo>
                  <a:cubicBezTo>
                    <a:pt x="0" y="61702"/>
                    <a:pt x="61702" y="0"/>
                    <a:pt x="137815" y="0"/>
                  </a:cubicBezTo>
                  <a:close/>
                </a:path>
              </a:pathLst>
            </a:custGeom>
            <a:ln w="38100" cap="rnd">
              <a:solidFill>
                <a:srgbClr val="6E332E"/>
              </a:solidFill>
              <a:prstDash val="solid"/>
              <a:round/>
            </a:ln>
          </p:spPr>
        </p:sp>
        <p:sp>
          <p:nvSpPr>
            <p:cNvPr id="4" name="TextBox 4"/>
            <p:cNvSpPr txBox="1"/>
            <p:nvPr/>
          </p:nvSpPr>
          <p:spPr>
            <a:xfrm>
              <a:off x="0" y="-28575"/>
              <a:ext cx="1479535" cy="44871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832684" y="973325"/>
            <a:ext cx="110750" cy="11075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a:ln w="19050" cap="sq">
              <a:solidFill>
                <a:srgbClr val="6E332E"/>
              </a:solidFill>
              <a:prstDash val="solid"/>
              <a:miter/>
            </a:ln>
          </p:spPr>
        </p:sp>
        <p:sp>
          <p:nvSpPr>
            <p:cNvPr id="7" name="TextBox 7"/>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8" name="AutoShape 8"/>
          <p:cNvSpPr/>
          <p:nvPr/>
        </p:nvSpPr>
        <p:spPr>
          <a:xfrm>
            <a:off x="-1117835" y="9220026"/>
            <a:ext cx="6743748" cy="0"/>
          </a:xfrm>
          <a:prstGeom prst="line">
            <a:avLst/>
          </a:prstGeom>
          <a:ln w="38100" cap="flat">
            <a:solidFill>
              <a:srgbClr val="6E332E"/>
            </a:solidFill>
            <a:prstDash val="solid"/>
            <a:headEnd type="none" w="sm" len="sm"/>
            <a:tailEnd type="oval" w="lg" len="lg"/>
          </a:ln>
        </p:spPr>
      </p:sp>
      <p:sp>
        <p:nvSpPr>
          <p:cNvPr id="9" name="AutoShape 9"/>
          <p:cNvSpPr/>
          <p:nvPr/>
        </p:nvSpPr>
        <p:spPr>
          <a:xfrm flipH="1">
            <a:off x="12662087" y="9220026"/>
            <a:ext cx="6743748" cy="0"/>
          </a:xfrm>
          <a:prstGeom prst="line">
            <a:avLst/>
          </a:prstGeom>
          <a:ln w="38100" cap="flat">
            <a:solidFill>
              <a:srgbClr val="6E332E"/>
            </a:solidFill>
            <a:prstDash val="solid"/>
            <a:headEnd type="none" w="sm" len="sm"/>
            <a:tailEnd type="oval" w="lg" len="lg"/>
          </a:ln>
        </p:spPr>
      </p:sp>
      <p:grpSp>
        <p:nvGrpSpPr>
          <p:cNvPr id="10" name="Group 10"/>
          <p:cNvGrpSpPr/>
          <p:nvPr/>
        </p:nvGrpSpPr>
        <p:grpSpPr>
          <a:xfrm>
            <a:off x="15633392" y="973325"/>
            <a:ext cx="110750" cy="11075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332E"/>
            </a:solidFill>
          </p:spPr>
        </p:sp>
        <p:sp>
          <p:nvSpPr>
            <p:cNvPr id="12" name="TextBox 12"/>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grpSp>
        <p:nvGrpSpPr>
          <p:cNvPr id="13" name="Group 13"/>
          <p:cNvGrpSpPr/>
          <p:nvPr/>
        </p:nvGrpSpPr>
        <p:grpSpPr>
          <a:xfrm>
            <a:off x="15434100" y="973325"/>
            <a:ext cx="110750" cy="11075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a:ln w="19050" cap="sq">
              <a:solidFill>
                <a:srgbClr val="6E332E"/>
              </a:solidFill>
              <a:prstDash val="solid"/>
              <a:miter/>
            </a:ln>
          </p:spPr>
        </p:sp>
        <p:sp>
          <p:nvSpPr>
            <p:cNvPr id="15" name="TextBox 15"/>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16" name="TextBox 16"/>
          <p:cNvSpPr txBox="1"/>
          <p:nvPr/>
        </p:nvSpPr>
        <p:spPr>
          <a:xfrm>
            <a:off x="1028700" y="1152525"/>
            <a:ext cx="2624098" cy="574294"/>
          </a:xfrm>
          <a:prstGeom prst="rect">
            <a:avLst/>
          </a:prstGeom>
        </p:spPr>
        <p:txBody>
          <a:bodyPr lIns="0" tIns="0" rIns="0" bIns="0" rtlCol="0" anchor="t">
            <a:spAutoFit/>
          </a:bodyPr>
          <a:lstStyle/>
          <a:p>
            <a:pPr algn="l">
              <a:lnSpc>
                <a:spcPts val="4012"/>
              </a:lnSpc>
            </a:pPr>
            <a:r>
              <a:rPr lang="en-US" sz="4612" b="1">
                <a:solidFill>
                  <a:srgbClr val="6E332E"/>
                </a:solidFill>
                <a:latin typeface="Neue Machina Ultra-Bold"/>
                <a:ea typeface="Neue Machina Ultra-Bold"/>
                <a:cs typeface="Neue Machina Ultra-Bold"/>
                <a:sym typeface="Neue Machina Ultra-Bold"/>
              </a:rPr>
              <a:t>Results</a:t>
            </a:r>
          </a:p>
        </p:txBody>
      </p:sp>
      <p:sp>
        <p:nvSpPr>
          <p:cNvPr id="17" name="TextBox 17"/>
          <p:cNvSpPr txBox="1"/>
          <p:nvPr/>
        </p:nvSpPr>
        <p:spPr>
          <a:xfrm>
            <a:off x="6562845" y="9012063"/>
            <a:ext cx="5162309" cy="358775"/>
          </a:xfrm>
          <a:prstGeom prst="rect">
            <a:avLst/>
          </a:prstGeom>
        </p:spPr>
        <p:txBody>
          <a:bodyPr lIns="0" tIns="0" rIns="0" bIns="0" rtlCol="0" anchor="t">
            <a:spAutoFit/>
          </a:bodyPr>
          <a:lstStyle/>
          <a:p>
            <a:pPr algn="ctr">
              <a:lnSpc>
                <a:spcPts val="2800"/>
              </a:lnSpc>
            </a:pPr>
            <a:r>
              <a:rPr lang="en-US" sz="2000">
                <a:solidFill>
                  <a:srgbClr val="6E332E"/>
                </a:solidFill>
                <a:latin typeface="Neue Machina"/>
                <a:ea typeface="Neue Machina"/>
                <a:cs typeface="Neue Machina"/>
                <a:sym typeface="Neue Machina"/>
              </a:rPr>
              <a:t>Chemistry 2023 | Borcelle University</a:t>
            </a:r>
          </a:p>
        </p:txBody>
      </p:sp>
      <p:sp>
        <p:nvSpPr>
          <p:cNvPr id="18" name="TextBox 18"/>
          <p:cNvSpPr txBox="1"/>
          <p:nvPr/>
        </p:nvSpPr>
        <p:spPr>
          <a:xfrm>
            <a:off x="16029159" y="820738"/>
            <a:ext cx="1230141" cy="358775"/>
          </a:xfrm>
          <a:prstGeom prst="rect">
            <a:avLst/>
          </a:prstGeom>
        </p:spPr>
        <p:txBody>
          <a:bodyPr lIns="0" tIns="0" rIns="0" bIns="0" rtlCol="0" anchor="t">
            <a:spAutoFit/>
          </a:bodyPr>
          <a:lstStyle/>
          <a:p>
            <a:pPr algn="r">
              <a:lnSpc>
                <a:spcPts val="2800"/>
              </a:lnSpc>
            </a:pPr>
            <a:r>
              <a:rPr lang="en-US" sz="2000">
                <a:solidFill>
                  <a:srgbClr val="6E332E"/>
                </a:solidFill>
                <a:latin typeface="Neue Machina"/>
                <a:ea typeface="Neue Machina"/>
                <a:cs typeface="Neue Machina"/>
                <a:sym typeface="Neue Machina"/>
              </a:rPr>
              <a:t>Page 10</a:t>
            </a:r>
          </a:p>
        </p:txBody>
      </p:sp>
      <p:sp>
        <p:nvSpPr>
          <p:cNvPr id="19" name="TextBox 19"/>
          <p:cNvSpPr txBox="1"/>
          <p:nvPr/>
        </p:nvSpPr>
        <p:spPr>
          <a:xfrm>
            <a:off x="2496247" y="3093103"/>
            <a:ext cx="7588096" cy="4741815"/>
          </a:xfrm>
          <a:prstGeom prst="rect">
            <a:avLst/>
          </a:prstGeom>
        </p:spPr>
        <p:txBody>
          <a:bodyPr lIns="0" tIns="0" rIns="0" bIns="0" rtlCol="0" anchor="t">
            <a:spAutoFit/>
          </a:bodyPr>
          <a:lstStyle/>
          <a:p>
            <a:pPr algn="l">
              <a:lnSpc>
                <a:spcPts val="3765"/>
              </a:lnSpc>
            </a:pPr>
            <a:r>
              <a:rPr lang="en-US" sz="2689">
                <a:solidFill>
                  <a:srgbClr val="6E332E"/>
                </a:solidFill>
                <a:latin typeface="DM Sans"/>
                <a:ea typeface="DM Sans"/>
                <a:cs typeface="DM Sans"/>
                <a:sym typeface="DM Sans"/>
              </a:rPr>
              <a:t>Lorem ipsum dolor sit amet, consectetur adipiscing elit. Aliquam quis nunc dolor. Suspendisse nisi dolor, congue vel consectetur sed, rhoncus non augue. Morbi quis purus in elit interdum venenatis. Suspendisse pharetra rhoncus velit eget tempor.</a:t>
            </a:r>
          </a:p>
          <a:p>
            <a:pPr algn="l">
              <a:lnSpc>
                <a:spcPts val="3765"/>
              </a:lnSpc>
            </a:pPr>
            <a:endParaRPr lang="en-US" sz="2689">
              <a:solidFill>
                <a:srgbClr val="6E332E"/>
              </a:solidFill>
              <a:latin typeface="DM Sans"/>
              <a:ea typeface="DM Sans"/>
              <a:cs typeface="DM Sans"/>
              <a:sym typeface="DM Sans"/>
            </a:endParaRPr>
          </a:p>
          <a:p>
            <a:pPr algn="l">
              <a:lnSpc>
                <a:spcPts val="3765"/>
              </a:lnSpc>
            </a:pPr>
            <a:r>
              <a:rPr lang="en-US" sz="2689">
                <a:solidFill>
                  <a:srgbClr val="6E332E"/>
                </a:solidFill>
                <a:latin typeface="DM Sans"/>
                <a:ea typeface="DM Sans"/>
                <a:cs typeface="DM Sans"/>
                <a:sym typeface="DM Sans"/>
              </a:rPr>
              <a:t>Duis luctus, sem eu mollis sodales, arcu elit consequat erat, laoreet condimentum urna ex ac ipsum.</a:t>
            </a:r>
          </a:p>
        </p:txBody>
      </p:sp>
      <p:pic>
        <p:nvPicPr>
          <p:cNvPr id="20" name="Picture 20"/>
          <p:cNvPicPr>
            <a:picLocks noChangeAspect="1"/>
          </p:cNvPicPr>
          <p:nvPr/>
        </p:nvPicPr>
        <p:blipFill>
          <a:blip r:embed="rId2"/>
          <a:stretch>
            <a:fillRect/>
          </a:stretch>
        </p:blipFill>
        <p:spPr>
          <a:xfrm>
            <a:off x="9882214" y="2424238"/>
            <a:ext cx="6446770" cy="612717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6E332E"/>
        </a:solidFill>
        <a:effectLst/>
      </p:bgPr>
    </p:bg>
    <p:spTree>
      <p:nvGrpSpPr>
        <p:cNvPr id="1" name=""/>
        <p:cNvGrpSpPr/>
        <p:nvPr/>
      </p:nvGrpSpPr>
      <p:grpSpPr>
        <a:xfrm>
          <a:off x="0" y="0"/>
          <a:ext cx="0" cy="0"/>
          <a:chOff x="0" y="0"/>
          <a:chExt cx="0" cy="0"/>
        </a:xfrm>
      </p:grpSpPr>
      <p:grpSp>
        <p:nvGrpSpPr>
          <p:cNvPr id="2" name="Group 2"/>
          <p:cNvGrpSpPr/>
          <p:nvPr/>
        </p:nvGrpSpPr>
        <p:grpSpPr>
          <a:xfrm>
            <a:off x="-1312964" y="580144"/>
            <a:ext cx="7210723" cy="1595230"/>
            <a:chOff x="0" y="0"/>
            <a:chExt cx="1899121" cy="420143"/>
          </a:xfrm>
        </p:grpSpPr>
        <p:sp>
          <p:nvSpPr>
            <p:cNvPr id="3" name="Freeform 3"/>
            <p:cNvSpPr/>
            <p:nvPr/>
          </p:nvSpPr>
          <p:spPr>
            <a:xfrm>
              <a:off x="0" y="0"/>
              <a:ext cx="1899121" cy="420143"/>
            </a:xfrm>
            <a:custGeom>
              <a:avLst/>
              <a:gdLst/>
              <a:ahLst/>
              <a:cxnLst/>
              <a:rect l="l" t="t" r="r" b="b"/>
              <a:pathLst>
                <a:path w="1899121" h="420143">
                  <a:moveTo>
                    <a:pt x="107367" y="0"/>
                  </a:moveTo>
                  <a:lnTo>
                    <a:pt x="1791754" y="0"/>
                  </a:lnTo>
                  <a:cubicBezTo>
                    <a:pt x="1820229" y="0"/>
                    <a:pt x="1847538" y="11312"/>
                    <a:pt x="1867674" y="31447"/>
                  </a:cubicBezTo>
                  <a:cubicBezTo>
                    <a:pt x="1887809" y="51582"/>
                    <a:pt x="1899121" y="78891"/>
                    <a:pt x="1899121" y="107367"/>
                  </a:cubicBezTo>
                  <a:lnTo>
                    <a:pt x="1899121" y="312776"/>
                  </a:lnTo>
                  <a:cubicBezTo>
                    <a:pt x="1899121" y="341252"/>
                    <a:pt x="1887809" y="368561"/>
                    <a:pt x="1867674" y="388696"/>
                  </a:cubicBezTo>
                  <a:cubicBezTo>
                    <a:pt x="1847538" y="408831"/>
                    <a:pt x="1820229" y="420143"/>
                    <a:pt x="1791754" y="420143"/>
                  </a:cubicBezTo>
                  <a:lnTo>
                    <a:pt x="107367" y="420143"/>
                  </a:lnTo>
                  <a:cubicBezTo>
                    <a:pt x="78891" y="420143"/>
                    <a:pt x="51582" y="408831"/>
                    <a:pt x="31447" y="388696"/>
                  </a:cubicBezTo>
                  <a:cubicBezTo>
                    <a:pt x="11312" y="368561"/>
                    <a:pt x="0" y="341252"/>
                    <a:pt x="0" y="312776"/>
                  </a:cubicBezTo>
                  <a:lnTo>
                    <a:pt x="0" y="107367"/>
                  </a:lnTo>
                  <a:cubicBezTo>
                    <a:pt x="0" y="78891"/>
                    <a:pt x="11312" y="51582"/>
                    <a:pt x="31447" y="31447"/>
                  </a:cubicBezTo>
                  <a:cubicBezTo>
                    <a:pt x="51582" y="11312"/>
                    <a:pt x="78891" y="0"/>
                    <a:pt x="107367" y="0"/>
                  </a:cubicBezTo>
                  <a:close/>
                </a:path>
              </a:pathLst>
            </a:custGeom>
            <a:ln w="38100" cap="rnd">
              <a:solidFill>
                <a:srgbClr val="D5D7D5"/>
              </a:solidFill>
              <a:prstDash val="solid"/>
              <a:round/>
            </a:ln>
          </p:spPr>
        </p:sp>
        <p:sp>
          <p:nvSpPr>
            <p:cNvPr id="4" name="TextBox 4"/>
            <p:cNvSpPr txBox="1"/>
            <p:nvPr/>
          </p:nvSpPr>
          <p:spPr>
            <a:xfrm>
              <a:off x="0" y="-28575"/>
              <a:ext cx="1899121" cy="44871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832684" y="973325"/>
            <a:ext cx="110750" cy="11075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D5D7D5"/>
              </a:solidFill>
              <a:prstDash val="solid"/>
              <a:miter/>
            </a:ln>
          </p:spPr>
        </p:sp>
        <p:sp>
          <p:nvSpPr>
            <p:cNvPr id="7" name="TextBox 7"/>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8" name="AutoShape 8"/>
          <p:cNvSpPr/>
          <p:nvPr/>
        </p:nvSpPr>
        <p:spPr>
          <a:xfrm>
            <a:off x="-1117835" y="9220026"/>
            <a:ext cx="6743748" cy="0"/>
          </a:xfrm>
          <a:prstGeom prst="line">
            <a:avLst/>
          </a:prstGeom>
          <a:ln w="38100" cap="flat">
            <a:solidFill>
              <a:srgbClr val="D5D7D5"/>
            </a:solidFill>
            <a:prstDash val="solid"/>
            <a:headEnd type="none" w="sm" len="sm"/>
            <a:tailEnd type="oval" w="lg" len="lg"/>
          </a:ln>
        </p:spPr>
      </p:sp>
      <p:sp>
        <p:nvSpPr>
          <p:cNvPr id="9" name="AutoShape 9"/>
          <p:cNvSpPr/>
          <p:nvPr/>
        </p:nvSpPr>
        <p:spPr>
          <a:xfrm flipH="1">
            <a:off x="12662087" y="9220026"/>
            <a:ext cx="6743748" cy="0"/>
          </a:xfrm>
          <a:prstGeom prst="line">
            <a:avLst/>
          </a:prstGeom>
          <a:ln w="38100" cap="flat">
            <a:solidFill>
              <a:srgbClr val="D5D7D5"/>
            </a:solidFill>
            <a:prstDash val="solid"/>
            <a:headEnd type="none" w="sm" len="sm"/>
            <a:tailEnd type="oval" w="lg" len="lg"/>
          </a:ln>
        </p:spPr>
      </p:sp>
      <p:grpSp>
        <p:nvGrpSpPr>
          <p:cNvPr id="10" name="Group 10"/>
          <p:cNvGrpSpPr/>
          <p:nvPr/>
        </p:nvGrpSpPr>
        <p:grpSpPr>
          <a:xfrm>
            <a:off x="15633392" y="973325"/>
            <a:ext cx="110750" cy="11075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7D5"/>
            </a:solidFill>
          </p:spPr>
        </p:sp>
        <p:sp>
          <p:nvSpPr>
            <p:cNvPr id="12" name="TextBox 12"/>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grpSp>
        <p:nvGrpSpPr>
          <p:cNvPr id="13" name="Group 13"/>
          <p:cNvGrpSpPr/>
          <p:nvPr/>
        </p:nvGrpSpPr>
        <p:grpSpPr>
          <a:xfrm>
            <a:off x="15434100" y="973325"/>
            <a:ext cx="110750" cy="11075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D5D7D5"/>
              </a:solidFill>
              <a:prstDash val="solid"/>
              <a:miter/>
            </a:ln>
          </p:spPr>
        </p:sp>
        <p:sp>
          <p:nvSpPr>
            <p:cNvPr id="15" name="TextBox 15"/>
            <p:cNvSpPr txBox="1"/>
            <p:nvPr/>
          </p:nvSpPr>
          <p:spPr>
            <a:xfrm>
              <a:off x="76200" y="114300"/>
              <a:ext cx="660400" cy="622300"/>
            </a:xfrm>
            <a:prstGeom prst="rect">
              <a:avLst/>
            </a:prstGeom>
          </p:spPr>
          <p:txBody>
            <a:bodyPr lIns="50800" tIns="50800" rIns="50800" bIns="50800" rtlCol="0" anchor="ctr"/>
            <a:lstStyle/>
            <a:p>
              <a:pPr algn="ctr">
                <a:lnSpc>
                  <a:spcPts val="2174"/>
                </a:lnSpc>
              </a:pPr>
              <a:endParaRPr/>
            </a:p>
          </p:txBody>
        </p:sp>
      </p:grpSp>
      <p:sp>
        <p:nvSpPr>
          <p:cNvPr id="16" name="Freeform 16"/>
          <p:cNvSpPr/>
          <p:nvPr/>
        </p:nvSpPr>
        <p:spPr>
          <a:xfrm>
            <a:off x="10094323" y="3140728"/>
            <a:ext cx="6088394" cy="4694190"/>
          </a:xfrm>
          <a:custGeom>
            <a:avLst/>
            <a:gdLst/>
            <a:ahLst/>
            <a:cxnLst/>
            <a:rect l="l" t="t" r="r" b="b"/>
            <a:pathLst>
              <a:path w="6088394" h="4694190">
                <a:moveTo>
                  <a:pt x="0" y="0"/>
                </a:moveTo>
                <a:lnTo>
                  <a:pt x="6088393" y="0"/>
                </a:lnTo>
                <a:lnTo>
                  <a:pt x="6088393" y="4694190"/>
                </a:lnTo>
                <a:lnTo>
                  <a:pt x="0" y="4694190"/>
                </a:lnTo>
                <a:lnTo>
                  <a:pt x="0" y="0"/>
                </a:lnTo>
                <a:close/>
              </a:path>
            </a:pathLst>
          </a:custGeom>
          <a:blipFill>
            <a:blip r:embed="rId2"/>
            <a:stretch>
              <a:fillRect l="-10175" t="-2949" r="-25218"/>
            </a:stretch>
          </a:blipFill>
        </p:spPr>
      </p:sp>
      <p:sp>
        <p:nvSpPr>
          <p:cNvPr id="17" name="TextBox 17"/>
          <p:cNvSpPr txBox="1"/>
          <p:nvPr/>
        </p:nvSpPr>
        <p:spPr>
          <a:xfrm>
            <a:off x="1028700" y="1152525"/>
            <a:ext cx="4160536" cy="574294"/>
          </a:xfrm>
          <a:prstGeom prst="rect">
            <a:avLst/>
          </a:prstGeom>
        </p:spPr>
        <p:txBody>
          <a:bodyPr lIns="0" tIns="0" rIns="0" bIns="0" rtlCol="0" anchor="t">
            <a:spAutoFit/>
          </a:bodyPr>
          <a:lstStyle/>
          <a:p>
            <a:pPr algn="l">
              <a:lnSpc>
                <a:spcPts val="4012"/>
              </a:lnSpc>
            </a:pPr>
            <a:r>
              <a:rPr lang="en-US" sz="4612" b="1">
                <a:solidFill>
                  <a:srgbClr val="FFFFFF"/>
                </a:solidFill>
                <a:latin typeface="Neue Machina Ultra-Bold"/>
                <a:ea typeface="Neue Machina Ultra-Bold"/>
                <a:cs typeface="Neue Machina Ultra-Bold"/>
                <a:sym typeface="Neue Machina Ultra-Bold"/>
              </a:rPr>
              <a:t>Conclusion</a:t>
            </a:r>
          </a:p>
        </p:txBody>
      </p:sp>
      <p:sp>
        <p:nvSpPr>
          <p:cNvPr id="18" name="TextBox 18"/>
          <p:cNvSpPr txBox="1"/>
          <p:nvPr/>
        </p:nvSpPr>
        <p:spPr>
          <a:xfrm>
            <a:off x="6562845" y="9012063"/>
            <a:ext cx="5162309" cy="358775"/>
          </a:xfrm>
          <a:prstGeom prst="rect">
            <a:avLst/>
          </a:prstGeom>
        </p:spPr>
        <p:txBody>
          <a:bodyPr lIns="0" tIns="0" rIns="0" bIns="0" rtlCol="0" anchor="t">
            <a:spAutoFit/>
          </a:bodyPr>
          <a:lstStyle/>
          <a:p>
            <a:pPr algn="ctr">
              <a:lnSpc>
                <a:spcPts val="2800"/>
              </a:lnSpc>
            </a:pPr>
            <a:r>
              <a:rPr lang="en-US" sz="2000">
                <a:solidFill>
                  <a:srgbClr val="FFFFFF"/>
                </a:solidFill>
                <a:latin typeface="Neue Machina"/>
                <a:ea typeface="Neue Machina"/>
                <a:cs typeface="Neue Machina"/>
                <a:sym typeface="Neue Machina"/>
              </a:rPr>
              <a:t>Drew Feig | Chemistry 2023</a:t>
            </a:r>
          </a:p>
        </p:txBody>
      </p:sp>
      <p:sp>
        <p:nvSpPr>
          <p:cNvPr id="19" name="TextBox 19"/>
          <p:cNvSpPr txBox="1"/>
          <p:nvPr/>
        </p:nvSpPr>
        <p:spPr>
          <a:xfrm>
            <a:off x="15888059" y="820738"/>
            <a:ext cx="1371241" cy="358775"/>
          </a:xfrm>
          <a:prstGeom prst="rect">
            <a:avLst/>
          </a:prstGeom>
        </p:spPr>
        <p:txBody>
          <a:bodyPr lIns="0" tIns="0" rIns="0" bIns="0" rtlCol="0" anchor="t">
            <a:spAutoFit/>
          </a:bodyPr>
          <a:lstStyle/>
          <a:p>
            <a:pPr algn="r">
              <a:lnSpc>
                <a:spcPts val="2800"/>
              </a:lnSpc>
            </a:pPr>
            <a:r>
              <a:rPr lang="en-US" sz="2000">
                <a:solidFill>
                  <a:srgbClr val="FFFFFF"/>
                </a:solidFill>
                <a:latin typeface="Neue Machina"/>
                <a:ea typeface="Neue Machina"/>
                <a:cs typeface="Neue Machina"/>
                <a:sym typeface="Neue Machina"/>
              </a:rPr>
              <a:t>Page 11</a:t>
            </a:r>
          </a:p>
        </p:txBody>
      </p:sp>
      <p:sp>
        <p:nvSpPr>
          <p:cNvPr id="20" name="TextBox 20"/>
          <p:cNvSpPr txBox="1"/>
          <p:nvPr/>
        </p:nvSpPr>
        <p:spPr>
          <a:xfrm>
            <a:off x="2105284" y="3093103"/>
            <a:ext cx="7588096" cy="4741815"/>
          </a:xfrm>
          <a:prstGeom prst="rect">
            <a:avLst/>
          </a:prstGeom>
        </p:spPr>
        <p:txBody>
          <a:bodyPr lIns="0" tIns="0" rIns="0" bIns="0" rtlCol="0" anchor="t">
            <a:spAutoFit/>
          </a:bodyPr>
          <a:lstStyle/>
          <a:p>
            <a:pPr algn="l">
              <a:lnSpc>
                <a:spcPts val="3765"/>
              </a:lnSpc>
            </a:pPr>
            <a:r>
              <a:rPr lang="en-US" sz="2689">
                <a:solidFill>
                  <a:srgbClr val="FFFFFF"/>
                </a:solidFill>
                <a:latin typeface="DM Sans"/>
                <a:ea typeface="DM Sans"/>
                <a:cs typeface="DM Sans"/>
                <a:sym typeface="DM Sans"/>
              </a:rPr>
              <a:t>Lorem ipsum dolor sit amet, consectetur adipiscing elit. Aliquam quis nunc dolor. Suspendisse nisi dolor, congue vel consectetur sed, rhoncus non augue. Morbi quis purus in elit interdum venenatis. Suspendisse pharetra rhoncus velit eget tempor.</a:t>
            </a:r>
          </a:p>
          <a:p>
            <a:pPr algn="l">
              <a:lnSpc>
                <a:spcPts val="3765"/>
              </a:lnSpc>
            </a:pPr>
            <a:endParaRPr lang="en-US" sz="2689">
              <a:solidFill>
                <a:srgbClr val="FFFFFF"/>
              </a:solidFill>
              <a:latin typeface="DM Sans"/>
              <a:ea typeface="DM Sans"/>
              <a:cs typeface="DM Sans"/>
              <a:sym typeface="DM Sans"/>
            </a:endParaRPr>
          </a:p>
          <a:p>
            <a:pPr algn="l">
              <a:lnSpc>
                <a:spcPts val="3765"/>
              </a:lnSpc>
            </a:pPr>
            <a:r>
              <a:rPr lang="en-US" sz="2689">
                <a:solidFill>
                  <a:srgbClr val="FFFFFF"/>
                </a:solidFill>
                <a:latin typeface="DM Sans"/>
                <a:ea typeface="DM Sans"/>
                <a:cs typeface="DM Sans"/>
                <a:sym typeface="DM Sans"/>
              </a:rPr>
              <a:t>Duis luctus, sem eu mollis sodales, arcu elit consequat erat, laoreet condimentum urna ex ac ipsum.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6E332E"/>
        </a:solidFill>
        <a:effectLst/>
      </p:bgPr>
    </p:bg>
    <p:spTree>
      <p:nvGrpSpPr>
        <p:cNvPr id="1" name=""/>
        <p:cNvGrpSpPr/>
        <p:nvPr/>
      </p:nvGrpSpPr>
      <p:grpSpPr>
        <a:xfrm>
          <a:off x="0" y="0"/>
          <a:ext cx="0" cy="0"/>
          <a:chOff x="0" y="0"/>
          <a:chExt cx="0" cy="0"/>
        </a:xfrm>
      </p:grpSpPr>
      <p:sp>
        <p:nvSpPr>
          <p:cNvPr id="2" name="TextBox 2"/>
          <p:cNvSpPr txBox="1"/>
          <p:nvPr/>
        </p:nvSpPr>
        <p:spPr>
          <a:xfrm>
            <a:off x="6286435" y="2382425"/>
            <a:ext cx="9668561" cy="4288323"/>
          </a:xfrm>
          <a:prstGeom prst="rect">
            <a:avLst/>
          </a:prstGeom>
        </p:spPr>
        <p:txBody>
          <a:bodyPr lIns="0" tIns="0" rIns="0" bIns="0" rtlCol="0" anchor="t">
            <a:spAutoFit/>
          </a:bodyPr>
          <a:lstStyle/>
          <a:p>
            <a:pPr algn="r">
              <a:lnSpc>
                <a:spcPts val="15193"/>
              </a:lnSpc>
            </a:pPr>
            <a:r>
              <a:rPr lang="en-US" sz="17875" b="1">
                <a:solidFill>
                  <a:srgbClr val="FFFFFF"/>
                </a:solidFill>
                <a:latin typeface="Hagrid Ultra-Bold"/>
                <a:ea typeface="Hagrid Ultra-Bold"/>
                <a:cs typeface="Hagrid Ultra-Bold"/>
                <a:sym typeface="Hagrid Ultra-Bold"/>
              </a:rPr>
              <a:t>THANK</a:t>
            </a:r>
          </a:p>
          <a:p>
            <a:pPr algn="r">
              <a:lnSpc>
                <a:spcPts val="15193"/>
              </a:lnSpc>
            </a:pPr>
            <a:r>
              <a:rPr lang="en-US" sz="17875" b="1">
                <a:solidFill>
                  <a:srgbClr val="FFFFFF"/>
                </a:solidFill>
                <a:latin typeface="Hagrid Ultra-Bold"/>
                <a:ea typeface="Hagrid Ultra-Bold"/>
                <a:cs typeface="Hagrid Ultra-Bold"/>
                <a:sym typeface="Hagrid Ultra-Bold"/>
              </a:rPr>
              <a:t>YOU</a:t>
            </a:r>
          </a:p>
        </p:txBody>
      </p:sp>
      <p:sp>
        <p:nvSpPr>
          <p:cNvPr id="3" name="AutoShape 3"/>
          <p:cNvSpPr/>
          <p:nvPr/>
        </p:nvSpPr>
        <p:spPr>
          <a:xfrm flipH="1" flipV="1">
            <a:off x="0" y="1028700"/>
            <a:ext cx="8475240" cy="6813156"/>
          </a:xfrm>
          <a:prstGeom prst="line">
            <a:avLst/>
          </a:prstGeom>
          <a:ln w="38100" cap="flat">
            <a:solidFill>
              <a:srgbClr val="D5D7D5"/>
            </a:solidFill>
            <a:prstDash val="solid"/>
            <a:headEnd type="oval" w="lg" len="lg"/>
            <a:tailEnd type="none" w="sm" len="sm"/>
          </a:ln>
        </p:spPr>
      </p:sp>
      <p:sp>
        <p:nvSpPr>
          <p:cNvPr id="4" name="AutoShape 4"/>
          <p:cNvSpPr/>
          <p:nvPr/>
        </p:nvSpPr>
        <p:spPr>
          <a:xfrm>
            <a:off x="9551421" y="6448552"/>
            <a:ext cx="6403576" cy="2809748"/>
          </a:xfrm>
          <a:prstGeom prst="line">
            <a:avLst/>
          </a:prstGeom>
          <a:ln w="38100" cap="flat">
            <a:solidFill>
              <a:srgbClr val="D5D7D5"/>
            </a:solidFill>
            <a:prstDash val="solid"/>
            <a:headEnd type="none" w="sm" len="sm"/>
            <a:tailEnd type="oval" w="lg" len="lg"/>
          </a:ln>
        </p:spPr>
      </p:sp>
      <p:sp>
        <p:nvSpPr>
          <p:cNvPr id="5" name="TextBox 5"/>
          <p:cNvSpPr txBox="1"/>
          <p:nvPr/>
        </p:nvSpPr>
        <p:spPr>
          <a:xfrm>
            <a:off x="1609785" y="7108897"/>
            <a:ext cx="6329503" cy="522097"/>
          </a:xfrm>
          <a:prstGeom prst="rect">
            <a:avLst/>
          </a:prstGeom>
        </p:spPr>
        <p:txBody>
          <a:bodyPr lIns="0" tIns="0" rIns="0" bIns="0" rtlCol="0" anchor="t">
            <a:spAutoFit/>
          </a:bodyPr>
          <a:lstStyle/>
          <a:p>
            <a:pPr algn="r">
              <a:lnSpc>
                <a:spcPts val="4297"/>
              </a:lnSpc>
            </a:pPr>
            <a:r>
              <a:rPr lang="en-US" sz="3069" b="1">
                <a:solidFill>
                  <a:srgbClr val="FFFFFF"/>
                </a:solidFill>
                <a:latin typeface="Neue Machina Ultra-Bold"/>
                <a:ea typeface="Neue Machina Ultra-Bold"/>
                <a:cs typeface="Neue Machina Ultra-Bold"/>
                <a:sym typeface="Neue Machina Ultra-Bold"/>
              </a:rPr>
              <a:t>Drew Feig | Chemistry 2023</a:t>
            </a:r>
          </a:p>
        </p:txBody>
      </p:sp>
      <p:sp>
        <p:nvSpPr>
          <p:cNvPr id="6" name="TextBox 6"/>
          <p:cNvSpPr txBox="1"/>
          <p:nvPr/>
        </p:nvSpPr>
        <p:spPr>
          <a:xfrm>
            <a:off x="3163286" y="7602419"/>
            <a:ext cx="4776001" cy="522097"/>
          </a:xfrm>
          <a:prstGeom prst="rect">
            <a:avLst/>
          </a:prstGeom>
        </p:spPr>
        <p:txBody>
          <a:bodyPr lIns="0" tIns="0" rIns="0" bIns="0" rtlCol="0" anchor="t">
            <a:spAutoFit/>
          </a:bodyPr>
          <a:lstStyle/>
          <a:p>
            <a:pPr algn="r">
              <a:lnSpc>
                <a:spcPts val="4297"/>
              </a:lnSpc>
            </a:pPr>
            <a:r>
              <a:rPr lang="en-US" sz="3069" b="1">
                <a:solidFill>
                  <a:srgbClr val="FFFFFF"/>
                </a:solidFill>
                <a:latin typeface="Neue Machina Ultra-Bold"/>
                <a:ea typeface="Neue Machina Ultra-Bold"/>
                <a:cs typeface="Neue Machina Ultra-Bold"/>
                <a:sym typeface="Neue Machina Ultra-Bold"/>
              </a:rPr>
              <a:t>Borcelle University</a:t>
            </a:r>
          </a:p>
        </p:txBody>
      </p:sp>
      <p:sp>
        <p:nvSpPr>
          <p:cNvPr id="7" name="Freeform 7"/>
          <p:cNvSpPr/>
          <p:nvPr/>
        </p:nvSpPr>
        <p:spPr>
          <a:xfrm>
            <a:off x="2919363" y="8067918"/>
            <a:ext cx="487846" cy="487846"/>
          </a:xfrm>
          <a:custGeom>
            <a:avLst/>
            <a:gdLst/>
            <a:ahLst/>
            <a:cxnLst/>
            <a:rect l="l" t="t" r="r" b="b"/>
            <a:pathLst>
              <a:path w="487846" h="487846">
                <a:moveTo>
                  <a:pt x="0" y="0"/>
                </a:moveTo>
                <a:lnTo>
                  <a:pt x="487846" y="0"/>
                </a:lnTo>
                <a:lnTo>
                  <a:pt x="487846" y="487847"/>
                </a:lnTo>
                <a:lnTo>
                  <a:pt x="0" y="48784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8" name="TextBox 8"/>
          <p:cNvSpPr txBox="1"/>
          <p:nvPr/>
        </p:nvSpPr>
        <p:spPr>
          <a:xfrm>
            <a:off x="3163286" y="8067366"/>
            <a:ext cx="4776001" cy="431800"/>
          </a:xfrm>
          <a:prstGeom prst="rect">
            <a:avLst/>
          </a:prstGeom>
        </p:spPr>
        <p:txBody>
          <a:bodyPr lIns="0" tIns="0" rIns="0" bIns="0" rtlCol="0" anchor="t">
            <a:spAutoFit/>
          </a:bodyPr>
          <a:lstStyle/>
          <a:p>
            <a:pPr algn="r">
              <a:lnSpc>
                <a:spcPts val="3499"/>
              </a:lnSpc>
            </a:pPr>
            <a:r>
              <a:rPr lang="en-US" sz="2499">
                <a:solidFill>
                  <a:srgbClr val="FFFFFF"/>
                </a:solidFill>
                <a:latin typeface="Neue Machina"/>
                <a:ea typeface="Neue Machina"/>
                <a:cs typeface="Neue Machina"/>
                <a:sym typeface="Neue Machina"/>
              </a:rPr>
              <a:t>hello@reallygreatsite.com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879</Words>
  <Application>Microsoft Office PowerPoint</Application>
  <PresentationFormat>Произвольный</PresentationFormat>
  <Paragraphs>88</Paragraphs>
  <Slides>12</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12</vt:i4>
      </vt:variant>
    </vt:vector>
  </HeadingPairs>
  <TitlesOfParts>
    <vt:vector size="19" baseType="lpstr">
      <vt:lpstr>DM Sans</vt:lpstr>
      <vt:lpstr>Calibri</vt:lpstr>
      <vt:lpstr>Neue Machina Ultra-Bold</vt:lpstr>
      <vt:lpstr>Arial</vt:lpstr>
      <vt:lpstr>Neue Machina</vt:lpstr>
      <vt:lpstr>Hagrid Ultra-Bold</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Brown and Grey Minimal Modern Chemistry Thesis Defense Presentation</dc:title>
  <cp:lastModifiedBy>sekal sekal</cp:lastModifiedBy>
  <cp:revision>2</cp:revision>
  <dcterms:created xsi:type="dcterms:W3CDTF">2006-08-16T00:00:00Z</dcterms:created>
  <dcterms:modified xsi:type="dcterms:W3CDTF">2026-04-16T19:00:23Z</dcterms:modified>
  <dc:identifier>DAHHCijP3pA</dc:identifier>
</cp:coreProperties>
</file>