
<file path=[Content_Types].xml><?xml version="1.0" encoding="utf-8"?>
<Types xmlns="http://schemas.openxmlformats.org/package/2006/content-types">
  <Default Extension="fntdata" ContentType="application/x-fontdata"/>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8288000" cy="10287000"/>
  <p:notesSz cx="6858000" cy="9144000"/>
  <p:embeddedFontLst>
    <p:embeddedFont>
      <p:font typeface="Canva Sans Bold" panose="020B0604020202020204" charset="0"/>
      <p:regular r:id="rId12"/>
    </p:embeddedFont>
    <p:embeddedFont>
      <p:font typeface="Poppins" panose="00000500000000000000" pitchFamily="2" charset="0"/>
      <p:regular r:id="rId13"/>
    </p:embeddedFont>
    <p:embeddedFont>
      <p:font typeface="Work Sans" pitchFamily="2" charset="0"/>
      <p:regular r:id="rId14"/>
    </p:embeddedFont>
    <p:embeddedFont>
      <p:font typeface="Work Sans Bold"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1020"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7.svg"/><Relationship Id="rId1" Type="http://schemas.openxmlformats.org/officeDocument/2006/relationships/slideLayout" Target="../slideLayouts/slideLayout7.xml"/><Relationship Id="rId5" Type="http://schemas.openxmlformats.org/officeDocument/2006/relationships/image" Target="../media/image18.jpeg"/><Relationship Id="rId4" Type="http://schemas.openxmlformats.org/officeDocument/2006/relationships/image" Target="../media/image15.jpeg"/></Relationships>
</file>

<file path=ppt/slides/_rels/slide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slideLayout" Target="../slideLayouts/slideLayout7.xml"/><Relationship Id="rId5" Type="http://schemas.openxmlformats.org/officeDocument/2006/relationships/image" Target="../media/image22.jpeg"/><Relationship Id="rId4" Type="http://schemas.openxmlformats.org/officeDocument/2006/relationships/image" Target="../media/image21.jpeg"/></Relationships>
</file>

<file path=ppt/slides/_rels/slide10.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40312" r="-60580"/>
            </a:stretch>
          </a:blipFill>
        </p:spPr>
      </p:sp>
      <p:grpSp>
        <p:nvGrpSpPr>
          <p:cNvPr id="3" name="Group 3"/>
          <p:cNvGrpSpPr/>
          <p:nvPr/>
        </p:nvGrpSpPr>
        <p:grpSpPr>
          <a:xfrm>
            <a:off x="0" y="1028700"/>
            <a:ext cx="4304664" cy="3648046"/>
            <a:chOff x="0" y="0"/>
            <a:chExt cx="834614" cy="707305"/>
          </a:xfrm>
        </p:grpSpPr>
        <p:sp>
          <p:nvSpPr>
            <p:cNvPr id="4" name="Freeform 4"/>
            <p:cNvSpPr/>
            <p:nvPr/>
          </p:nvSpPr>
          <p:spPr>
            <a:xfrm>
              <a:off x="0" y="0"/>
              <a:ext cx="834614" cy="707305"/>
            </a:xfrm>
            <a:custGeom>
              <a:avLst/>
              <a:gdLst/>
              <a:ahLst/>
              <a:cxnLst/>
              <a:rect l="l" t="t" r="r" b="b"/>
              <a:pathLst>
                <a:path w="834614" h="707305">
                  <a:moveTo>
                    <a:pt x="0" y="0"/>
                  </a:moveTo>
                  <a:lnTo>
                    <a:pt x="834614" y="0"/>
                  </a:lnTo>
                  <a:lnTo>
                    <a:pt x="834614" y="707305"/>
                  </a:lnTo>
                  <a:lnTo>
                    <a:pt x="0" y="707305"/>
                  </a:lnTo>
                  <a:close/>
                </a:path>
              </a:pathLst>
            </a:custGeom>
            <a:blipFill>
              <a:blip r:embed="rId3"/>
              <a:stretch>
                <a:fillRect r="-324190" b="-180511"/>
              </a:stretch>
            </a:blipFill>
          </p:spPr>
        </p:sp>
      </p:grpSp>
      <p:grpSp>
        <p:nvGrpSpPr>
          <p:cNvPr id="5" name="Group 5"/>
          <p:cNvGrpSpPr/>
          <p:nvPr/>
        </p:nvGrpSpPr>
        <p:grpSpPr>
          <a:xfrm>
            <a:off x="4661112" y="1028700"/>
            <a:ext cx="4304664" cy="3648046"/>
            <a:chOff x="0" y="0"/>
            <a:chExt cx="834614" cy="707305"/>
          </a:xfrm>
        </p:grpSpPr>
        <p:sp>
          <p:nvSpPr>
            <p:cNvPr id="6" name="Freeform 6"/>
            <p:cNvSpPr/>
            <p:nvPr/>
          </p:nvSpPr>
          <p:spPr>
            <a:xfrm>
              <a:off x="0" y="0"/>
              <a:ext cx="834614" cy="707305"/>
            </a:xfrm>
            <a:custGeom>
              <a:avLst/>
              <a:gdLst/>
              <a:ahLst/>
              <a:cxnLst/>
              <a:rect l="l" t="t" r="r" b="b"/>
              <a:pathLst>
                <a:path w="834614" h="707305">
                  <a:moveTo>
                    <a:pt x="0" y="0"/>
                  </a:moveTo>
                  <a:lnTo>
                    <a:pt x="834614" y="0"/>
                  </a:lnTo>
                  <a:lnTo>
                    <a:pt x="834614" y="707305"/>
                  </a:lnTo>
                  <a:lnTo>
                    <a:pt x="0" y="707305"/>
                  </a:lnTo>
                  <a:close/>
                </a:path>
              </a:pathLst>
            </a:custGeom>
            <a:blipFill>
              <a:blip r:embed="rId3"/>
              <a:stretch>
                <a:fillRect l="-107360" r="-215705" b="-179768"/>
              </a:stretch>
            </a:blipFill>
          </p:spPr>
        </p:sp>
      </p:grpSp>
      <p:grpSp>
        <p:nvGrpSpPr>
          <p:cNvPr id="7" name="Group 7"/>
          <p:cNvGrpSpPr/>
          <p:nvPr/>
        </p:nvGrpSpPr>
        <p:grpSpPr>
          <a:xfrm>
            <a:off x="9322224" y="1028700"/>
            <a:ext cx="4304664" cy="3648046"/>
            <a:chOff x="0" y="0"/>
            <a:chExt cx="834614" cy="707305"/>
          </a:xfrm>
        </p:grpSpPr>
        <p:sp>
          <p:nvSpPr>
            <p:cNvPr id="8" name="Freeform 8"/>
            <p:cNvSpPr/>
            <p:nvPr/>
          </p:nvSpPr>
          <p:spPr>
            <a:xfrm>
              <a:off x="0" y="0"/>
              <a:ext cx="834614" cy="707305"/>
            </a:xfrm>
            <a:custGeom>
              <a:avLst/>
              <a:gdLst/>
              <a:ahLst/>
              <a:cxnLst/>
              <a:rect l="l" t="t" r="r" b="b"/>
              <a:pathLst>
                <a:path w="834614" h="707305">
                  <a:moveTo>
                    <a:pt x="0" y="0"/>
                  </a:moveTo>
                  <a:lnTo>
                    <a:pt x="834614" y="0"/>
                  </a:lnTo>
                  <a:lnTo>
                    <a:pt x="834614" y="707305"/>
                  </a:lnTo>
                  <a:lnTo>
                    <a:pt x="0" y="707305"/>
                  </a:lnTo>
                  <a:close/>
                </a:path>
              </a:pathLst>
            </a:custGeom>
            <a:blipFill>
              <a:blip r:embed="rId3"/>
              <a:stretch>
                <a:fillRect l="-216112" r="-107086" b="-179855"/>
              </a:stretch>
            </a:blipFill>
          </p:spPr>
        </p:sp>
      </p:grpSp>
      <p:grpSp>
        <p:nvGrpSpPr>
          <p:cNvPr id="9" name="Group 9"/>
          <p:cNvGrpSpPr/>
          <p:nvPr/>
        </p:nvGrpSpPr>
        <p:grpSpPr>
          <a:xfrm>
            <a:off x="13983336" y="1028700"/>
            <a:ext cx="4304664" cy="3648046"/>
            <a:chOff x="0" y="0"/>
            <a:chExt cx="834614" cy="707305"/>
          </a:xfrm>
        </p:grpSpPr>
        <p:sp>
          <p:nvSpPr>
            <p:cNvPr id="10" name="Freeform 10"/>
            <p:cNvSpPr/>
            <p:nvPr/>
          </p:nvSpPr>
          <p:spPr>
            <a:xfrm>
              <a:off x="0" y="0"/>
              <a:ext cx="834614" cy="707305"/>
            </a:xfrm>
            <a:custGeom>
              <a:avLst/>
              <a:gdLst/>
              <a:ahLst/>
              <a:cxnLst/>
              <a:rect l="l" t="t" r="r" b="b"/>
              <a:pathLst>
                <a:path w="834614" h="707305">
                  <a:moveTo>
                    <a:pt x="0" y="0"/>
                  </a:moveTo>
                  <a:lnTo>
                    <a:pt x="834614" y="0"/>
                  </a:lnTo>
                  <a:lnTo>
                    <a:pt x="834614" y="707305"/>
                  </a:lnTo>
                  <a:lnTo>
                    <a:pt x="0" y="707305"/>
                  </a:lnTo>
                  <a:close/>
                </a:path>
              </a:pathLst>
            </a:custGeom>
            <a:blipFill>
              <a:blip r:embed="rId3"/>
              <a:stretch>
                <a:fillRect l="-324946" b="-181011"/>
              </a:stretch>
            </a:blipFill>
          </p:spPr>
        </p:sp>
      </p:grpSp>
      <p:grpSp>
        <p:nvGrpSpPr>
          <p:cNvPr id="11" name="Group 11"/>
          <p:cNvGrpSpPr/>
          <p:nvPr/>
        </p:nvGrpSpPr>
        <p:grpSpPr>
          <a:xfrm>
            <a:off x="6904418" y="2437164"/>
            <a:ext cx="4479165" cy="447916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4" name="Group 14"/>
          <p:cNvGrpSpPr/>
          <p:nvPr/>
        </p:nvGrpSpPr>
        <p:grpSpPr>
          <a:xfrm>
            <a:off x="7193486" y="2726232"/>
            <a:ext cx="3901029" cy="3901029"/>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t="-25046" b="-25046"/>
              </a:stretch>
            </a:blipFill>
          </p:spPr>
        </p:sp>
      </p:grpSp>
      <p:grpSp>
        <p:nvGrpSpPr>
          <p:cNvPr id="16" name="Group 16"/>
          <p:cNvGrpSpPr/>
          <p:nvPr/>
        </p:nvGrpSpPr>
        <p:grpSpPr>
          <a:xfrm>
            <a:off x="15059769" y="6401551"/>
            <a:ext cx="2199531" cy="176712"/>
            <a:chOff x="0" y="0"/>
            <a:chExt cx="579300" cy="46541"/>
          </a:xfrm>
        </p:grpSpPr>
        <p:sp>
          <p:nvSpPr>
            <p:cNvPr id="17" name="Freeform 17"/>
            <p:cNvSpPr/>
            <p:nvPr/>
          </p:nvSpPr>
          <p:spPr>
            <a:xfrm>
              <a:off x="0" y="0"/>
              <a:ext cx="579300" cy="46541"/>
            </a:xfrm>
            <a:custGeom>
              <a:avLst/>
              <a:gdLst/>
              <a:ahLst/>
              <a:cxnLst/>
              <a:rect l="l" t="t" r="r" b="b"/>
              <a:pathLst>
                <a:path w="579300" h="46541">
                  <a:moveTo>
                    <a:pt x="0" y="0"/>
                  </a:moveTo>
                  <a:lnTo>
                    <a:pt x="579300" y="0"/>
                  </a:lnTo>
                  <a:lnTo>
                    <a:pt x="579300" y="46541"/>
                  </a:lnTo>
                  <a:lnTo>
                    <a:pt x="0" y="46541"/>
                  </a:lnTo>
                  <a:close/>
                </a:path>
              </a:pathLst>
            </a:custGeom>
            <a:solidFill>
              <a:srgbClr val="886DDF"/>
            </a:solidFill>
          </p:spPr>
        </p:sp>
        <p:sp>
          <p:nvSpPr>
            <p:cNvPr id="18" name="TextBox 18"/>
            <p:cNvSpPr txBox="1"/>
            <p:nvPr/>
          </p:nvSpPr>
          <p:spPr>
            <a:xfrm>
              <a:off x="0" y="-38100"/>
              <a:ext cx="579300" cy="84641"/>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1028700" y="6401551"/>
            <a:ext cx="2199531" cy="176712"/>
            <a:chOff x="0" y="0"/>
            <a:chExt cx="579300" cy="46541"/>
          </a:xfrm>
        </p:grpSpPr>
        <p:sp>
          <p:nvSpPr>
            <p:cNvPr id="20" name="Freeform 20"/>
            <p:cNvSpPr/>
            <p:nvPr/>
          </p:nvSpPr>
          <p:spPr>
            <a:xfrm>
              <a:off x="0" y="0"/>
              <a:ext cx="579300" cy="46541"/>
            </a:xfrm>
            <a:custGeom>
              <a:avLst/>
              <a:gdLst/>
              <a:ahLst/>
              <a:cxnLst/>
              <a:rect l="l" t="t" r="r" b="b"/>
              <a:pathLst>
                <a:path w="579300" h="46541">
                  <a:moveTo>
                    <a:pt x="0" y="0"/>
                  </a:moveTo>
                  <a:lnTo>
                    <a:pt x="579300" y="0"/>
                  </a:lnTo>
                  <a:lnTo>
                    <a:pt x="579300" y="46541"/>
                  </a:lnTo>
                  <a:lnTo>
                    <a:pt x="0" y="46541"/>
                  </a:lnTo>
                  <a:close/>
                </a:path>
              </a:pathLst>
            </a:custGeom>
            <a:solidFill>
              <a:srgbClr val="886DDF"/>
            </a:solidFill>
          </p:spPr>
        </p:sp>
        <p:sp>
          <p:nvSpPr>
            <p:cNvPr id="21" name="TextBox 21"/>
            <p:cNvSpPr txBox="1"/>
            <p:nvPr/>
          </p:nvSpPr>
          <p:spPr>
            <a:xfrm>
              <a:off x="0" y="-38100"/>
              <a:ext cx="579300" cy="84641"/>
            </a:xfrm>
            <a:prstGeom prst="rect">
              <a:avLst/>
            </a:prstGeom>
          </p:spPr>
          <p:txBody>
            <a:bodyPr lIns="50800" tIns="50800" rIns="50800" bIns="50800" rtlCol="0" anchor="ctr"/>
            <a:lstStyle/>
            <a:p>
              <a:pPr algn="ctr">
                <a:lnSpc>
                  <a:spcPts val="2659"/>
                </a:lnSpc>
              </a:pPr>
              <a:endParaRPr/>
            </a:p>
          </p:txBody>
        </p:sp>
      </p:grpSp>
      <p:sp>
        <p:nvSpPr>
          <p:cNvPr id="22" name="TextBox 22"/>
          <p:cNvSpPr txBox="1"/>
          <p:nvPr/>
        </p:nvSpPr>
        <p:spPr>
          <a:xfrm>
            <a:off x="3228231" y="4819298"/>
            <a:ext cx="11831539" cy="2889291"/>
          </a:xfrm>
          <a:prstGeom prst="rect">
            <a:avLst/>
          </a:prstGeom>
        </p:spPr>
        <p:txBody>
          <a:bodyPr lIns="0" tIns="0" rIns="0" bIns="0" rtlCol="0" anchor="t">
            <a:spAutoFit/>
          </a:bodyPr>
          <a:lstStyle/>
          <a:p>
            <a:pPr algn="ctr">
              <a:lnSpc>
                <a:spcPts val="22397"/>
              </a:lnSpc>
              <a:spcBef>
                <a:spcPct val="0"/>
              </a:spcBef>
            </a:pPr>
            <a:r>
              <a:rPr lang="en-US" sz="15998" dirty="0">
                <a:solidFill>
                  <a:srgbClr val="886DDF"/>
                </a:solidFill>
                <a:latin typeface="Poppins"/>
                <a:ea typeface="Poppins"/>
                <a:cs typeface="Poppins"/>
                <a:sym typeface="Poppins"/>
              </a:rPr>
              <a:t>ROBOTIC</a:t>
            </a:r>
          </a:p>
        </p:txBody>
      </p:sp>
      <p:sp>
        <p:nvSpPr>
          <p:cNvPr id="23" name="TextBox 23"/>
          <p:cNvSpPr txBox="1"/>
          <p:nvPr/>
        </p:nvSpPr>
        <p:spPr>
          <a:xfrm>
            <a:off x="1028700" y="7899089"/>
            <a:ext cx="16230600" cy="417195"/>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irure dolor in rquis nostrud exercitation ullamcoe prehenderit in voluptate velit esse cillum dolore eu fugiatexercitation ullamco </a:t>
            </a:r>
          </a:p>
        </p:txBody>
      </p:sp>
      <p:sp>
        <p:nvSpPr>
          <p:cNvPr id="24" name="TextBox 24"/>
          <p:cNvSpPr txBox="1"/>
          <p:nvPr/>
        </p:nvSpPr>
        <p:spPr>
          <a:xfrm>
            <a:off x="7788117" y="8925560"/>
            <a:ext cx="2711766" cy="3327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Work Sans"/>
                <a:ea typeface="Work Sans"/>
                <a:cs typeface="Work Sans"/>
                <a:sym typeface="Work Sans"/>
              </a:rPr>
              <a:t>Start Presentation</a:t>
            </a:r>
          </a:p>
        </p:txBody>
      </p:sp>
      <p:sp>
        <p:nvSpPr>
          <p:cNvPr id="25" name="TextBox 25"/>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26" name="TextBox 26"/>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27" name="TextBox 27"/>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28" name="TextBox 28"/>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29" name="TextBox 29"/>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4917301" cy="10287000"/>
            <a:chOff x="0" y="0"/>
            <a:chExt cx="1295092" cy="2709333"/>
          </a:xfrm>
        </p:grpSpPr>
        <p:sp>
          <p:nvSpPr>
            <p:cNvPr id="3" name="Freeform 3"/>
            <p:cNvSpPr/>
            <p:nvPr/>
          </p:nvSpPr>
          <p:spPr>
            <a:xfrm>
              <a:off x="0" y="0"/>
              <a:ext cx="1295092" cy="2709333"/>
            </a:xfrm>
            <a:custGeom>
              <a:avLst/>
              <a:gdLst/>
              <a:ahLst/>
              <a:cxnLst/>
              <a:rect l="l" t="t" r="r" b="b"/>
              <a:pathLst>
                <a:path w="1295092" h="2709333">
                  <a:moveTo>
                    <a:pt x="0" y="0"/>
                  </a:moveTo>
                  <a:lnTo>
                    <a:pt x="1295092" y="0"/>
                  </a:lnTo>
                  <a:lnTo>
                    <a:pt x="1295092" y="2709333"/>
                  </a:lnTo>
                  <a:lnTo>
                    <a:pt x="0" y="2709333"/>
                  </a:lnTo>
                  <a:close/>
                </a:path>
              </a:pathLst>
            </a:custGeom>
            <a:solidFill>
              <a:srgbClr val="886DDF"/>
            </a:solidFill>
          </p:spPr>
        </p:sp>
        <p:sp>
          <p:nvSpPr>
            <p:cNvPr id="4" name="TextBox 4"/>
            <p:cNvSpPr txBox="1"/>
            <p:nvPr/>
          </p:nvSpPr>
          <p:spPr>
            <a:xfrm>
              <a:off x="0" y="-28575"/>
              <a:ext cx="1295092" cy="2737908"/>
            </a:xfrm>
            <a:prstGeom prst="rect">
              <a:avLst/>
            </a:prstGeom>
          </p:spPr>
          <p:txBody>
            <a:bodyPr lIns="50800" tIns="50800" rIns="50800" bIns="50800" rtlCol="0" anchor="ctr"/>
            <a:lstStyle/>
            <a:p>
              <a:pPr algn="ctr">
                <a:lnSpc>
                  <a:spcPts val="1960"/>
                </a:lnSpc>
              </a:pPr>
              <a:endParaRPr/>
            </a:p>
          </p:txBody>
        </p:sp>
      </p:grpSp>
      <p:grpSp>
        <p:nvGrpSpPr>
          <p:cNvPr id="5" name="Group 5"/>
          <p:cNvGrpSpPr/>
          <p:nvPr/>
        </p:nvGrpSpPr>
        <p:grpSpPr>
          <a:xfrm>
            <a:off x="1028700" y="1028700"/>
            <a:ext cx="3888601" cy="3888601"/>
            <a:chOff x="0" y="0"/>
            <a:chExt cx="812800" cy="812800"/>
          </a:xfrm>
        </p:grpSpPr>
        <p:sp>
          <p:nvSpPr>
            <p:cNvPr id="6" name="Freeform 6"/>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2"/>
              <a:stretch>
                <a:fillRect t="-17129" b="-32870"/>
              </a:stretch>
            </a:blipFill>
          </p:spPr>
        </p:sp>
      </p:grpSp>
      <p:grpSp>
        <p:nvGrpSpPr>
          <p:cNvPr id="7" name="Group 7"/>
          <p:cNvGrpSpPr/>
          <p:nvPr/>
        </p:nvGrpSpPr>
        <p:grpSpPr>
          <a:xfrm>
            <a:off x="5385242" y="1028700"/>
            <a:ext cx="3888601" cy="3888601"/>
            <a:chOff x="0" y="0"/>
            <a:chExt cx="812800" cy="812800"/>
          </a:xfrm>
        </p:grpSpPr>
        <p:sp>
          <p:nvSpPr>
            <p:cNvPr id="8" name="Freeform 8"/>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3"/>
              <a:stretch>
                <a:fillRect l="-44786" r="-44786"/>
              </a:stretch>
            </a:blipFill>
          </p:spPr>
        </p:sp>
      </p:grpSp>
      <p:grpSp>
        <p:nvGrpSpPr>
          <p:cNvPr id="9" name="Group 9"/>
          <p:cNvGrpSpPr/>
          <p:nvPr/>
        </p:nvGrpSpPr>
        <p:grpSpPr>
          <a:xfrm>
            <a:off x="1028700" y="5369699"/>
            <a:ext cx="3888601" cy="3888601"/>
            <a:chOff x="0" y="0"/>
            <a:chExt cx="812800" cy="812800"/>
          </a:xfrm>
        </p:grpSpPr>
        <p:sp>
          <p:nvSpPr>
            <p:cNvPr id="10" name="Freeform 10"/>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4"/>
              <a:stretch>
                <a:fillRect l="-44029" r="-34409"/>
              </a:stretch>
            </a:blipFill>
          </p:spPr>
        </p:sp>
      </p:grpSp>
      <p:grpSp>
        <p:nvGrpSpPr>
          <p:cNvPr id="11" name="Group 11"/>
          <p:cNvGrpSpPr/>
          <p:nvPr/>
        </p:nvGrpSpPr>
        <p:grpSpPr>
          <a:xfrm>
            <a:off x="5385242" y="5369699"/>
            <a:ext cx="3888601" cy="3888601"/>
            <a:chOff x="0" y="0"/>
            <a:chExt cx="812800" cy="812800"/>
          </a:xfrm>
        </p:grpSpPr>
        <p:sp>
          <p:nvSpPr>
            <p:cNvPr id="12" name="Freeform 12"/>
            <p:cNvSpPr/>
            <p:nvPr/>
          </p:nvSpPr>
          <p:spPr>
            <a:xfrm>
              <a:off x="0" y="0"/>
              <a:ext cx="812800" cy="812800"/>
            </a:xfrm>
            <a:custGeom>
              <a:avLst/>
              <a:gdLst/>
              <a:ahLst/>
              <a:cxnLst/>
              <a:rect l="l" t="t" r="r" b="b"/>
              <a:pathLst>
                <a:path w="812800" h="812800">
                  <a:moveTo>
                    <a:pt x="0" y="0"/>
                  </a:moveTo>
                  <a:lnTo>
                    <a:pt x="812800" y="0"/>
                  </a:lnTo>
                  <a:lnTo>
                    <a:pt x="812800" y="812800"/>
                  </a:lnTo>
                  <a:lnTo>
                    <a:pt x="0" y="812800"/>
                  </a:lnTo>
                  <a:close/>
                </a:path>
              </a:pathLst>
            </a:custGeom>
            <a:blipFill>
              <a:blip r:embed="rId5"/>
              <a:stretch>
                <a:fillRect t="-25000" b="-25000"/>
              </a:stretch>
            </a:blipFill>
          </p:spPr>
        </p:sp>
      </p:grpSp>
      <p:grpSp>
        <p:nvGrpSpPr>
          <p:cNvPr id="13" name="Group 13"/>
          <p:cNvGrpSpPr/>
          <p:nvPr/>
        </p:nvGrpSpPr>
        <p:grpSpPr>
          <a:xfrm>
            <a:off x="2911689" y="2903918"/>
            <a:ext cx="4479165" cy="4479165"/>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5" name="TextBox 15"/>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6" name="Group 16"/>
          <p:cNvGrpSpPr/>
          <p:nvPr/>
        </p:nvGrpSpPr>
        <p:grpSpPr>
          <a:xfrm>
            <a:off x="3200757" y="3192986"/>
            <a:ext cx="3901029" cy="3901029"/>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6"/>
              <a:stretch>
                <a:fillRect l="-16666" r="-16666"/>
              </a:stretch>
            </a:blipFill>
          </p:spPr>
        </p:sp>
      </p:grpSp>
      <p:sp>
        <p:nvSpPr>
          <p:cNvPr id="18" name="TextBox 18"/>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FFFFFF"/>
                </a:solidFill>
                <a:latin typeface="Canva Sans Bold"/>
                <a:ea typeface="Canva Sans Bold"/>
                <a:cs typeface="Canva Sans Bold"/>
                <a:sym typeface="Canva Sans Bold"/>
              </a:rPr>
              <a:t>Warner &amp; Spencer</a:t>
            </a:r>
          </a:p>
        </p:txBody>
      </p:sp>
      <p:sp>
        <p:nvSpPr>
          <p:cNvPr id="19" name="TextBox 19"/>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20" name="TextBox 20"/>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21" name="TextBox 21"/>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22" name="TextBox 22"/>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23" name="TextBox 23"/>
          <p:cNvSpPr txBox="1"/>
          <p:nvPr/>
        </p:nvSpPr>
        <p:spPr>
          <a:xfrm>
            <a:off x="10313163" y="1844194"/>
            <a:ext cx="7362713" cy="1704975"/>
          </a:xfrm>
          <a:prstGeom prst="rect">
            <a:avLst/>
          </a:prstGeom>
        </p:spPr>
        <p:txBody>
          <a:bodyPr lIns="0" tIns="0" rIns="0" bIns="0" rtlCol="0" anchor="t">
            <a:spAutoFit/>
          </a:bodyPr>
          <a:lstStyle/>
          <a:p>
            <a:pPr algn="l">
              <a:lnSpc>
                <a:spcPts val="6599"/>
              </a:lnSpc>
            </a:pPr>
            <a:r>
              <a:rPr lang="en-US" sz="5499">
                <a:solidFill>
                  <a:srgbClr val="886DDF"/>
                </a:solidFill>
                <a:latin typeface="Poppins"/>
                <a:ea typeface="Poppins"/>
                <a:cs typeface="Poppins"/>
                <a:sym typeface="Poppins"/>
              </a:rPr>
              <a:t>Welcome To Our Company</a:t>
            </a:r>
          </a:p>
        </p:txBody>
      </p:sp>
      <p:sp>
        <p:nvSpPr>
          <p:cNvPr id="24" name="TextBox 24"/>
          <p:cNvSpPr txBox="1"/>
          <p:nvPr/>
        </p:nvSpPr>
        <p:spPr>
          <a:xfrm>
            <a:off x="10313163" y="4370328"/>
            <a:ext cx="6946137" cy="104584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 Duis aute irure dolor in rquis nostrud exercitation ullamcoe prehenderit in voluptate velit quis nostrud exercitation ullamco laboris nisi ut aliquip ex ea commodo . Duis aute irure </a:t>
            </a:r>
          </a:p>
        </p:txBody>
      </p:sp>
      <p:sp>
        <p:nvSpPr>
          <p:cNvPr id="25" name="TextBox 25"/>
          <p:cNvSpPr txBox="1"/>
          <p:nvPr/>
        </p:nvSpPr>
        <p:spPr>
          <a:xfrm>
            <a:off x="10313163" y="5953538"/>
            <a:ext cx="3891088" cy="398780"/>
          </a:xfrm>
          <a:prstGeom prst="rect">
            <a:avLst/>
          </a:prstGeom>
        </p:spPr>
        <p:txBody>
          <a:bodyPr lIns="0" tIns="0" rIns="0" bIns="0" rtlCol="0" anchor="t">
            <a:spAutoFit/>
          </a:bodyPr>
          <a:lstStyle/>
          <a:p>
            <a:pPr algn="l">
              <a:lnSpc>
                <a:spcPts val="3220"/>
              </a:lnSpc>
              <a:spcBef>
                <a:spcPct val="0"/>
              </a:spcBef>
            </a:pPr>
            <a:r>
              <a:rPr lang="en-US" sz="2300" b="1">
                <a:solidFill>
                  <a:srgbClr val="886DDF"/>
                </a:solidFill>
                <a:latin typeface="Work Sans Bold"/>
                <a:ea typeface="Work Sans Bold"/>
                <a:cs typeface="Work Sans Bold"/>
                <a:sym typeface="Work Sans Bold"/>
              </a:rPr>
              <a:t>About Our Planning</a:t>
            </a:r>
          </a:p>
        </p:txBody>
      </p:sp>
      <p:sp>
        <p:nvSpPr>
          <p:cNvPr id="26" name="TextBox 26"/>
          <p:cNvSpPr txBox="1"/>
          <p:nvPr/>
        </p:nvSpPr>
        <p:spPr>
          <a:xfrm>
            <a:off x="10313163" y="6955155"/>
            <a:ext cx="6946137" cy="230314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irure dolor in rquis nostrud exercitation ullamcoe prehenderit in voluptate velit esse cillum dolore eu fugiatexercitation ullamco laboris nisi ut aliquip ex ea commodo consequat. Duis aute irure dolor in rquis nostrud exercitation ullamcoe prehenderit in voluptate velit esse cillum dolore eu fugiatexercitation ullamco laboris nisi ut aliquip ex ea commodo consequat. Duis aute irure dolor in rquis nostrud exercitation ullamcoe prehenderit in voluptate quis nostrud exercitation ullamco laboris nisi ut aliquip ex ea commodo . Duis aute irure consequat. Duis aute irure dolor in rquis nostrud exercitation ullamcoe prehenderit in voluptate velit consequat. Duis aute irure dolor in rquis nostrud exercitation ullamcoe in voluptate velit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185113" y="1028700"/>
            <a:ext cx="7074187" cy="8229600"/>
            <a:chOff x="0" y="0"/>
            <a:chExt cx="9432249" cy="10972800"/>
          </a:xfrm>
        </p:grpSpPr>
        <p:pic>
          <p:nvPicPr>
            <p:cNvPr id="3" name="Picture 3"/>
            <p:cNvPicPr>
              <a:picLocks noChangeAspect="1"/>
            </p:cNvPicPr>
            <p:nvPr/>
          </p:nvPicPr>
          <p:blipFill>
            <a:blip r:embed="rId2"/>
            <a:srcRect l="21366" r="64770" b="50495"/>
            <a:stretch>
              <a:fillRect/>
            </a:stretch>
          </p:blipFill>
          <p:spPr>
            <a:xfrm>
              <a:off x="0" y="0"/>
              <a:ext cx="2294562" cy="5422900"/>
            </a:xfrm>
            <a:prstGeom prst="rect">
              <a:avLst/>
            </a:prstGeom>
          </p:spPr>
        </p:pic>
        <p:pic>
          <p:nvPicPr>
            <p:cNvPr id="4" name="Picture 4"/>
            <p:cNvPicPr>
              <a:picLocks noChangeAspect="1"/>
            </p:cNvPicPr>
            <p:nvPr/>
          </p:nvPicPr>
          <p:blipFill>
            <a:blip r:embed="rId2"/>
            <a:srcRect l="22289" t="50777" r="63926"/>
            <a:stretch>
              <a:fillRect/>
            </a:stretch>
          </p:blipFill>
          <p:spPr>
            <a:xfrm>
              <a:off x="0" y="5549900"/>
              <a:ext cx="2294562" cy="5422900"/>
            </a:xfrm>
            <a:prstGeom prst="rect">
              <a:avLst/>
            </a:prstGeom>
          </p:spPr>
        </p:pic>
        <p:pic>
          <p:nvPicPr>
            <p:cNvPr id="5" name="Picture 5"/>
            <p:cNvPicPr>
              <a:picLocks noChangeAspect="1"/>
            </p:cNvPicPr>
            <p:nvPr/>
          </p:nvPicPr>
          <p:blipFill>
            <a:blip r:embed="rId2"/>
            <a:srcRect l="36160" r="36160"/>
            <a:stretch>
              <a:fillRect/>
            </a:stretch>
          </p:blipFill>
          <p:spPr>
            <a:xfrm>
              <a:off x="2421562" y="0"/>
              <a:ext cx="4589124" cy="10972800"/>
            </a:xfrm>
            <a:prstGeom prst="rect">
              <a:avLst/>
            </a:prstGeom>
          </p:spPr>
        </p:pic>
        <p:pic>
          <p:nvPicPr>
            <p:cNvPr id="6" name="Picture 6"/>
            <p:cNvPicPr>
              <a:picLocks noChangeAspect="1"/>
            </p:cNvPicPr>
            <p:nvPr/>
          </p:nvPicPr>
          <p:blipFill>
            <a:blip r:embed="rId2"/>
            <a:srcRect l="65030" r="21157" b="50677"/>
            <a:stretch>
              <a:fillRect/>
            </a:stretch>
          </p:blipFill>
          <p:spPr>
            <a:xfrm>
              <a:off x="7137687" y="0"/>
              <a:ext cx="2294562" cy="5422900"/>
            </a:xfrm>
            <a:prstGeom prst="rect">
              <a:avLst/>
            </a:prstGeom>
          </p:spPr>
        </p:pic>
        <p:pic>
          <p:nvPicPr>
            <p:cNvPr id="7" name="Picture 7"/>
            <p:cNvPicPr>
              <a:picLocks noChangeAspect="1"/>
            </p:cNvPicPr>
            <p:nvPr/>
          </p:nvPicPr>
          <p:blipFill>
            <a:blip r:embed="rId2"/>
            <a:srcRect l="64505" t="50492" r="21630"/>
            <a:stretch>
              <a:fillRect/>
            </a:stretch>
          </p:blipFill>
          <p:spPr>
            <a:xfrm>
              <a:off x="7137687" y="5549900"/>
              <a:ext cx="2294562" cy="5422900"/>
            </a:xfrm>
            <a:prstGeom prst="rect">
              <a:avLst/>
            </a:prstGeom>
          </p:spPr>
        </p:pic>
      </p:grpSp>
      <p:sp>
        <p:nvSpPr>
          <p:cNvPr id="8" name="TextBox 8"/>
          <p:cNvSpPr txBox="1"/>
          <p:nvPr/>
        </p:nvSpPr>
        <p:spPr>
          <a:xfrm>
            <a:off x="1028700" y="1844194"/>
            <a:ext cx="4863790" cy="876300"/>
          </a:xfrm>
          <a:prstGeom prst="rect">
            <a:avLst/>
          </a:prstGeom>
        </p:spPr>
        <p:txBody>
          <a:bodyPr lIns="0" tIns="0" rIns="0" bIns="0" rtlCol="0" anchor="t">
            <a:spAutoFit/>
          </a:bodyPr>
          <a:lstStyle/>
          <a:p>
            <a:pPr algn="l">
              <a:lnSpc>
                <a:spcPts val="6599"/>
              </a:lnSpc>
            </a:pPr>
            <a:r>
              <a:rPr lang="en-US" sz="5499">
                <a:solidFill>
                  <a:srgbClr val="886DDF"/>
                </a:solidFill>
                <a:latin typeface="Poppins"/>
                <a:ea typeface="Poppins"/>
                <a:cs typeface="Poppins"/>
                <a:sym typeface="Poppins"/>
              </a:rPr>
              <a:t>Contact Us</a:t>
            </a:r>
          </a:p>
        </p:txBody>
      </p:sp>
      <p:sp>
        <p:nvSpPr>
          <p:cNvPr id="9" name="AutoShape 9"/>
          <p:cNvSpPr/>
          <p:nvPr/>
        </p:nvSpPr>
        <p:spPr>
          <a:xfrm>
            <a:off x="5655732" y="2325206"/>
            <a:ext cx="3488268" cy="0"/>
          </a:xfrm>
          <a:prstGeom prst="line">
            <a:avLst/>
          </a:prstGeom>
          <a:ln w="38100" cap="flat">
            <a:solidFill>
              <a:srgbClr val="886DDF"/>
            </a:solidFill>
            <a:prstDash val="solid"/>
            <a:headEnd type="none" w="sm" len="sm"/>
            <a:tailEnd type="none" w="sm" len="sm"/>
          </a:ln>
        </p:spPr>
      </p:sp>
      <p:grpSp>
        <p:nvGrpSpPr>
          <p:cNvPr id="10" name="Group 10"/>
          <p:cNvGrpSpPr/>
          <p:nvPr/>
        </p:nvGrpSpPr>
        <p:grpSpPr>
          <a:xfrm>
            <a:off x="1028700" y="6440916"/>
            <a:ext cx="8115300" cy="2817384"/>
            <a:chOff x="0" y="0"/>
            <a:chExt cx="1696269" cy="588893"/>
          </a:xfrm>
        </p:grpSpPr>
        <p:sp>
          <p:nvSpPr>
            <p:cNvPr id="11" name="Freeform 11"/>
            <p:cNvSpPr/>
            <p:nvPr/>
          </p:nvSpPr>
          <p:spPr>
            <a:xfrm>
              <a:off x="0" y="0"/>
              <a:ext cx="1696270" cy="588893"/>
            </a:xfrm>
            <a:custGeom>
              <a:avLst/>
              <a:gdLst/>
              <a:ahLst/>
              <a:cxnLst/>
              <a:rect l="l" t="t" r="r" b="b"/>
              <a:pathLst>
                <a:path w="1696270" h="588893">
                  <a:moveTo>
                    <a:pt x="0" y="0"/>
                  </a:moveTo>
                  <a:lnTo>
                    <a:pt x="1696270" y="0"/>
                  </a:lnTo>
                  <a:lnTo>
                    <a:pt x="1696270" y="588893"/>
                  </a:lnTo>
                  <a:lnTo>
                    <a:pt x="0" y="588893"/>
                  </a:lnTo>
                  <a:close/>
                </a:path>
              </a:pathLst>
            </a:custGeom>
            <a:blipFill>
              <a:blip r:embed="rId3"/>
              <a:stretch>
                <a:fillRect t="-15893" b="-56932"/>
              </a:stretch>
            </a:blipFill>
          </p:spPr>
        </p:sp>
      </p:grpSp>
      <p:sp>
        <p:nvSpPr>
          <p:cNvPr id="12" name="TextBox 12"/>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13" name="TextBox 13"/>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14" name="TextBox 14"/>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15" name="TextBox 15"/>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16" name="TextBox 16"/>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17" name="TextBox 17"/>
          <p:cNvSpPr txBox="1"/>
          <p:nvPr/>
        </p:nvSpPr>
        <p:spPr>
          <a:xfrm>
            <a:off x="1028700" y="3233804"/>
            <a:ext cx="8077411" cy="62674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 eiusmod tempor incididunt ut labore et enim ad minim veniam, quis nostrud exercitation</a:t>
            </a:r>
          </a:p>
        </p:txBody>
      </p:sp>
      <p:sp>
        <p:nvSpPr>
          <p:cNvPr id="18" name="TextBox 18"/>
          <p:cNvSpPr txBox="1"/>
          <p:nvPr/>
        </p:nvSpPr>
        <p:spPr>
          <a:xfrm>
            <a:off x="1028700" y="5496982"/>
            <a:ext cx="1467096" cy="221059"/>
          </a:xfrm>
          <a:prstGeom prst="rect">
            <a:avLst/>
          </a:prstGeom>
        </p:spPr>
        <p:txBody>
          <a:bodyPr lIns="0" tIns="0" rIns="0" bIns="0" rtlCol="0" anchor="t">
            <a:spAutoFit/>
          </a:bodyPr>
          <a:lstStyle/>
          <a:p>
            <a:pPr algn="l">
              <a:lnSpc>
                <a:spcPts val="1715"/>
              </a:lnSpc>
              <a:spcBef>
                <a:spcPct val="0"/>
              </a:spcBef>
            </a:pPr>
            <a:r>
              <a:rPr lang="en-US" sz="1225">
                <a:solidFill>
                  <a:srgbClr val="FFFFFF"/>
                </a:solidFill>
                <a:latin typeface="Work Sans"/>
                <a:ea typeface="Work Sans"/>
                <a:cs typeface="Work Sans"/>
                <a:sym typeface="Work Sans"/>
              </a:rPr>
              <a:t>+123-456-7890</a:t>
            </a:r>
          </a:p>
        </p:txBody>
      </p:sp>
      <p:sp>
        <p:nvSpPr>
          <p:cNvPr id="19" name="TextBox 19"/>
          <p:cNvSpPr txBox="1"/>
          <p:nvPr/>
        </p:nvSpPr>
        <p:spPr>
          <a:xfrm>
            <a:off x="1028700" y="5205846"/>
            <a:ext cx="1467096" cy="221059"/>
          </a:xfrm>
          <a:prstGeom prst="rect">
            <a:avLst/>
          </a:prstGeom>
        </p:spPr>
        <p:txBody>
          <a:bodyPr lIns="0" tIns="0" rIns="0" bIns="0" rtlCol="0" anchor="t">
            <a:spAutoFit/>
          </a:bodyPr>
          <a:lstStyle/>
          <a:p>
            <a:pPr algn="l">
              <a:lnSpc>
                <a:spcPts val="1715"/>
              </a:lnSpc>
              <a:spcBef>
                <a:spcPct val="0"/>
              </a:spcBef>
            </a:pPr>
            <a:r>
              <a:rPr lang="en-US" sz="1225">
                <a:solidFill>
                  <a:srgbClr val="FFFFFF"/>
                </a:solidFill>
                <a:latin typeface="Work Sans"/>
                <a:ea typeface="Work Sans"/>
                <a:cs typeface="Work Sans"/>
                <a:sym typeface="Work Sans"/>
              </a:rPr>
              <a:t>+123-456-7890</a:t>
            </a:r>
          </a:p>
        </p:txBody>
      </p:sp>
      <p:sp>
        <p:nvSpPr>
          <p:cNvPr id="20" name="TextBox 20"/>
          <p:cNvSpPr txBox="1"/>
          <p:nvPr/>
        </p:nvSpPr>
        <p:spPr>
          <a:xfrm>
            <a:off x="1028700" y="4666618"/>
            <a:ext cx="1467096" cy="349325"/>
          </a:xfrm>
          <a:prstGeom prst="rect">
            <a:avLst/>
          </a:prstGeom>
        </p:spPr>
        <p:txBody>
          <a:bodyPr lIns="0" tIns="0" rIns="0" bIns="0" rtlCol="0" anchor="t">
            <a:spAutoFit/>
          </a:bodyPr>
          <a:lstStyle/>
          <a:p>
            <a:pPr algn="l">
              <a:lnSpc>
                <a:spcPts val="2799"/>
              </a:lnSpc>
              <a:spcBef>
                <a:spcPct val="0"/>
              </a:spcBef>
            </a:pPr>
            <a:r>
              <a:rPr lang="en-US" sz="1999" b="1">
                <a:solidFill>
                  <a:srgbClr val="886DDF"/>
                </a:solidFill>
                <a:latin typeface="Work Sans Bold"/>
                <a:ea typeface="Work Sans Bold"/>
                <a:cs typeface="Work Sans Bold"/>
                <a:sym typeface="Work Sans Bold"/>
              </a:rPr>
              <a:t>Telp</a:t>
            </a:r>
          </a:p>
        </p:txBody>
      </p:sp>
      <p:sp>
        <p:nvSpPr>
          <p:cNvPr id="21" name="TextBox 21"/>
          <p:cNvSpPr txBox="1"/>
          <p:nvPr/>
        </p:nvSpPr>
        <p:spPr>
          <a:xfrm>
            <a:off x="6194538" y="5496982"/>
            <a:ext cx="3047600" cy="221059"/>
          </a:xfrm>
          <a:prstGeom prst="rect">
            <a:avLst/>
          </a:prstGeom>
        </p:spPr>
        <p:txBody>
          <a:bodyPr lIns="0" tIns="0" rIns="0" bIns="0" rtlCol="0" anchor="t">
            <a:spAutoFit/>
          </a:bodyPr>
          <a:lstStyle/>
          <a:p>
            <a:pPr algn="l">
              <a:lnSpc>
                <a:spcPts val="1715"/>
              </a:lnSpc>
              <a:spcBef>
                <a:spcPct val="0"/>
              </a:spcBef>
            </a:pPr>
            <a:r>
              <a:rPr lang="en-US" sz="1225">
                <a:solidFill>
                  <a:srgbClr val="FFFFFF"/>
                </a:solidFill>
                <a:latin typeface="Work Sans"/>
                <a:ea typeface="Work Sans"/>
                <a:cs typeface="Work Sans"/>
                <a:sym typeface="Work Sans"/>
              </a:rPr>
              <a:t>123 Anywhere ST., Any City, ST 12345</a:t>
            </a:r>
          </a:p>
        </p:txBody>
      </p:sp>
      <p:sp>
        <p:nvSpPr>
          <p:cNvPr id="22" name="TextBox 22"/>
          <p:cNvSpPr txBox="1"/>
          <p:nvPr/>
        </p:nvSpPr>
        <p:spPr>
          <a:xfrm>
            <a:off x="6194538" y="5205846"/>
            <a:ext cx="3047600" cy="221059"/>
          </a:xfrm>
          <a:prstGeom prst="rect">
            <a:avLst/>
          </a:prstGeom>
        </p:spPr>
        <p:txBody>
          <a:bodyPr lIns="0" tIns="0" rIns="0" bIns="0" rtlCol="0" anchor="t">
            <a:spAutoFit/>
          </a:bodyPr>
          <a:lstStyle/>
          <a:p>
            <a:pPr algn="l">
              <a:lnSpc>
                <a:spcPts val="1715"/>
              </a:lnSpc>
              <a:spcBef>
                <a:spcPct val="0"/>
              </a:spcBef>
            </a:pPr>
            <a:r>
              <a:rPr lang="en-US" sz="1225">
                <a:solidFill>
                  <a:srgbClr val="FFFFFF"/>
                </a:solidFill>
                <a:latin typeface="Work Sans"/>
                <a:ea typeface="Work Sans"/>
                <a:cs typeface="Work Sans"/>
                <a:sym typeface="Work Sans"/>
              </a:rPr>
              <a:t>123 Anywhere ST., Any City, ST 12345</a:t>
            </a:r>
          </a:p>
        </p:txBody>
      </p:sp>
      <p:sp>
        <p:nvSpPr>
          <p:cNvPr id="23" name="TextBox 23"/>
          <p:cNvSpPr txBox="1"/>
          <p:nvPr/>
        </p:nvSpPr>
        <p:spPr>
          <a:xfrm>
            <a:off x="6194538" y="4666618"/>
            <a:ext cx="1467096" cy="349325"/>
          </a:xfrm>
          <a:prstGeom prst="rect">
            <a:avLst/>
          </a:prstGeom>
        </p:spPr>
        <p:txBody>
          <a:bodyPr lIns="0" tIns="0" rIns="0" bIns="0" rtlCol="0" anchor="t">
            <a:spAutoFit/>
          </a:bodyPr>
          <a:lstStyle/>
          <a:p>
            <a:pPr algn="l">
              <a:lnSpc>
                <a:spcPts val="2799"/>
              </a:lnSpc>
              <a:spcBef>
                <a:spcPct val="0"/>
              </a:spcBef>
            </a:pPr>
            <a:r>
              <a:rPr lang="en-US" sz="1999" b="1">
                <a:solidFill>
                  <a:srgbClr val="886DDF"/>
                </a:solidFill>
                <a:latin typeface="Work Sans Bold"/>
                <a:ea typeface="Work Sans Bold"/>
                <a:cs typeface="Work Sans Bold"/>
                <a:sym typeface="Work Sans Bold"/>
              </a:rPr>
              <a:t>Address</a:t>
            </a:r>
          </a:p>
        </p:txBody>
      </p:sp>
      <p:sp>
        <p:nvSpPr>
          <p:cNvPr id="24" name="TextBox 24"/>
          <p:cNvSpPr txBox="1"/>
          <p:nvPr/>
        </p:nvSpPr>
        <p:spPr>
          <a:xfrm>
            <a:off x="3244277" y="5496982"/>
            <a:ext cx="2201780" cy="221059"/>
          </a:xfrm>
          <a:prstGeom prst="rect">
            <a:avLst/>
          </a:prstGeom>
        </p:spPr>
        <p:txBody>
          <a:bodyPr lIns="0" tIns="0" rIns="0" bIns="0" rtlCol="0" anchor="t">
            <a:spAutoFit/>
          </a:bodyPr>
          <a:lstStyle/>
          <a:p>
            <a:pPr algn="l">
              <a:lnSpc>
                <a:spcPts val="1715"/>
              </a:lnSpc>
              <a:spcBef>
                <a:spcPct val="0"/>
              </a:spcBef>
            </a:pPr>
            <a:r>
              <a:rPr lang="en-US" sz="1225">
                <a:solidFill>
                  <a:srgbClr val="FFFFFF"/>
                </a:solidFill>
                <a:latin typeface="Work Sans"/>
                <a:ea typeface="Work Sans"/>
                <a:cs typeface="Work Sans"/>
                <a:sym typeface="Work Sans"/>
              </a:rPr>
              <a:t>www.reallygreatsite.com</a:t>
            </a:r>
          </a:p>
        </p:txBody>
      </p:sp>
      <p:sp>
        <p:nvSpPr>
          <p:cNvPr id="25" name="TextBox 25"/>
          <p:cNvSpPr txBox="1"/>
          <p:nvPr/>
        </p:nvSpPr>
        <p:spPr>
          <a:xfrm>
            <a:off x="3244277" y="5205846"/>
            <a:ext cx="2201780" cy="221059"/>
          </a:xfrm>
          <a:prstGeom prst="rect">
            <a:avLst/>
          </a:prstGeom>
        </p:spPr>
        <p:txBody>
          <a:bodyPr lIns="0" tIns="0" rIns="0" bIns="0" rtlCol="0" anchor="t">
            <a:spAutoFit/>
          </a:bodyPr>
          <a:lstStyle/>
          <a:p>
            <a:pPr algn="l">
              <a:lnSpc>
                <a:spcPts val="1715"/>
              </a:lnSpc>
              <a:spcBef>
                <a:spcPct val="0"/>
              </a:spcBef>
            </a:pPr>
            <a:r>
              <a:rPr lang="en-US" sz="1225">
                <a:solidFill>
                  <a:srgbClr val="FFFFFF"/>
                </a:solidFill>
                <a:latin typeface="Work Sans"/>
                <a:ea typeface="Work Sans"/>
                <a:cs typeface="Work Sans"/>
                <a:sym typeface="Work Sans"/>
              </a:rPr>
              <a:t>www.reallygreatsite.com</a:t>
            </a:r>
          </a:p>
        </p:txBody>
      </p:sp>
      <p:sp>
        <p:nvSpPr>
          <p:cNvPr id="26" name="TextBox 26"/>
          <p:cNvSpPr txBox="1"/>
          <p:nvPr/>
        </p:nvSpPr>
        <p:spPr>
          <a:xfrm>
            <a:off x="3244277" y="4666618"/>
            <a:ext cx="1467096" cy="349325"/>
          </a:xfrm>
          <a:prstGeom prst="rect">
            <a:avLst/>
          </a:prstGeom>
        </p:spPr>
        <p:txBody>
          <a:bodyPr lIns="0" tIns="0" rIns="0" bIns="0" rtlCol="0" anchor="t">
            <a:spAutoFit/>
          </a:bodyPr>
          <a:lstStyle/>
          <a:p>
            <a:pPr algn="l">
              <a:lnSpc>
                <a:spcPts val="2799"/>
              </a:lnSpc>
              <a:spcBef>
                <a:spcPct val="0"/>
              </a:spcBef>
            </a:pPr>
            <a:r>
              <a:rPr lang="en-US" sz="1999" b="1">
                <a:solidFill>
                  <a:srgbClr val="886DDF"/>
                </a:solidFill>
                <a:latin typeface="Work Sans Bold"/>
                <a:ea typeface="Work Sans Bold"/>
                <a:cs typeface="Work Sans Bold"/>
                <a:sym typeface="Work Sans Bold"/>
              </a:rPr>
              <a:t>Website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1944656" y="6173194"/>
            <a:ext cx="237991" cy="208242"/>
            <a:chOff x="0" y="0"/>
            <a:chExt cx="812800" cy="711200"/>
          </a:xfrm>
        </p:grpSpPr>
        <p:sp>
          <p:nvSpPr>
            <p:cNvPr id="3" name="Freeform 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886DDF"/>
            </a:solidFill>
          </p:spPr>
        </p:sp>
        <p:sp>
          <p:nvSpPr>
            <p:cNvPr id="4" name="TextBox 4"/>
            <p:cNvSpPr txBox="1"/>
            <p:nvPr/>
          </p:nvSpPr>
          <p:spPr>
            <a:xfrm>
              <a:off x="127000" y="282575"/>
              <a:ext cx="558800" cy="377825"/>
            </a:xfrm>
            <a:prstGeom prst="rect">
              <a:avLst/>
            </a:prstGeom>
          </p:spPr>
          <p:txBody>
            <a:bodyPr lIns="50800" tIns="50800" rIns="50800" bIns="50800" rtlCol="0" anchor="ctr"/>
            <a:lstStyle/>
            <a:p>
              <a:pPr algn="ctr">
                <a:lnSpc>
                  <a:spcPts val="2100"/>
                </a:lnSpc>
              </a:pPr>
              <a:endParaRPr/>
            </a:p>
          </p:txBody>
        </p:sp>
      </p:grpSp>
      <p:grpSp>
        <p:nvGrpSpPr>
          <p:cNvPr id="5" name="Group 5"/>
          <p:cNvGrpSpPr/>
          <p:nvPr/>
        </p:nvGrpSpPr>
        <p:grpSpPr>
          <a:xfrm rot="5400000">
            <a:off x="11908290" y="8750319"/>
            <a:ext cx="237991" cy="208242"/>
            <a:chOff x="0" y="0"/>
            <a:chExt cx="812800" cy="711200"/>
          </a:xfrm>
        </p:grpSpPr>
        <p:sp>
          <p:nvSpPr>
            <p:cNvPr id="6" name="Freeform 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886DDF"/>
            </a:solidFill>
          </p:spPr>
        </p:sp>
        <p:sp>
          <p:nvSpPr>
            <p:cNvPr id="7" name="TextBox 7"/>
            <p:cNvSpPr txBox="1"/>
            <p:nvPr/>
          </p:nvSpPr>
          <p:spPr>
            <a:xfrm>
              <a:off x="127000" y="282575"/>
              <a:ext cx="558800" cy="377825"/>
            </a:xfrm>
            <a:prstGeom prst="rect">
              <a:avLst/>
            </a:prstGeom>
          </p:spPr>
          <p:txBody>
            <a:bodyPr lIns="50800" tIns="50800" rIns="50800" bIns="50800" rtlCol="0" anchor="ctr"/>
            <a:lstStyle/>
            <a:p>
              <a:pPr algn="ctr">
                <a:lnSpc>
                  <a:spcPts val="2100"/>
                </a:lnSpc>
              </a:pPr>
              <a:endParaRPr/>
            </a:p>
          </p:txBody>
        </p:sp>
      </p:grpSp>
      <p:grpSp>
        <p:nvGrpSpPr>
          <p:cNvPr id="8" name="Group 8"/>
          <p:cNvGrpSpPr/>
          <p:nvPr/>
        </p:nvGrpSpPr>
        <p:grpSpPr>
          <a:xfrm>
            <a:off x="2983871" y="0"/>
            <a:ext cx="6301623" cy="10295419"/>
            <a:chOff x="0" y="0"/>
            <a:chExt cx="1659687" cy="2711551"/>
          </a:xfrm>
        </p:grpSpPr>
        <p:sp>
          <p:nvSpPr>
            <p:cNvPr id="9" name="Freeform 9"/>
            <p:cNvSpPr/>
            <p:nvPr/>
          </p:nvSpPr>
          <p:spPr>
            <a:xfrm>
              <a:off x="0" y="0"/>
              <a:ext cx="1659687" cy="2711551"/>
            </a:xfrm>
            <a:custGeom>
              <a:avLst/>
              <a:gdLst/>
              <a:ahLst/>
              <a:cxnLst/>
              <a:rect l="l" t="t" r="r" b="b"/>
              <a:pathLst>
                <a:path w="1659687" h="2711551">
                  <a:moveTo>
                    <a:pt x="203200" y="0"/>
                  </a:moveTo>
                  <a:lnTo>
                    <a:pt x="1659687" y="0"/>
                  </a:lnTo>
                  <a:lnTo>
                    <a:pt x="1456487" y="2711551"/>
                  </a:lnTo>
                  <a:lnTo>
                    <a:pt x="0" y="2711551"/>
                  </a:lnTo>
                  <a:lnTo>
                    <a:pt x="203200" y="0"/>
                  </a:lnTo>
                  <a:close/>
                </a:path>
              </a:pathLst>
            </a:custGeom>
            <a:solidFill>
              <a:srgbClr val="886DDF"/>
            </a:solidFill>
          </p:spPr>
        </p:sp>
        <p:sp>
          <p:nvSpPr>
            <p:cNvPr id="10" name="TextBox 10"/>
            <p:cNvSpPr txBox="1"/>
            <p:nvPr/>
          </p:nvSpPr>
          <p:spPr>
            <a:xfrm>
              <a:off x="101600" y="-28575"/>
              <a:ext cx="1456487" cy="2740126"/>
            </a:xfrm>
            <a:prstGeom prst="rect">
              <a:avLst/>
            </a:prstGeom>
          </p:spPr>
          <p:txBody>
            <a:bodyPr lIns="50800" tIns="50800" rIns="50800" bIns="50800" rtlCol="0" anchor="ctr"/>
            <a:lstStyle/>
            <a:p>
              <a:pPr algn="ctr">
                <a:lnSpc>
                  <a:spcPts val="1960"/>
                </a:lnSpc>
              </a:pPr>
              <a:endParaRPr/>
            </a:p>
          </p:txBody>
        </p:sp>
      </p:grpSp>
      <p:grpSp>
        <p:nvGrpSpPr>
          <p:cNvPr id="11" name="Group 11"/>
          <p:cNvGrpSpPr/>
          <p:nvPr/>
        </p:nvGrpSpPr>
        <p:grpSpPr>
          <a:xfrm>
            <a:off x="1028700" y="1028700"/>
            <a:ext cx="6733765" cy="5831137"/>
            <a:chOff x="0" y="0"/>
            <a:chExt cx="4282440" cy="3708400"/>
          </a:xfrm>
        </p:grpSpPr>
        <p:sp>
          <p:nvSpPr>
            <p:cNvPr id="12" name="Freeform 12"/>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2"/>
              <a:stretch>
                <a:fillRect t="-24362" b="-48856"/>
              </a:stretch>
            </a:blipFill>
          </p:spPr>
        </p:sp>
      </p:grpSp>
      <p:grpSp>
        <p:nvGrpSpPr>
          <p:cNvPr id="13" name="Group 13"/>
          <p:cNvGrpSpPr/>
          <p:nvPr/>
        </p:nvGrpSpPr>
        <p:grpSpPr>
          <a:xfrm>
            <a:off x="4230663" y="3817441"/>
            <a:ext cx="6331181" cy="5440859"/>
            <a:chOff x="0" y="0"/>
            <a:chExt cx="812800" cy="698500"/>
          </a:xfrm>
        </p:grpSpPr>
        <p:sp>
          <p:nvSpPr>
            <p:cNvPr id="14" name="Freeform 14"/>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00000"/>
            </a:solidFill>
          </p:spPr>
        </p:sp>
        <p:sp>
          <p:nvSpPr>
            <p:cNvPr id="15" name="TextBox 15"/>
            <p:cNvSpPr txBox="1"/>
            <p:nvPr/>
          </p:nvSpPr>
          <p:spPr>
            <a:xfrm>
              <a:off x="114300" y="-28575"/>
              <a:ext cx="584200" cy="727075"/>
            </a:xfrm>
            <a:prstGeom prst="rect">
              <a:avLst/>
            </a:prstGeom>
          </p:spPr>
          <p:txBody>
            <a:bodyPr lIns="50800" tIns="50800" rIns="50800" bIns="50800" rtlCol="0" anchor="ctr"/>
            <a:lstStyle/>
            <a:p>
              <a:pPr algn="ctr">
                <a:lnSpc>
                  <a:spcPts val="1960"/>
                </a:lnSpc>
              </a:pPr>
              <a:endParaRPr/>
            </a:p>
          </p:txBody>
        </p:sp>
      </p:grpSp>
      <p:grpSp>
        <p:nvGrpSpPr>
          <p:cNvPr id="16" name="Group 16"/>
          <p:cNvGrpSpPr/>
          <p:nvPr/>
        </p:nvGrpSpPr>
        <p:grpSpPr>
          <a:xfrm>
            <a:off x="4684473" y="4189590"/>
            <a:ext cx="5423562" cy="4696560"/>
            <a:chOff x="0" y="0"/>
            <a:chExt cx="4282440" cy="3708400"/>
          </a:xfrm>
        </p:grpSpPr>
        <p:sp>
          <p:nvSpPr>
            <p:cNvPr id="17" name="Freeform 17"/>
            <p:cNvSpPr/>
            <p:nvPr/>
          </p:nvSpPr>
          <p:spPr>
            <a:xfrm>
              <a:off x="0" y="0"/>
              <a:ext cx="4282440" cy="3708400"/>
            </a:xfrm>
            <a:custGeom>
              <a:avLst/>
              <a:gdLst/>
              <a:ahLst/>
              <a:cxnLst/>
              <a:rect l="l" t="t" r="r" b="b"/>
              <a:pathLst>
                <a:path w="4282440" h="3708400">
                  <a:moveTo>
                    <a:pt x="3211830" y="0"/>
                  </a:moveTo>
                  <a:lnTo>
                    <a:pt x="1070610" y="0"/>
                  </a:lnTo>
                  <a:lnTo>
                    <a:pt x="0" y="1854200"/>
                  </a:lnTo>
                  <a:lnTo>
                    <a:pt x="1070610" y="3708400"/>
                  </a:lnTo>
                  <a:lnTo>
                    <a:pt x="3211830" y="3708400"/>
                  </a:lnTo>
                  <a:lnTo>
                    <a:pt x="4282440" y="1854200"/>
                  </a:lnTo>
                  <a:close/>
                </a:path>
              </a:pathLst>
            </a:custGeom>
            <a:blipFill>
              <a:blip r:embed="rId3"/>
              <a:stretch>
                <a:fillRect l="-16827" r="-13065"/>
              </a:stretch>
            </a:blipFill>
          </p:spPr>
        </p:sp>
      </p:grpSp>
      <p:sp>
        <p:nvSpPr>
          <p:cNvPr id="18" name="TextBox 18"/>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19" name="TextBox 19"/>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20" name="TextBox 20"/>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21" name="TextBox 21"/>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22" name="TextBox 22"/>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23" name="TextBox 23"/>
          <p:cNvSpPr txBox="1"/>
          <p:nvPr/>
        </p:nvSpPr>
        <p:spPr>
          <a:xfrm>
            <a:off x="11333369" y="1844194"/>
            <a:ext cx="5925931" cy="876300"/>
          </a:xfrm>
          <a:prstGeom prst="rect">
            <a:avLst/>
          </a:prstGeom>
        </p:spPr>
        <p:txBody>
          <a:bodyPr lIns="0" tIns="0" rIns="0" bIns="0" rtlCol="0" anchor="t">
            <a:spAutoFit/>
          </a:bodyPr>
          <a:lstStyle/>
          <a:p>
            <a:pPr algn="l">
              <a:lnSpc>
                <a:spcPts val="6599"/>
              </a:lnSpc>
            </a:pPr>
            <a:r>
              <a:rPr lang="en-US" sz="5499">
                <a:solidFill>
                  <a:srgbClr val="886DDF"/>
                </a:solidFill>
                <a:latin typeface="Poppins"/>
                <a:ea typeface="Poppins"/>
                <a:cs typeface="Poppins"/>
                <a:sym typeface="Poppins"/>
              </a:rPr>
              <a:t>Our Facilities</a:t>
            </a:r>
          </a:p>
        </p:txBody>
      </p:sp>
      <p:sp>
        <p:nvSpPr>
          <p:cNvPr id="24" name="TextBox 24"/>
          <p:cNvSpPr txBox="1"/>
          <p:nvPr/>
        </p:nvSpPr>
        <p:spPr>
          <a:xfrm>
            <a:off x="11333369" y="3139168"/>
            <a:ext cx="5925931" cy="83629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 dolore magna aliqua. Ut aliqua. Ut enim ad minim veniam,</a:t>
            </a:r>
          </a:p>
        </p:txBody>
      </p:sp>
      <p:sp>
        <p:nvSpPr>
          <p:cNvPr id="25" name="TextBox 25"/>
          <p:cNvSpPr txBox="1"/>
          <p:nvPr/>
        </p:nvSpPr>
        <p:spPr>
          <a:xfrm>
            <a:off x="12778289" y="5006852"/>
            <a:ext cx="2938927" cy="398780"/>
          </a:xfrm>
          <a:prstGeom prst="rect">
            <a:avLst/>
          </a:prstGeom>
        </p:spPr>
        <p:txBody>
          <a:bodyPr lIns="0" tIns="0" rIns="0" bIns="0" rtlCol="0" anchor="t">
            <a:spAutoFit/>
          </a:bodyPr>
          <a:lstStyle/>
          <a:p>
            <a:pPr algn="l">
              <a:lnSpc>
                <a:spcPts val="3220"/>
              </a:lnSpc>
              <a:spcBef>
                <a:spcPct val="0"/>
              </a:spcBef>
            </a:pPr>
            <a:r>
              <a:rPr lang="en-US" sz="2300" b="1">
                <a:solidFill>
                  <a:srgbClr val="886DDF"/>
                </a:solidFill>
                <a:latin typeface="Work Sans Bold"/>
                <a:ea typeface="Work Sans Bold"/>
                <a:cs typeface="Work Sans Bold"/>
                <a:sym typeface="Work Sans Bold"/>
              </a:rPr>
              <a:t>Facilities</a:t>
            </a:r>
          </a:p>
        </p:txBody>
      </p:sp>
      <p:sp>
        <p:nvSpPr>
          <p:cNvPr id="26" name="TextBox 26"/>
          <p:cNvSpPr txBox="1"/>
          <p:nvPr/>
        </p:nvSpPr>
        <p:spPr>
          <a:xfrm>
            <a:off x="12980568" y="5844881"/>
            <a:ext cx="4278732" cy="836295"/>
          </a:xfrm>
          <a:prstGeom prst="rect">
            <a:avLst/>
          </a:prstGeom>
        </p:spPr>
        <p:txBody>
          <a:bodyPr lIns="0" tIns="0" rIns="0" bIns="0" rtlCol="0" anchor="t">
            <a:spAutoFit/>
          </a:bodyPr>
          <a:lstStyle/>
          <a:p>
            <a:pPr algn="l">
              <a:lnSpc>
                <a:spcPts val="1680"/>
              </a:lnSpc>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aliqua. Ut enim ad minim veniam,</a:t>
            </a:r>
          </a:p>
        </p:txBody>
      </p:sp>
      <p:sp>
        <p:nvSpPr>
          <p:cNvPr id="27" name="TextBox 27"/>
          <p:cNvSpPr txBox="1"/>
          <p:nvPr/>
        </p:nvSpPr>
        <p:spPr>
          <a:xfrm>
            <a:off x="11369735" y="4704125"/>
            <a:ext cx="1387832" cy="1279051"/>
          </a:xfrm>
          <a:prstGeom prst="rect">
            <a:avLst/>
          </a:prstGeom>
        </p:spPr>
        <p:txBody>
          <a:bodyPr lIns="0" tIns="0" rIns="0" bIns="0" rtlCol="0" anchor="t">
            <a:spAutoFit/>
          </a:bodyPr>
          <a:lstStyle/>
          <a:p>
            <a:pPr algn="l">
              <a:lnSpc>
                <a:spcPts val="10351"/>
              </a:lnSpc>
              <a:spcBef>
                <a:spcPct val="0"/>
              </a:spcBef>
            </a:pPr>
            <a:r>
              <a:rPr lang="en-US" sz="7393" b="1">
                <a:solidFill>
                  <a:srgbClr val="886DDF"/>
                </a:solidFill>
                <a:latin typeface="Work Sans Bold"/>
                <a:ea typeface="Work Sans Bold"/>
                <a:cs typeface="Work Sans Bold"/>
                <a:sym typeface="Work Sans Bold"/>
              </a:rPr>
              <a:t>01</a:t>
            </a:r>
          </a:p>
        </p:txBody>
      </p:sp>
      <p:sp>
        <p:nvSpPr>
          <p:cNvPr id="28" name="TextBox 28"/>
          <p:cNvSpPr txBox="1"/>
          <p:nvPr/>
        </p:nvSpPr>
        <p:spPr>
          <a:xfrm>
            <a:off x="12741923" y="7583977"/>
            <a:ext cx="2938927" cy="398780"/>
          </a:xfrm>
          <a:prstGeom prst="rect">
            <a:avLst/>
          </a:prstGeom>
        </p:spPr>
        <p:txBody>
          <a:bodyPr lIns="0" tIns="0" rIns="0" bIns="0" rtlCol="0" anchor="t">
            <a:spAutoFit/>
          </a:bodyPr>
          <a:lstStyle/>
          <a:p>
            <a:pPr algn="l">
              <a:lnSpc>
                <a:spcPts val="3220"/>
              </a:lnSpc>
              <a:spcBef>
                <a:spcPct val="0"/>
              </a:spcBef>
            </a:pPr>
            <a:r>
              <a:rPr lang="en-US" sz="2300" b="1">
                <a:solidFill>
                  <a:srgbClr val="886DDF"/>
                </a:solidFill>
                <a:latin typeface="Work Sans Bold"/>
                <a:ea typeface="Work Sans Bold"/>
                <a:cs typeface="Work Sans Bold"/>
                <a:sym typeface="Work Sans Bold"/>
              </a:rPr>
              <a:t>Facilities</a:t>
            </a:r>
          </a:p>
        </p:txBody>
      </p:sp>
      <p:sp>
        <p:nvSpPr>
          <p:cNvPr id="29" name="TextBox 29"/>
          <p:cNvSpPr txBox="1"/>
          <p:nvPr/>
        </p:nvSpPr>
        <p:spPr>
          <a:xfrm>
            <a:off x="12939111" y="8422005"/>
            <a:ext cx="4278732" cy="836295"/>
          </a:xfrm>
          <a:prstGeom prst="rect">
            <a:avLst/>
          </a:prstGeom>
        </p:spPr>
        <p:txBody>
          <a:bodyPr lIns="0" tIns="0" rIns="0" bIns="0" rtlCol="0" anchor="t">
            <a:spAutoFit/>
          </a:bodyPr>
          <a:lstStyle/>
          <a:p>
            <a:pPr algn="l">
              <a:lnSpc>
                <a:spcPts val="1680"/>
              </a:lnSpc>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aliqua. Ut enim ad minim veniam,</a:t>
            </a:r>
          </a:p>
        </p:txBody>
      </p:sp>
      <p:sp>
        <p:nvSpPr>
          <p:cNvPr id="30" name="TextBox 30"/>
          <p:cNvSpPr txBox="1"/>
          <p:nvPr/>
        </p:nvSpPr>
        <p:spPr>
          <a:xfrm>
            <a:off x="11333369" y="7281250"/>
            <a:ext cx="1387832" cy="1279051"/>
          </a:xfrm>
          <a:prstGeom prst="rect">
            <a:avLst/>
          </a:prstGeom>
        </p:spPr>
        <p:txBody>
          <a:bodyPr lIns="0" tIns="0" rIns="0" bIns="0" rtlCol="0" anchor="t">
            <a:spAutoFit/>
          </a:bodyPr>
          <a:lstStyle/>
          <a:p>
            <a:pPr algn="l">
              <a:lnSpc>
                <a:spcPts val="10351"/>
              </a:lnSpc>
              <a:spcBef>
                <a:spcPct val="0"/>
              </a:spcBef>
            </a:pPr>
            <a:r>
              <a:rPr lang="en-US" sz="7393" b="1">
                <a:solidFill>
                  <a:srgbClr val="886DDF"/>
                </a:solidFill>
                <a:latin typeface="Work Sans Bold"/>
                <a:ea typeface="Work Sans Bold"/>
                <a:cs typeface="Work Sans Bold"/>
                <a:sym typeface="Work Sans Bold"/>
              </a:rPr>
              <a:t>02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7991618" y="1028700"/>
            <a:ext cx="9267682" cy="8229600"/>
            <a:chOff x="0" y="0"/>
            <a:chExt cx="12356909" cy="10972800"/>
          </a:xfrm>
        </p:grpSpPr>
        <p:pic>
          <p:nvPicPr>
            <p:cNvPr id="3" name="Picture 3"/>
            <p:cNvPicPr>
              <a:picLocks noChangeAspect="1"/>
            </p:cNvPicPr>
            <p:nvPr/>
          </p:nvPicPr>
          <p:blipFill>
            <a:blip r:embed="rId2"/>
            <a:srcRect t="33746" r="50596" b="33394"/>
            <a:stretch>
              <a:fillRect/>
            </a:stretch>
          </p:blipFill>
          <p:spPr>
            <a:xfrm>
              <a:off x="0" y="0"/>
              <a:ext cx="6114955" cy="5422900"/>
            </a:xfrm>
            <a:prstGeom prst="rect">
              <a:avLst/>
            </a:prstGeom>
          </p:spPr>
        </p:pic>
        <p:pic>
          <p:nvPicPr>
            <p:cNvPr id="4" name="Picture 4"/>
            <p:cNvPicPr>
              <a:picLocks noChangeAspect="1"/>
            </p:cNvPicPr>
            <p:nvPr/>
          </p:nvPicPr>
          <p:blipFill>
            <a:blip r:embed="rId2"/>
            <a:srcRect t="66988" r="50367"/>
            <a:stretch>
              <a:fillRect/>
            </a:stretch>
          </p:blipFill>
          <p:spPr>
            <a:xfrm>
              <a:off x="0" y="5549900"/>
              <a:ext cx="6114955" cy="5422900"/>
            </a:xfrm>
            <a:prstGeom prst="rect">
              <a:avLst/>
            </a:prstGeom>
          </p:spPr>
        </p:pic>
        <p:pic>
          <p:nvPicPr>
            <p:cNvPr id="5" name="Picture 5"/>
            <p:cNvPicPr>
              <a:picLocks noChangeAspect="1"/>
            </p:cNvPicPr>
            <p:nvPr/>
          </p:nvPicPr>
          <p:blipFill>
            <a:blip r:embed="rId2"/>
            <a:srcRect l="46556" t="38678" r="7878"/>
            <a:stretch>
              <a:fillRect/>
            </a:stretch>
          </p:blipFill>
          <p:spPr>
            <a:xfrm>
              <a:off x="6241955" y="0"/>
              <a:ext cx="6114955" cy="10972800"/>
            </a:xfrm>
            <a:prstGeom prst="rect">
              <a:avLst/>
            </a:prstGeom>
          </p:spPr>
        </p:pic>
      </p:grpSp>
      <p:grpSp>
        <p:nvGrpSpPr>
          <p:cNvPr id="6" name="Group 6"/>
          <p:cNvGrpSpPr/>
          <p:nvPr/>
        </p:nvGrpSpPr>
        <p:grpSpPr>
          <a:xfrm>
            <a:off x="1028700" y="4387886"/>
            <a:ext cx="3385368" cy="801186"/>
            <a:chOff x="0" y="0"/>
            <a:chExt cx="891620" cy="211012"/>
          </a:xfrm>
        </p:grpSpPr>
        <p:sp>
          <p:nvSpPr>
            <p:cNvPr id="7" name="Freeform 7"/>
            <p:cNvSpPr/>
            <p:nvPr/>
          </p:nvSpPr>
          <p:spPr>
            <a:xfrm>
              <a:off x="0" y="0"/>
              <a:ext cx="891620" cy="211012"/>
            </a:xfrm>
            <a:custGeom>
              <a:avLst/>
              <a:gdLst/>
              <a:ahLst/>
              <a:cxnLst/>
              <a:rect l="l" t="t" r="r" b="b"/>
              <a:pathLst>
                <a:path w="891620" h="211012">
                  <a:moveTo>
                    <a:pt x="0" y="0"/>
                  </a:moveTo>
                  <a:lnTo>
                    <a:pt x="891620" y="0"/>
                  </a:lnTo>
                  <a:lnTo>
                    <a:pt x="891620" y="211012"/>
                  </a:lnTo>
                  <a:lnTo>
                    <a:pt x="0" y="211012"/>
                  </a:lnTo>
                  <a:close/>
                </a:path>
              </a:pathLst>
            </a:custGeom>
            <a:solidFill>
              <a:srgbClr val="000000"/>
            </a:solidFill>
            <a:ln w="19050" cap="sq">
              <a:solidFill>
                <a:srgbClr val="886DDF"/>
              </a:solidFill>
              <a:prstDash val="solid"/>
              <a:miter/>
            </a:ln>
          </p:spPr>
        </p:sp>
        <p:sp>
          <p:nvSpPr>
            <p:cNvPr id="8" name="TextBox 8"/>
            <p:cNvSpPr txBox="1"/>
            <p:nvPr/>
          </p:nvSpPr>
          <p:spPr>
            <a:xfrm>
              <a:off x="0" y="-47625"/>
              <a:ext cx="891620" cy="258637"/>
            </a:xfrm>
            <a:prstGeom prst="rect">
              <a:avLst/>
            </a:prstGeom>
          </p:spPr>
          <p:txBody>
            <a:bodyPr lIns="50800" tIns="50800" rIns="50800" bIns="50800" rtlCol="0" anchor="ctr"/>
            <a:lstStyle/>
            <a:p>
              <a:pPr algn="ctr">
                <a:lnSpc>
                  <a:spcPts val="2100"/>
                </a:lnSpc>
              </a:pPr>
              <a:endParaRPr/>
            </a:p>
          </p:txBody>
        </p:sp>
      </p:grpSp>
      <p:grpSp>
        <p:nvGrpSpPr>
          <p:cNvPr id="9" name="Group 9"/>
          <p:cNvGrpSpPr/>
          <p:nvPr/>
        </p:nvGrpSpPr>
        <p:grpSpPr>
          <a:xfrm>
            <a:off x="1028700" y="7207157"/>
            <a:ext cx="3385368" cy="801186"/>
            <a:chOff x="0" y="0"/>
            <a:chExt cx="891620" cy="211012"/>
          </a:xfrm>
        </p:grpSpPr>
        <p:sp>
          <p:nvSpPr>
            <p:cNvPr id="10" name="Freeform 10"/>
            <p:cNvSpPr/>
            <p:nvPr/>
          </p:nvSpPr>
          <p:spPr>
            <a:xfrm>
              <a:off x="0" y="0"/>
              <a:ext cx="891620" cy="211012"/>
            </a:xfrm>
            <a:custGeom>
              <a:avLst/>
              <a:gdLst/>
              <a:ahLst/>
              <a:cxnLst/>
              <a:rect l="l" t="t" r="r" b="b"/>
              <a:pathLst>
                <a:path w="891620" h="211012">
                  <a:moveTo>
                    <a:pt x="0" y="0"/>
                  </a:moveTo>
                  <a:lnTo>
                    <a:pt x="891620" y="0"/>
                  </a:lnTo>
                  <a:lnTo>
                    <a:pt x="891620" y="211012"/>
                  </a:lnTo>
                  <a:lnTo>
                    <a:pt x="0" y="211012"/>
                  </a:lnTo>
                  <a:close/>
                </a:path>
              </a:pathLst>
            </a:custGeom>
            <a:solidFill>
              <a:srgbClr val="000000"/>
            </a:solidFill>
            <a:ln w="19050" cap="sq">
              <a:solidFill>
                <a:srgbClr val="886DDF"/>
              </a:solidFill>
              <a:prstDash val="solid"/>
              <a:miter/>
            </a:ln>
          </p:spPr>
        </p:sp>
        <p:sp>
          <p:nvSpPr>
            <p:cNvPr id="11" name="TextBox 11"/>
            <p:cNvSpPr txBox="1"/>
            <p:nvPr/>
          </p:nvSpPr>
          <p:spPr>
            <a:xfrm>
              <a:off x="0" y="-47625"/>
              <a:ext cx="891620" cy="258637"/>
            </a:xfrm>
            <a:prstGeom prst="rect">
              <a:avLst/>
            </a:prstGeom>
          </p:spPr>
          <p:txBody>
            <a:bodyPr lIns="50800" tIns="50800" rIns="50800" bIns="50800" rtlCol="0" anchor="ctr"/>
            <a:lstStyle/>
            <a:p>
              <a:pPr algn="ctr">
                <a:lnSpc>
                  <a:spcPts val="2100"/>
                </a:lnSpc>
              </a:pPr>
              <a:endParaRPr/>
            </a:p>
          </p:txBody>
        </p:sp>
      </p:grpSp>
      <p:grpSp>
        <p:nvGrpSpPr>
          <p:cNvPr id="12" name="Group 12"/>
          <p:cNvGrpSpPr/>
          <p:nvPr/>
        </p:nvGrpSpPr>
        <p:grpSpPr>
          <a:xfrm>
            <a:off x="10385877" y="2903918"/>
            <a:ext cx="4479165" cy="4479165"/>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4" name="TextBox 14"/>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15" name="Group 15"/>
          <p:cNvGrpSpPr/>
          <p:nvPr/>
        </p:nvGrpSpPr>
        <p:grpSpPr>
          <a:xfrm>
            <a:off x="10592054" y="3110094"/>
            <a:ext cx="4066811" cy="4066811"/>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62865" t="-150994" r="-63618" b="-50984"/>
              </a:stretch>
            </a:blipFill>
          </p:spPr>
        </p:sp>
      </p:grpSp>
      <p:sp>
        <p:nvSpPr>
          <p:cNvPr id="17" name="TextBox 17"/>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18" name="TextBox 18"/>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19" name="TextBox 19"/>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20" name="TextBox 20"/>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21" name="TextBox 21"/>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22" name="TextBox 22"/>
          <p:cNvSpPr txBox="1"/>
          <p:nvPr/>
        </p:nvSpPr>
        <p:spPr>
          <a:xfrm>
            <a:off x="1028700" y="1844194"/>
            <a:ext cx="4863790" cy="876300"/>
          </a:xfrm>
          <a:prstGeom prst="rect">
            <a:avLst/>
          </a:prstGeom>
        </p:spPr>
        <p:txBody>
          <a:bodyPr lIns="0" tIns="0" rIns="0" bIns="0" rtlCol="0" anchor="t">
            <a:spAutoFit/>
          </a:bodyPr>
          <a:lstStyle/>
          <a:p>
            <a:pPr algn="l">
              <a:lnSpc>
                <a:spcPts val="6599"/>
              </a:lnSpc>
            </a:pPr>
            <a:r>
              <a:rPr lang="en-US" sz="5499">
                <a:solidFill>
                  <a:srgbClr val="886DDF"/>
                </a:solidFill>
                <a:latin typeface="Poppins"/>
                <a:ea typeface="Poppins"/>
                <a:cs typeface="Poppins"/>
                <a:sym typeface="Poppins"/>
              </a:rPr>
              <a:t>Our Project</a:t>
            </a:r>
          </a:p>
        </p:txBody>
      </p:sp>
      <p:sp>
        <p:nvSpPr>
          <p:cNvPr id="23" name="TextBox 23"/>
          <p:cNvSpPr txBox="1"/>
          <p:nvPr/>
        </p:nvSpPr>
        <p:spPr>
          <a:xfrm>
            <a:off x="1028700" y="3233804"/>
            <a:ext cx="6074716" cy="41719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a:t>
            </a:r>
          </a:p>
        </p:txBody>
      </p:sp>
      <p:sp>
        <p:nvSpPr>
          <p:cNvPr id="24" name="TextBox 24"/>
          <p:cNvSpPr txBox="1"/>
          <p:nvPr/>
        </p:nvSpPr>
        <p:spPr>
          <a:xfrm>
            <a:off x="1028700" y="4560514"/>
            <a:ext cx="3385368" cy="398780"/>
          </a:xfrm>
          <a:prstGeom prst="rect">
            <a:avLst/>
          </a:prstGeom>
        </p:spPr>
        <p:txBody>
          <a:bodyPr lIns="0" tIns="0" rIns="0" bIns="0" rtlCol="0" anchor="t">
            <a:spAutoFit/>
          </a:bodyPr>
          <a:lstStyle/>
          <a:p>
            <a:pPr algn="ctr">
              <a:lnSpc>
                <a:spcPts val="3220"/>
              </a:lnSpc>
              <a:spcBef>
                <a:spcPct val="0"/>
              </a:spcBef>
            </a:pPr>
            <a:r>
              <a:rPr lang="en-US" sz="2300" b="1">
                <a:solidFill>
                  <a:srgbClr val="886DDF"/>
                </a:solidFill>
                <a:latin typeface="Work Sans Bold"/>
                <a:ea typeface="Work Sans Bold"/>
                <a:cs typeface="Work Sans Bold"/>
                <a:sym typeface="Work Sans Bold"/>
              </a:rPr>
              <a:t>01. Project Title</a:t>
            </a:r>
          </a:p>
        </p:txBody>
      </p:sp>
      <p:sp>
        <p:nvSpPr>
          <p:cNvPr id="25" name="TextBox 25"/>
          <p:cNvSpPr txBox="1"/>
          <p:nvPr/>
        </p:nvSpPr>
        <p:spPr>
          <a:xfrm>
            <a:off x="1028700" y="5602734"/>
            <a:ext cx="6074716" cy="83629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incididunt ut labore et dolore </a:t>
            </a:r>
          </a:p>
        </p:txBody>
      </p:sp>
      <p:sp>
        <p:nvSpPr>
          <p:cNvPr id="26" name="TextBox 26"/>
          <p:cNvSpPr txBox="1"/>
          <p:nvPr/>
        </p:nvSpPr>
        <p:spPr>
          <a:xfrm>
            <a:off x="1028700" y="7379785"/>
            <a:ext cx="3385368" cy="398780"/>
          </a:xfrm>
          <a:prstGeom prst="rect">
            <a:avLst/>
          </a:prstGeom>
        </p:spPr>
        <p:txBody>
          <a:bodyPr lIns="0" tIns="0" rIns="0" bIns="0" rtlCol="0" anchor="t">
            <a:spAutoFit/>
          </a:bodyPr>
          <a:lstStyle/>
          <a:p>
            <a:pPr algn="ctr">
              <a:lnSpc>
                <a:spcPts val="3220"/>
              </a:lnSpc>
              <a:spcBef>
                <a:spcPct val="0"/>
              </a:spcBef>
            </a:pPr>
            <a:r>
              <a:rPr lang="en-US" sz="2300" b="1">
                <a:solidFill>
                  <a:srgbClr val="886DDF"/>
                </a:solidFill>
                <a:latin typeface="Work Sans Bold"/>
                <a:ea typeface="Work Sans Bold"/>
                <a:cs typeface="Work Sans Bold"/>
                <a:sym typeface="Work Sans Bold"/>
              </a:rPr>
              <a:t>02. Project Title</a:t>
            </a:r>
          </a:p>
        </p:txBody>
      </p:sp>
      <p:sp>
        <p:nvSpPr>
          <p:cNvPr id="27" name="TextBox 27"/>
          <p:cNvSpPr txBox="1"/>
          <p:nvPr/>
        </p:nvSpPr>
        <p:spPr>
          <a:xfrm>
            <a:off x="1028700" y="8422005"/>
            <a:ext cx="6074716" cy="83629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incididunt ut labore et dolore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1028700"/>
            <a:ext cx="5412633" cy="4114800"/>
            <a:chOff x="0" y="0"/>
            <a:chExt cx="1214263" cy="923109"/>
          </a:xfrm>
        </p:grpSpPr>
        <p:sp>
          <p:nvSpPr>
            <p:cNvPr id="3" name="Freeform 3"/>
            <p:cNvSpPr/>
            <p:nvPr/>
          </p:nvSpPr>
          <p:spPr>
            <a:xfrm>
              <a:off x="0" y="0"/>
              <a:ext cx="1214263" cy="923109"/>
            </a:xfrm>
            <a:custGeom>
              <a:avLst/>
              <a:gdLst/>
              <a:ahLst/>
              <a:cxnLst/>
              <a:rect l="l" t="t" r="r" b="b"/>
              <a:pathLst>
                <a:path w="1214263" h="923109">
                  <a:moveTo>
                    <a:pt x="0" y="0"/>
                  </a:moveTo>
                  <a:lnTo>
                    <a:pt x="1214263" y="0"/>
                  </a:lnTo>
                  <a:lnTo>
                    <a:pt x="1214263" y="923109"/>
                  </a:lnTo>
                  <a:lnTo>
                    <a:pt x="0" y="923109"/>
                  </a:lnTo>
                  <a:close/>
                </a:path>
              </a:pathLst>
            </a:custGeom>
            <a:solidFill>
              <a:srgbClr val="000000"/>
            </a:solidFill>
            <a:ln w="19050" cap="sq">
              <a:solidFill>
                <a:srgbClr val="886DDF"/>
              </a:solidFill>
              <a:prstDash val="solid"/>
              <a:miter/>
            </a:ln>
          </p:spPr>
        </p:sp>
        <p:sp>
          <p:nvSpPr>
            <p:cNvPr id="4" name="TextBox 4"/>
            <p:cNvSpPr txBox="1"/>
            <p:nvPr/>
          </p:nvSpPr>
          <p:spPr>
            <a:xfrm>
              <a:off x="0" y="-28575"/>
              <a:ext cx="1214263" cy="951684"/>
            </a:xfrm>
            <a:prstGeom prst="rect">
              <a:avLst/>
            </a:prstGeom>
          </p:spPr>
          <p:txBody>
            <a:bodyPr lIns="59639" tIns="59639" rIns="59639" bIns="59639" rtlCol="0" anchor="ctr"/>
            <a:lstStyle/>
            <a:p>
              <a:pPr algn="ctr">
                <a:lnSpc>
                  <a:spcPts val="1960"/>
                </a:lnSpc>
              </a:pPr>
              <a:endParaRPr/>
            </a:p>
          </p:txBody>
        </p:sp>
      </p:grpSp>
      <p:grpSp>
        <p:nvGrpSpPr>
          <p:cNvPr id="5" name="Group 5"/>
          <p:cNvGrpSpPr/>
          <p:nvPr/>
        </p:nvGrpSpPr>
        <p:grpSpPr>
          <a:xfrm>
            <a:off x="6441333" y="5143500"/>
            <a:ext cx="5412633" cy="4114800"/>
            <a:chOff x="0" y="0"/>
            <a:chExt cx="1214263" cy="923109"/>
          </a:xfrm>
        </p:grpSpPr>
        <p:sp>
          <p:nvSpPr>
            <p:cNvPr id="6" name="Freeform 6"/>
            <p:cNvSpPr/>
            <p:nvPr/>
          </p:nvSpPr>
          <p:spPr>
            <a:xfrm>
              <a:off x="0" y="0"/>
              <a:ext cx="1214263" cy="923109"/>
            </a:xfrm>
            <a:custGeom>
              <a:avLst/>
              <a:gdLst/>
              <a:ahLst/>
              <a:cxnLst/>
              <a:rect l="l" t="t" r="r" b="b"/>
              <a:pathLst>
                <a:path w="1214263" h="923109">
                  <a:moveTo>
                    <a:pt x="0" y="0"/>
                  </a:moveTo>
                  <a:lnTo>
                    <a:pt x="1214263" y="0"/>
                  </a:lnTo>
                  <a:lnTo>
                    <a:pt x="1214263" y="923109"/>
                  </a:lnTo>
                  <a:lnTo>
                    <a:pt x="0" y="923109"/>
                  </a:lnTo>
                  <a:close/>
                </a:path>
              </a:pathLst>
            </a:custGeom>
            <a:solidFill>
              <a:srgbClr val="000000"/>
            </a:solidFill>
            <a:ln w="19050" cap="sq">
              <a:solidFill>
                <a:srgbClr val="886DDF"/>
              </a:solidFill>
              <a:prstDash val="solid"/>
              <a:miter/>
            </a:ln>
          </p:spPr>
        </p:sp>
        <p:sp>
          <p:nvSpPr>
            <p:cNvPr id="7" name="TextBox 7"/>
            <p:cNvSpPr txBox="1"/>
            <p:nvPr/>
          </p:nvSpPr>
          <p:spPr>
            <a:xfrm>
              <a:off x="0" y="-28575"/>
              <a:ext cx="1214263" cy="951684"/>
            </a:xfrm>
            <a:prstGeom prst="rect">
              <a:avLst/>
            </a:prstGeom>
          </p:spPr>
          <p:txBody>
            <a:bodyPr lIns="59639" tIns="59639" rIns="59639" bIns="59639" rtlCol="0" anchor="ctr"/>
            <a:lstStyle/>
            <a:p>
              <a:pPr algn="ctr">
                <a:lnSpc>
                  <a:spcPts val="1960"/>
                </a:lnSpc>
              </a:pPr>
              <a:endParaRPr/>
            </a:p>
          </p:txBody>
        </p:sp>
      </p:grpSp>
      <p:grpSp>
        <p:nvGrpSpPr>
          <p:cNvPr id="8" name="Group 8"/>
          <p:cNvGrpSpPr/>
          <p:nvPr/>
        </p:nvGrpSpPr>
        <p:grpSpPr>
          <a:xfrm>
            <a:off x="6801476" y="1028700"/>
            <a:ext cx="3747998" cy="374799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20369" t="-106984" r="-189719"/>
              </a:stretch>
            </a:blipFill>
          </p:spPr>
        </p:sp>
      </p:grpSp>
      <p:grpSp>
        <p:nvGrpSpPr>
          <p:cNvPr id="10" name="Group 10"/>
          <p:cNvGrpSpPr/>
          <p:nvPr/>
        </p:nvGrpSpPr>
        <p:grpSpPr>
          <a:xfrm>
            <a:off x="2323507" y="5510302"/>
            <a:ext cx="3747998" cy="3747998"/>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4472" r="-35340"/>
              </a:stretch>
            </a:blipFill>
          </p:spPr>
        </p:sp>
      </p:grpSp>
      <p:sp>
        <p:nvSpPr>
          <p:cNvPr id="12" name="TextBox 12"/>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13" name="TextBox 13"/>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14" name="TextBox 14"/>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15" name="TextBox 15"/>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16" name="TextBox 16"/>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17" name="TextBox 17"/>
          <p:cNvSpPr txBox="1"/>
          <p:nvPr/>
        </p:nvSpPr>
        <p:spPr>
          <a:xfrm>
            <a:off x="12779648" y="1825521"/>
            <a:ext cx="5925931" cy="876300"/>
          </a:xfrm>
          <a:prstGeom prst="rect">
            <a:avLst/>
          </a:prstGeom>
        </p:spPr>
        <p:txBody>
          <a:bodyPr lIns="0" tIns="0" rIns="0" bIns="0" rtlCol="0" anchor="t">
            <a:spAutoFit/>
          </a:bodyPr>
          <a:lstStyle/>
          <a:p>
            <a:pPr algn="l">
              <a:lnSpc>
                <a:spcPts val="6599"/>
              </a:lnSpc>
            </a:pPr>
            <a:r>
              <a:rPr lang="en-US" sz="5499">
                <a:solidFill>
                  <a:srgbClr val="886DDF"/>
                </a:solidFill>
                <a:latin typeface="Poppins"/>
                <a:ea typeface="Poppins"/>
                <a:cs typeface="Poppins"/>
                <a:sym typeface="Poppins"/>
              </a:rPr>
              <a:t>Our Mission</a:t>
            </a:r>
          </a:p>
        </p:txBody>
      </p:sp>
      <p:sp>
        <p:nvSpPr>
          <p:cNvPr id="18" name="TextBox 18"/>
          <p:cNvSpPr txBox="1"/>
          <p:nvPr/>
        </p:nvSpPr>
        <p:spPr>
          <a:xfrm>
            <a:off x="12779648" y="3120495"/>
            <a:ext cx="4479652" cy="83629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a:t>
            </a:r>
          </a:p>
        </p:txBody>
      </p:sp>
      <p:sp>
        <p:nvSpPr>
          <p:cNvPr id="19" name="TextBox 19"/>
          <p:cNvSpPr txBox="1"/>
          <p:nvPr/>
        </p:nvSpPr>
        <p:spPr>
          <a:xfrm>
            <a:off x="1753509" y="1666980"/>
            <a:ext cx="828503" cy="727594"/>
          </a:xfrm>
          <a:prstGeom prst="rect">
            <a:avLst/>
          </a:prstGeom>
        </p:spPr>
        <p:txBody>
          <a:bodyPr lIns="0" tIns="0" rIns="0" bIns="0" rtlCol="0" anchor="t">
            <a:spAutoFit/>
          </a:bodyPr>
          <a:lstStyle/>
          <a:p>
            <a:pPr algn="l">
              <a:lnSpc>
                <a:spcPts val="5916"/>
              </a:lnSpc>
              <a:spcBef>
                <a:spcPct val="0"/>
              </a:spcBef>
            </a:pPr>
            <a:r>
              <a:rPr lang="en-US" sz="4226" b="1">
                <a:solidFill>
                  <a:srgbClr val="886DDF"/>
                </a:solidFill>
                <a:latin typeface="Work Sans Bold"/>
                <a:ea typeface="Work Sans Bold"/>
                <a:cs typeface="Work Sans Bold"/>
                <a:sym typeface="Work Sans Bold"/>
              </a:rPr>
              <a:t>01</a:t>
            </a:r>
          </a:p>
        </p:txBody>
      </p:sp>
      <p:sp>
        <p:nvSpPr>
          <p:cNvPr id="20" name="TextBox 20"/>
          <p:cNvSpPr txBox="1"/>
          <p:nvPr/>
        </p:nvSpPr>
        <p:spPr>
          <a:xfrm>
            <a:off x="1753509" y="2841493"/>
            <a:ext cx="4118283" cy="1468865"/>
          </a:xfrm>
          <a:prstGeom prst="rect">
            <a:avLst/>
          </a:prstGeom>
        </p:spPr>
        <p:txBody>
          <a:bodyPr lIns="0" tIns="0" rIns="0" bIns="0" rtlCol="0" anchor="t">
            <a:spAutoFit/>
          </a:bodyPr>
          <a:lstStyle/>
          <a:p>
            <a:pPr algn="l">
              <a:lnSpc>
                <a:spcPts val="1972"/>
              </a:lnSpc>
              <a:spcBef>
                <a:spcPct val="0"/>
              </a:spcBef>
            </a:pPr>
            <a:r>
              <a:rPr lang="en-US" sz="1408">
                <a:solidFill>
                  <a:srgbClr val="FFFFFF"/>
                </a:solidFill>
                <a:latin typeface="Work Sans"/>
                <a:ea typeface="Work Sans"/>
                <a:cs typeface="Work Sans"/>
                <a:sym typeface="Work Sans"/>
              </a:rPr>
              <a:t>Lorem ipsum dolor sit amet, consectetur adipiscing elit, sed do eiusmod tempor incidi dunt ut labore et dolore magna aliqua. Ut enim ad minim veniam, quis nostrud exerci tation ullamco laboris nisi ut tempor incidi dunt ut labore et dolore magna </a:t>
            </a:r>
          </a:p>
        </p:txBody>
      </p:sp>
      <p:sp>
        <p:nvSpPr>
          <p:cNvPr id="21" name="TextBox 21"/>
          <p:cNvSpPr txBox="1"/>
          <p:nvPr/>
        </p:nvSpPr>
        <p:spPr>
          <a:xfrm>
            <a:off x="2675347" y="1815996"/>
            <a:ext cx="2614525" cy="458225"/>
          </a:xfrm>
          <a:prstGeom prst="rect">
            <a:avLst/>
          </a:prstGeom>
        </p:spPr>
        <p:txBody>
          <a:bodyPr lIns="0" tIns="0" rIns="0" bIns="0" rtlCol="0" anchor="t">
            <a:spAutoFit/>
          </a:bodyPr>
          <a:lstStyle/>
          <a:p>
            <a:pPr algn="l">
              <a:lnSpc>
                <a:spcPts val="3780"/>
              </a:lnSpc>
              <a:spcBef>
                <a:spcPct val="0"/>
              </a:spcBef>
            </a:pPr>
            <a:r>
              <a:rPr lang="en-US" sz="2700" b="1">
                <a:solidFill>
                  <a:srgbClr val="886DDF"/>
                </a:solidFill>
                <a:latin typeface="Work Sans Bold"/>
                <a:ea typeface="Work Sans Bold"/>
                <a:cs typeface="Work Sans Bold"/>
                <a:sym typeface="Work Sans Bold"/>
              </a:rPr>
              <a:t>Mission Title</a:t>
            </a:r>
          </a:p>
        </p:txBody>
      </p:sp>
      <p:sp>
        <p:nvSpPr>
          <p:cNvPr id="22" name="TextBox 22"/>
          <p:cNvSpPr txBox="1"/>
          <p:nvPr/>
        </p:nvSpPr>
        <p:spPr>
          <a:xfrm>
            <a:off x="7166141" y="5781780"/>
            <a:ext cx="828503" cy="727594"/>
          </a:xfrm>
          <a:prstGeom prst="rect">
            <a:avLst/>
          </a:prstGeom>
        </p:spPr>
        <p:txBody>
          <a:bodyPr lIns="0" tIns="0" rIns="0" bIns="0" rtlCol="0" anchor="t">
            <a:spAutoFit/>
          </a:bodyPr>
          <a:lstStyle/>
          <a:p>
            <a:pPr algn="l">
              <a:lnSpc>
                <a:spcPts val="5916"/>
              </a:lnSpc>
              <a:spcBef>
                <a:spcPct val="0"/>
              </a:spcBef>
            </a:pPr>
            <a:r>
              <a:rPr lang="en-US" sz="4226" b="1">
                <a:solidFill>
                  <a:srgbClr val="886DDF"/>
                </a:solidFill>
                <a:latin typeface="Work Sans Bold"/>
                <a:ea typeface="Work Sans Bold"/>
                <a:cs typeface="Work Sans Bold"/>
                <a:sym typeface="Work Sans Bold"/>
              </a:rPr>
              <a:t>02</a:t>
            </a:r>
          </a:p>
        </p:txBody>
      </p:sp>
      <p:sp>
        <p:nvSpPr>
          <p:cNvPr id="23" name="TextBox 23"/>
          <p:cNvSpPr txBox="1"/>
          <p:nvPr/>
        </p:nvSpPr>
        <p:spPr>
          <a:xfrm>
            <a:off x="7166141" y="6956293"/>
            <a:ext cx="4118283" cy="1468865"/>
          </a:xfrm>
          <a:prstGeom prst="rect">
            <a:avLst/>
          </a:prstGeom>
        </p:spPr>
        <p:txBody>
          <a:bodyPr lIns="0" tIns="0" rIns="0" bIns="0" rtlCol="0" anchor="t">
            <a:spAutoFit/>
          </a:bodyPr>
          <a:lstStyle/>
          <a:p>
            <a:pPr algn="l">
              <a:lnSpc>
                <a:spcPts val="1972"/>
              </a:lnSpc>
              <a:spcBef>
                <a:spcPct val="0"/>
              </a:spcBef>
            </a:pPr>
            <a:r>
              <a:rPr lang="en-US" sz="1408">
                <a:solidFill>
                  <a:srgbClr val="FFFFFF"/>
                </a:solidFill>
                <a:latin typeface="Work Sans"/>
                <a:ea typeface="Work Sans"/>
                <a:cs typeface="Work Sans"/>
                <a:sym typeface="Work Sans"/>
              </a:rPr>
              <a:t>Lorem ipsum dolor sit amet, consectetur adipiscing elit, sed do eiusmod tempor incidi dunt ut labore et dolore magna aliqua. Ut enim ad minim veniam, quis nostrud exerci tation ullamco laboris nisi ut tempor incidi dunt ut labore et dolore magna </a:t>
            </a:r>
          </a:p>
        </p:txBody>
      </p:sp>
      <p:sp>
        <p:nvSpPr>
          <p:cNvPr id="24" name="TextBox 24"/>
          <p:cNvSpPr txBox="1"/>
          <p:nvPr/>
        </p:nvSpPr>
        <p:spPr>
          <a:xfrm>
            <a:off x="8087980" y="5930796"/>
            <a:ext cx="2614525" cy="458225"/>
          </a:xfrm>
          <a:prstGeom prst="rect">
            <a:avLst/>
          </a:prstGeom>
        </p:spPr>
        <p:txBody>
          <a:bodyPr lIns="0" tIns="0" rIns="0" bIns="0" rtlCol="0" anchor="t">
            <a:spAutoFit/>
          </a:bodyPr>
          <a:lstStyle/>
          <a:p>
            <a:pPr algn="l">
              <a:lnSpc>
                <a:spcPts val="3780"/>
              </a:lnSpc>
              <a:spcBef>
                <a:spcPct val="0"/>
              </a:spcBef>
            </a:pPr>
            <a:r>
              <a:rPr lang="en-US" sz="2700" b="1">
                <a:solidFill>
                  <a:srgbClr val="886DDF"/>
                </a:solidFill>
                <a:latin typeface="Work Sans Bold"/>
                <a:ea typeface="Work Sans Bold"/>
                <a:cs typeface="Work Sans Bold"/>
                <a:sym typeface="Work Sans Bold"/>
              </a:rPr>
              <a:t>Mission Title</a:t>
            </a:r>
          </a:p>
        </p:txBody>
      </p:sp>
      <p:sp>
        <p:nvSpPr>
          <p:cNvPr id="25" name="TextBox 25"/>
          <p:cNvSpPr txBox="1"/>
          <p:nvPr/>
        </p:nvSpPr>
        <p:spPr>
          <a:xfrm>
            <a:off x="12779648" y="4719548"/>
            <a:ext cx="3891088" cy="398780"/>
          </a:xfrm>
          <a:prstGeom prst="rect">
            <a:avLst/>
          </a:prstGeom>
        </p:spPr>
        <p:txBody>
          <a:bodyPr lIns="0" tIns="0" rIns="0" bIns="0" rtlCol="0" anchor="t">
            <a:spAutoFit/>
          </a:bodyPr>
          <a:lstStyle/>
          <a:p>
            <a:pPr algn="l">
              <a:lnSpc>
                <a:spcPts val="3220"/>
              </a:lnSpc>
              <a:spcBef>
                <a:spcPct val="0"/>
              </a:spcBef>
            </a:pPr>
            <a:r>
              <a:rPr lang="en-US" sz="2300" b="1">
                <a:solidFill>
                  <a:srgbClr val="886DDF"/>
                </a:solidFill>
                <a:latin typeface="Work Sans Bold"/>
                <a:ea typeface="Work Sans Bold"/>
                <a:cs typeface="Work Sans Bold"/>
                <a:sym typeface="Work Sans Bold"/>
              </a:rPr>
              <a:t>About Our Mission</a:t>
            </a:r>
          </a:p>
        </p:txBody>
      </p:sp>
      <p:sp>
        <p:nvSpPr>
          <p:cNvPr id="26" name="TextBox 26"/>
          <p:cNvSpPr txBox="1"/>
          <p:nvPr/>
        </p:nvSpPr>
        <p:spPr>
          <a:xfrm>
            <a:off x="12779648" y="5721165"/>
            <a:ext cx="4479652" cy="356044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irure dolor in rquis nostrud exercitation ullamcoe prehenderit in voluptate velit esse cillum dolore eu fugiatexercitation ullamco laboris nisi ut aliquip ex ea commodo consequat. Duis aute irure dolor in rquis nostrud exercitation ullamcoe prehenderit in voluptate velit esse cillum dolore eu fugiatexercitation ullamco laboris nisi ut aliquip ex ea commodo consequat. Duis aute irure dolor in rquis nostrud exercitation ullamcoe prehenderit in voluptate quis nostrud exercitation ullamco laboris nisi ut aliquip ex ea commodo . Duis aute irure consequat. Duis aute irure dolor in rquis nostrud exercitation ullamcoe prehenderit in voluptate velit consequat. Duis aute irure dolor in rquis nostrud exerci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a:off x="4066058" y="4870197"/>
            <a:ext cx="2391227" cy="0"/>
          </a:xfrm>
          <a:prstGeom prst="line">
            <a:avLst/>
          </a:prstGeom>
          <a:ln w="9525" cap="flat">
            <a:solidFill>
              <a:srgbClr val="886DDF"/>
            </a:solidFill>
            <a:prstDash val="solid"/>
            <a:headEnd type="none" w="sm" len="sm"/>
            <a:tailEnd type="none" w="sm" len="sm"/>
          </a:ln>
        </p:spPr>
      </p:sp>
      <p:sp>
        <p:nvSpPr>
          <p:cNvPr id="3" name="AutoShape 3"/>
          <p:cNvSpPr/>
          <p:nvPr/>
        </p:nvSpPr>
        <p:spPr>
          <a:xfrm>
            <a:off x="4066058" y="7607155"/>
            <a:ext cx="2391227" cy="0"/>
          </a:xfrm>
          <a:prstGeom prst="line">
            <a:avLst/>
          </a:prstGeom>
          <a:ln w="9525" cap="flat">
            <a:solidFill>
              <a:srgbClr val="886DDF"/>
            </a:solidFill>
            <a:prstDash val="solid"/>
            <a:headEnd type="none" w="sm" len="sm"/>
            <a:tailEnd type="none" w="sm" len="sm"/>
          </a:ln>
        </p:spPr>
      </p:sp>
      <p:grpSp>
        <p:nvGrpSpPr>
          <p:cNvPr id="4" name="Group 4"/>
          <p:cNvGrpSpPr/>
          <p:nvPr/>
        </p:nvGrpSpPr>
        <p:grpSpPr>
          <a:xfrm>
            <a:off x="7446058" y="1028700"/>
            <a:ext cx="6995160" cy="8229600"/>
            <a:chOff x="0" y="0"/>
            <a:chExt cx="812800" cy="956235"/>
          </a:xfrm>
        </p:grpSpPr>
        <p:sp>
          <p:nvSpPr>
            <p:cNvPr id="5" name="Freeform 5"/>
            <p:cNvSpPr/>
            <p:nvPr/>
          </p:nvSpPr>
          <p:spPr>
            <a:xfrm>
              <a:off x="0" y="0"/>
              <a:ext cx="812800" cy="956235"/>
            </a:xfrm>
            <a:custGeom>
              <a:avLst/>
              <a:gdLst/>
              <a:ahLst/>
              <a:cxnLst/>
              <a:rect l="l" t="t" r="r" b="b"/>
              <a:pathLst>
                <a:path w="812800" h="956235">
                  <a:moveTo>
                    <a:pt x="203200" y="0"/>
                  </a:moveTo>
                  <a:lnTo>
                    <a:pt x="812800" y="0"/>
                  </a:lnTo>
                  <a:lnTo>
                    <a:pt x="609600" y="956235"/>
                  </a:lnTo>
                  <a:lnTo>
                    <a:pt x="0" y="956235"/>
                  </a:lnTo>
                  <a:lnTo>
                    <a:pt x="203200" y="0"/>
                  </a:lnTo>
                  <a:close/>
                </a:path>
              </a:pathLst>
            </a:custGeom>
            <a:blipFill>
              <a:blip r:embed="rId2"/>
              <a:stretch>
                <a:fillRect l="-51008" r="-25242"/>
              </a:stretch>
            </a:blipFill>
          </p:spPr>
        </p:sp>
      </p:grpSp>
      <p:grpSp>
        <p:nvGrpSpPr>
          <p:cNvPr id="6" name="Group 6"/>
          <p:cNvGrpSpPr/>
          <p:nvPr/>
        </p:nvGrpSpPr>
        <p:grpSpPr>
          <a:xfrm>
            <a:off x="11501065" y="1891819"/>
            <a:ext cx="5758235" cy="6920219"/>
            <a:chOff x="0" y="0"/>
            <a:chExt cx="812800" cy="976819"/>
          </a:xfrm>
        </p:grpSpPr>
        <p:sp>
          <p:nvSpPr>
            <p:cNvPr id="7" name="Freeform 7"/>
            <p:cNvSpPr/>
            <p:nvPr/>
          </p:nvSpPr>
          <p:spPr>
            <a:xfrm>
              <a:off x="0" y="0"/>
              <a:ext cx="812800" cy="976819"/>
            </a:xfrm>
            <a:custGeom>
              <a:avLst/>
              <a:gdLst/>
              <a:ahLst/>
              <a:cxnLst/>
              <a:rect l="l" t="t" r="r" b="b"/>
              <a:pathLst>
                <a:path w="812800" h="976819">
                  <a:moveTo>
                    <a:pt x="203200" y="0"/>
                  </a:moveTo>
                  <a:lnTo>
                    <a:pt x="812800" y="0"/>
                  </a:lnTo>
                  <a:lnTo>
                    <a:pt x="609600" y="976819"/>
                  </a:lnTo>
                  <a:lnTo>
                    <a:pt x="0" y="976819"/>
                  </a:lnTo>
                  <a:lnTo>
                    <a:pt x="203200" y="0"/>
                  </a:lnTo>
                  <a:close/>
                </a:path>
              </a:pathLst>
            </a:custGeom>
            <a:solidFill>
              <a:srgbClr val="000000"/>
            </a:solidFill>
          </p:spPr>
        </p:sp>
        <p:sp>
          <p:nvSpPr>
            <p:cNvPr id="8" name="TextBox 8"/>
            <p:cNvSpPr txBox="1"/>
            <p:nvPr/>
          </p:nvSpPr>
          <p:spPr>
            <a:xfrm>
              <a:off x="101600" y="-28575"/>
              <a:ext cx="609600" cy="1005394"/>
            </a:xfrm>
            <a:prstGeom prst="rect">
              <a:avLst/>
            </a:prstGeom>
          </p:spPr>
          <p:txBody>
            <a:bodyPr lIns="50800" tIns="50800" rIns="50800" bIns="50800" rtlCol="0" anchor="ctr"/>
            <a:lstStyle/>
            <a:p>
              <a:pPr algn="ctr">
                <a:lnSpc>
                  <a:spcPts val="1960"/>
                </a:lnSpc>
              </a:pPr>
              <a:endParaRPr/>
            </a:p>
          </p:txBody>
        </p:sp>
      </p:grpSp>
      <p:grpSp>
        <p:nvGrpSpPr>
          <p:cNvPr id="9" name="Group 9"/>
          <p:cNvGrpSpPr/>
          <p:nvPr/>
        </p:nvGrpSpPr>
        <p:grpSpPr>
          <a:xfrm>
            <a:off x="12052048" y="2288839"/>
            <a:ext cx="5207252" cy="6126179"/>
            <a:chOff x="0" y="0"/>
            <a:chExt cx="812800" cy="956235"/>
          </a:xfrm>
        </p:grpSpPr>
        <p:sp>
          <p:nvSpPr>
            <p:cNvPr id="10" name="Freeform 10"/>
            <p:cNvSpPr/>
            <p:nvPr/>
          </p:nvSpPr>
          <p:spPr>
            <a:xfrm>
              <a:off x="0" y="0"/>
              <a:ext cx="812800" cy="956235"/>
            </a:xfrm>
            <a:custGeom>
              <a:avLst/>
              <a:gdLst/>
              <a:ahLst/>
              <a:cxnLst/>
              <a:rect l="l" t="t" r="r" b="b"/>
              <a:pathLst>
                <a:path w="812800" h="956235">
                  <a:moveTo>
                    <a:pt x="203200" y="0"/>
                  </a:moveTo>
                  <a:lnTo>
                    <a:pt x="812800" y="0"/>
                  </a:lnTo>
                  <a:lnTo>
                    <a:pt x="609600" y="956235"/>
                  </a:lnTo>
                  <a:lnTo>
                    <a:pt x="0" y="956235"/>
                  </a:lnTo>
                  <a:lnTo>
                    <a:pt x="203200" y="0"/>
                  </a:lnTo>
                  <a:close/>
                </a:path>
              </a:pathLst>
            </a:custGeom>
            <a:blipFill>
              <a:blip r:embed="rId3"/>
              <a:stretch>
                <a:fillRect l="-54778" r="-21471"/>
              </a:stretch>
            </a:blipFill>
          </p:spPr>
        </p:sp>
      </p:grpSp>
      <p:sp>
        <p:nvSpPr>
          <p:cNvPr id="11" name="TextBox 11"/>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12" name="TextBox 12"/>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13" name="TextBox 13"/>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14" name="TextBox 14"/>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15" name="TextBox 15"/>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16" name="TextBox 16"/>
          <p:cNvSpPr txBox="1"/>
          <p:nvPr/>
        </p:nvSpPr>
        <p:spPr>
          <a:xfrm>
            <a:off x="1028700" y="1844194"/>
            <a:ext cx="4863790" cy="876300"/>
          </a:xfrm>
          <a:prstGeom prst="rect">
            <a:avLst/>
          </a:prstGeom>
        </p:spPr>
        <p:txBody>
          <a:bodyPr lIns="0" tIns="0" rIns="0" bIns="0" rtlCol="0" anchor="t">
            <a:spAutoFit/>
          </a:bodyPr>
          <a:lstStyle/>
          <a:p>
            <a:pPr algn="l">
              <a:lnSpc>
                <a:spcPts val="6599"/>
              </a:lnSpc>
            </a:pPr>
            <a:r>
              <a:rPr lang="en-US" sz="5499">
                <a:solidFill>
                  <a:srgbClr val="886DDF"/>
                </a:solidFill>
                <a:latin typeface="Poppins"/>
                <a:ea typeface="Poppins"/>
                <a:cs typeface="Poppins"/>
                <a:sym typeface="Poppins"/>
              </a:rPr>
              <a:t>Our Service</a:t>
            </a:r>
          </a:p>
        </p:txBody>
      </p:sp>
      <p:sp>
        <p:nvSpPr>
          <p:cNvPr id="17" name="TextBox 17"/>
          <p:cNvSpPr txBox="1"/>
          <p:nvPr/>
        </p:nvSpPr>
        <p:spPr>
          <a:xfrm>
            <a:off x="1028700" y="3233804"/>
            <a:ext cx="5428585" cy="62674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adipiscing elit, sed do eiusmod tempor incididunt ut </a:t>
            </a:r>
          </a:p>
        </p:txBody>
      </p:sp>
      <p:sp>
        <p:nvSpPr>
          <p:cNvPr id="18" name="TextBox 18"/>
          <p:cNvSpPr txBox="1"/>
          <p:nvPr/>
        </p:nvSpPr>
        <p:spPr>
          <a:xfrm>
            <a:off x="1028700" y="4642232"/>
            <a:ext cx="2819872" cy="398780"/>
          </a:xfrm>
          <a:prstGeom prst="rect">
            <a:avLst/>
          </a:prstGeom>
        </p:spPr>
        <p:txBody>
          <a:bodyPr lIns="0" tIns="0" rIns="0" bIns="0" rtlCol="0" anchor="t">
            <a:spAutoFit/>
          </a:bodyPr>
          <a:lstStyle/>
          <a:p>
            <a:pPr algn="l">
              <a:lnSpc>
                <a:spcPts val="3220"/>
              </a:lnSpc>
              <a:spcBef>
                <a:spcPct val="0"/>
              </a:spcBef>
            </a:pPr>
            <a:r>
              <a:rPr lang="en-US" sz="2300" b="1">
                <a:solidFill>
                  <a:srgbClr val="886DDF"/>
                </a:solidFill>
                <a:latin typeface="Work Sans Bold"/>
                <a:ea typeface="Work Sans Bold"/>
                <a:cs typeface="Work Sans Bold"/>
                <a:sym typeface="Work Sans Bold"/>
              </a:rPr>
              <a:t>01. Service Title</a:t>
            </a:r>
          </a:p>
        </p:txBody>
      </p:sp>
      <p:sp>
        <p:nvSpPr>
          <p:cNvPr id="19" name="TextBox 19"/>
          <p:cNvSpPr txBox="1"/>
          <p:nvPr/>
        </p:nvSpPr>
        <p:spPr>
          <a:xfrm>
            <a:off x="1028700" y="7374427"/>
            <a:ext cx="2819872" cy="398780"/>
          </a:xfrm>
          <a:prstGeom prst="rect">
            <a:avLst/>
          </a:prstGeom>
        </p:spPr>
        <p:txBody>
          <a:bodyPr lIns="0" tIns="0" rIns="0" bIns="0" rtlCol="0" anchor="t">
            <a:spAutoFit/>
          </a:bodyPr>
          <a:lstStyle/>
          <a:p>
            <a:pPr algn="l">
              <a:lnSpc>
                <a:spcPts val="3220"/>
              </a:lnSpc>
              <a:spcBef>
                <a:spcPct val="0"/>
              </a:spcBef>
            </a:pPr>
            <a:r>
              <a:rPr lang="en-US" sz="2300" b="1">
                <a:solidFill>
                  <a:srgbClr val="886DDF"/>
                </a:solidFill>
                <a:latin typeface="Work Sans Bold"/>
                <a:ea typeface="Work Sans Bold"/>
                <a:cs typeface="Work Sans Bold"/>
                <a:sym typeface="Work Sans Bold"/>
              </a:rPr>
              <a:t>02. Service  Title</a:t>
            </a:r>
          </a:p>
        </p:txBody>
      </p:sp>
      <p:sp>
        <p:nvSpPr>
          <p:cNvPr id="20" name="TextBox 20"/>
          <p:cNvSpPr txBox="1"/>
          <p:nvPr/>
        </p:nvSpPr>
        <p:spPr>
          <a:xfrm>
            <a:off x="1028700" y="5480260"/>
            <a:ext cx="5603448" cy="201722"/>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@powerpointrus</a:t>
            </a:r>
            <a:endParaRPr lang="en-US" sz="1200" dirty="0">
              <a:solidFill>
                <a:srgbClr val="FFFFFF"/>
              </a:solidFill>
              <a:latin typeface="Work Sans"/>
              <a:ea typeface="Work Sans"/>
              <a:cs typeface="Work Sans"/>
              <a:sym typeface="Work Sans"/>
            </a:endParaRPr>
          </a:p>
        </p:txBody>
      </p:sp>
      <p:sp>
        <p:nvSpPr>
          <p:cNvPr id="21" name="TextBox 21"/>
          <p:cNvSpPr txBox="1"/>
          <p:nvPr/>
        </p:nvSpPr>
        <p:spPr>
          <a:xfrm>
            <a:off x="1028700" y="8212455"/>
            <a:ext cx="5603448" cy="104584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minim veniam, quis nostrud exercitation ullamco laboris nisi ut aliquip ex ea commodo consequat. Duis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extBox 2"/>
          <p:cNvSpPr txBox="1"/>
          <p:nvPr/>
        </p:nvSpPr>
        <p:spPr>
          <a:xfrm>
            <a:off x="11333369" y="1844194"/>
            <a:ext cx="5925931" cy="876300"/>
          </a:xfrm>
          <a:prstGeom prst="rect">
            <a:avLst/>
          </a:prstGeom>
        </p:spPr>
        <p:txBody>
          <a:bodyPr lIns="0" tIns="0" rIns="0" bIns="0" rtlCol="0" anchor="t">
            <a:spAutoFit/>
          </a:bodyPr>
          <a:lstStyle/>
          <a:p>
            <a:pPr algn="l">
              <a:lnSpc>
                <a:spcPts val="6599"/>
              </a:lnSpc>
            </a:pPr>
            <a:r>
              <a:rPr lang="en-US" sz="5499">
                <a:solidFill>
                  <a:srgbClr val="886DDF"/>
                </a:solidFill>
                <a:latin typeface="Poppins"/>
                <a:ea typeface="Poppins"/>
                <a:cs typeface="Poppins"/>
                <a:sym typeface="Poppins"/>
              </a:rPr>
              <a:t>Our Vision</a:t>
            </a:r>
          </a:p>
        </p:txBody>
      </p:sp>
      <p:sp>
        <p:nvSpPr>
          <p:cNvPr id="3" name="Freeform 3"/>
          <p:cNvSpPr/>
          <p:nvPr/>
        </p:nvSpPr>
        <p:spPr>
          <a:xfrm>
            <a:off x="11333369" y="4423138"/>
            <a:ext cx="496402" cy="496402"/>
          </a:xfrm>
          <a:custGeom>
            <a:avLst/>
            <a:gdLst/>
            <a:ahLst/>
            <a:cxnLst/>
            <a:rect l="l" t="t" r="r" b="b"/>
            <a:pathLst>
              <a:path w="496402" h="496402">
                <a:moveTo>
                  <a:pt x="0" y="0"/>
                </a:moveTo>
                <a:lnTo>
                  <a:pt x="496403" y="0"/>
                </a:lnTo>
                <a:lnTo>
                  <a:pt x="496403" y="496402"/>
                </a:lnTo>
                <a:lnTo>
                  <a:pt x="0" y="49640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 name="Freeform 4"/>
          <p:cNvSpPr/>
          <p:nvPr/>
        </p:nvSpPr>
        <p:spPr>
          <a:xfrm>
            <a:off x="11333369" y="6323517"/>
            <a:ext cx="496402" cy="496402"/>
          </a:xfrm>
          <a:custGeom>
            <a:avLst/>
            <a:gdLst/>
            <a:ahLst/>
            <a:cxnLst/>
            <a:rect l="l" t="t" r="r" b="b"/>
            <a:pathLst>
              <a:path w="496402" h="496402">
                <a:moveTo>
                  <a:pt x="0" y="0"/>
                </a:moveTo>
                <a:lnTo>
                  <a:pt x="496403" y="0"/>
                </a:lnTo>
                <a:lnTo>
                  <a:pt x="496403" y="496402"/>
                </a:lnTo>
                <a:lnTo>
                  <a:pt x="0" y="49640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1333369" y="8223896"/>
            <a:ext cx="496402" cy="496402"/>
          </a:xfrm>
          <a:custGeom>
            <a:avLst/>
            <a:gdLst/>
            <a:ahLst/>
            <a:cxnLst/>
            <a:rect l="l" t="t" r="r" b="b"/>
            <a:pathLst>
              <a:path w="496402" h="496402">
                <a:moveTo>
                  <a:pt x="0" y="0"/>
                </a:moveTo>
                <a:lnTo>
                  <a:pt x="496403" y="0"/>
                </a:lnTo>
                <a:lnTo>
                  <a:pt x="496403" y="496402"/>
                </a:lnTo>
                <a:lnTo>
                  <a:pt x="0" y="49640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AutoShape 6"/>
          <p:cNvSpPr/>
          <p:nvPr/>
        </p:nvSpPr>
        <p:spPr>
          <a:xfrm>
            <a:off x="15453815" y="2315681"/>
            <a:ext cx="1805485" cy="0"/>
          </a:xfrm>
          <a:prstGeom prst="line">
            <a:avLst/>
          </a:prstGeom>
          <a:ln w="19050" cap="flat">
            <a:solidFill>
              <a:srgbClr val="886DDF"/>
            </a:solidFill>
            <a:prstDash val="solid"/>
            <a:headEnd type="none" w="sm" len="sm"/>
            <a:tailEnd type="none" w="sm" len="sm"/>
          </a:ln>
        </p:spPr>
      </p:sp>
      <p:grpSp>
        <p:nvGrpSpPr>
          <p:cNvPr id="7" name="Group 7"/>
          <p:cNvGrpSpPr/>
          <p:nvPr/>
        </p:nvGrpSpPr>
        <p:grpSpPr>
          <a:xfrm>
            <a:off x="1028700" y="1468827"/>
            <a:ext cx="7349346" cy="7349346"/>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771" r="-25327"/>
              </a:stretch>
            </a:blipFill>
          </p:spPr>
        </p:sp>
      </p:grpSp>
      <p:grpSp>
        <p:nvGrpSpPr>
          <p:cNvPr id="9" name="Group 9"/>
          <p:cNvGrpSpPr/>
          <p:nvPr/>
        </p:nvGrpSpPr>
        <p:grpSpPr>
          <a:xfrm>
            <a:off x="6682574" y="1028700"/>
            <a:ext cx="3739515" cy="3739515"/>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1" name="TextBox 11"/>
            <p:cNvSpPr txBox="1"/>
            <p:nvPr/>
          </p:nvSpPr>
          <p:spPr>
            <a:xfrm>
              <a:off x="76200" y="38100"/>
              <a:ext cx="660400" cy="698500"/>
            </a:xfrm>
            <a:prstGeom prst="rect">
              <a:avLst/>
            </a:prstGeom>
          </p:spPr>
          <p:txBody>
            <a:bodyPr lIns="42411" tIns="42411" rIns="42411" bIns="42411" rtlCol="0" anchor="ctr"/>
            <a:lstStyle/>
            <a:p>
              <a:pPr algn="ctr">
                <a:lnSpc>
                  <a:spcPts val="2659"/>
                </a:lnSpc>
                <a:spcBef>
                  <a:spcPct val="0"/>
                </a:spcBef>
              </a:pPr>
              <a:endParaRPr/>
            </a:p>
          </p:txBody>
        </p:sp>
      </p:grpSp>
      <p:grpSp>
        <p:nvGrpSpPr>
          <p:cNvPr id="12" name="Group 12"/>
          <p:cNvGrpSpPr/>
          <p:nvPr/>
        </p:nvGrpSpPr>
        <p:grpSpPr>
          <a:xfrm>
            <a:off x="6923908" y="1270034"/>
            <a:ext cx="3256847" cy="3256847"/>
            <a:chOff x="0" y="0"/>
            <a:chExt cx="812800" cy="812800"/>
          </a:xfrm>
        </p:grpSpPr>
        <p:sp>
          <p:nvSpPr>
            <p:cNvPr id="13" name="Freeform 1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39002" r="-10810"/>
              </a:stretch>
            </a:blipFill>
          </p:spPr>
        </p:sp>
      </p:grpSp>
      <p:grpSp>
        <p:nvGrpSpPr>
          <p:cNvPr id="14" name="Group 14"/>
          <p:cNvGrpSpPr/>
          <p:nvPr/>
        </p:nvGrpSpPr>
        <p:grpSpPr>
          <a:xfrm>
            <a:off x="6682574" y="5518785"/>
            <a:ext cx="3739515" cy="3739515"/>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p:spPr>
        </p:sp>
        <p:sp>
          <p:nvSpPr>
            <p:cNvPr id="16" name="TextBox 16"/>
            <p:cNvSpPr txBox="1"/>
            <p:nvPr/>
          </p:nvSpPr>
          <p:spPr>
            <a:xfrm>
              <a:off x="76200" y="38100"/>
              <a:ext cx="660400" cy="698500"/>
            </a:xfrm>
            <a:prstGeom prst="rect">
              <a:avLst/>
            </a:prstGeom>
          </p:spPr>
          <p:txBody>
            <a:bodyPr lIns="42411" tIns="42411" rIns="42411" bIns="42411" rtlCol="0" anchor="ctr"/>
            <a:lstStyle/>
            <a:p>
              <a:pPr algn="ctr">
                <a:lnSpc>
                  <a:spcPts val="2659"/>
                </a:lnSpc>
                <a:spcBef>
                  <a:spcPct val="0"/>
                </a:spcBef>
              </a:pPr>
              <a:endParaRPr/>
            </a:p>
          </p:txBody>
        </p:sp>
      </p:grpSp>
      <p:grpSp>
        <p:nvGrpSpPr>
          <p:cNvPr id="17" name="Group 17"/>
          <p:cNvGrpSpPr/>
          <p:nvPr/>
        </p:nvGrpSpPr>
        <p:grpSpPr>
          <a:xfrm>
            <a:off x="6923908" y="5760119"/>
            <a:ext cx="3256847" cy="3256847"/>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24906" r="-24906"/>
              </a:stretch>
            </a:blipFill>
          </p:spPr>
        </p:sp>
      </p:grpSp>
      <p:sp>
        <p:nvSpPr>
          <p:cNvPr id="19" name="TextBox 19"/>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20" name="TextBox 20"/>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21" name="TextBox 21"/>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22" name="TextBox 22"/>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23" name="TextBox 23"/>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24" name="TextBox 24"/>
          <p:cNvSpPr txBox="1"/>
          <p:nvPr/>
        </p:nvSpPr>
        <p:spPr>
          <a:xfrm>
            <a:off x="11333369" y="3139168"/>
            <a:ext cx="5925931" cy="41719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 por incididunt ut labore et dolore magna aliqua. Ut enim ad </a:t>
            </a:r>
          </a:p>
        </p:txBody>
      </p:sp>
      <p:sp>
        <p:nvSpPr>
          <p:cNvPr id="25" name="TextBox 25"/>
          <p:cNvSpPr txBox="1"/>
          <p:nvPr/>
        </p:nvSpPr>
        <p:spPr>
          <a:xfrm>
            <a:off x="12201247" y="4394563"/>
            <a:ext cx="5058053" cy="104584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a:t>
            </a:r>
          </a:p>
        </p:txBody>
      </p:sp>
      <p:sp>
        <p:nvSpPr>
          <p:cNvPr id="26" name="TextBox 26"/>
          <p:cNvSpPr txBox="1"/>
          <p:nvPr/>
        </p:nvSpPr>
        <p:spPr>
          <a:xfrm>
            <a:off x="12201247" y="6294942"/>
            <a:ext cx="5058053" cy="104584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a:t>
            </a:r>
          </a:p>
        </p:txBody>
      </p:sp>
      <p:sp>
        <p:nvSpPr>
          <p:cNvPr id="27" name="TextBox 27"/>
          <p:cNvSpPr txBox="1"/>
          <p:nvPr/>
        </p:nvSpPr>
        <p:spPr>
          <a:xfrm>
            <a:off x="12201247" y="8195321"/>
            <a:ext cx="5058053" cy="1045844"/>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1028700" y="4638551"/>
            <a:ext cx="5231873" cy="4619749"/>
            <a:chOff x="0" y="0"/>
            <a:chExt cx="1093572" cy="965625"/>
          </a:xfrm>
        </p:grpSpPr>
        <p:sp>
          <p:nvSpPr>
            <p:cNvPr id="3" name="Freeform 3"/>
            <p:cNvSpPr/>
            <p:nvPr/>
          </p:nvSpPr>
          <p:spPr>
            <a:xfrm>
              <a:off x="0" y="0"/>
              <a:ext cx="1093572" cy="965625"/>
            </a:xfrm>
            <a:custGeom>
              <a:avLst/>
              <a:gdLst/>
              <a:ahLst/>
              <a:cxnLst/>
              <a:rect l="l" t="t" r="r" b="b"/>
              <a:pathLst>
                <a:path w="1093572" h="965625">
                  <a:moveTo>
                    <a:pt x="0" y="0"/>
                  </a:moveTo>
                  <a:lnTo>
                    <a:pt x="1093572" y="0"/>
                  </a:lnTo>
                  <a:lnTo>
                    <a:pt x="1093572" y="965625"/>
                  </a:lnTo>
                  <a:lnTo>
                    <a:pt x="0" y="965625"/>
                  </a:lnTo>
                  <a:close/>
                </a:path>
              </a:pathLst>
            </a:custGeom>
            <a:blipFill>
              <a:blip r:embed="rId2"/>
              <a:stretch>
                <a:fillRect l="-16225" r="-16225"/>
              </a:stretch>
            </a:blipFill>
          </p:spPr>
        </p:sp>
      </p:grpSp>
      <p:grpSp>
        <p:nvGrpSpPr>
          <p:cNvPr id="4" name="Group 4"/>
          <p:cNvGrpSpPr/>
          <p:nvPr/>
        </p:nvGrpSpPr>
        <p:grpSpPr>
          <a:xfrm>
            <a:off x="6758229" y="4638551"/>
            <a:ext cx="3803584" cy="5648449"/>
            <a:chOff x="0" y="0"/>
            <a:chExt cx="795030" cy="1180645"/>
          </a:xfrm>
        </p:grpSpPr>
        <p:sp>
          <p:nvSpPr>
            <p:cNvPr id="5" name="Freeform 5"/>
            <p:cNvSpPr/>
            <p:nvPr/>
          </p:nvSpPr>
          <p:spPr>
            <a:xfrm>
              <a:off x="0" y="0"/>
              <a:ext cx="795030" cy="1180645"/>
            </a:xfrm>
            <a:custGeom>
              <a:avLst/>
              <a:gdLst/>
              <a:ahLst/>
              <a:cxnLst/>
              <a:rect l="l" t="t" r="r" b="b"/>
              <a:pathLst>
                <a:path w="795030" h="1180645">
                  <a:moveTo>
                    <a:pt x="0" y="0"/>
                  </a:moveTo>
                  <a:lnTo>
                    <a:pt x="795030" y="0"/>
                  </a:lnTo>
                  <a:lnTo>
                    <a:pt x="795030" y="1180645"/>
                  </a:lnTo>
                  <a:lnTo>
                    <a:pt x="0" y="1180645"/>
                  </a:lnTo>
                  <a:close/>
                </a:path>
              </a:pathLst>
            </a:custGeom>
            <a:blipFill>
              <a:blip r:embed="rId3"/>
              <a:stretch>
                <a:fillRect t="-503" b="-503"/>
              </a:stretch>
            </a:blipFill>
          </p:spPr>
        </p:sp>
      </p:grpSp>
      <p:grpSp>
        <p:nvGrpSpPr>
          <p:cNvPr id="6" name="Group 6"/>
          <p:cNvGrpSpPr/>
          <p:nvPr/>
        </p:nvGrpSpPr>
        <p:grpSpPr>
          <a:xfrm>
            <a:off x="6758229" y="0"/>
            <a:ext cx="3803584" cy="4131123"/>
            <a:chOff x="0" y="0"/>
            <a:chExt cx="795030" cy="863492"/>
          </a:xfrm>
        </p:grpSpPr>
        <p:sp>
          <p:nvSpPr>
            <p:cNvPr id="7" name="Freeform 7"/>
            <p:cNvSpPr/>
            <p:nvPr/>
          </p:nvSpPr>
          <p:spPr>
            <a:xfrm>
              <a:off x="0" y="0"/>
              <a:ext cx="795030" cy="863492"/>
            </a:xfrm>
            <a:custGeom>
              <a:avLst/>
              <a:gdLst/>
              <a:ahLst/>
              <a:cxnLst/>
              <a:rect l="l" t="t" r="r" b="b"/>
              <a:pathLst>
                <a:path w="795030" h="863492">
                  <a:moveTo>
                    <a:pt x="0" y="0"/>
                  </a:moveTo>
                  <a:lnTo>
                    <a:pt x="795030" y="0"/>
                  </a:lnTo>
                  <a:lnTo>
                    <a:pt x="795030" y="863492"/>
                  </a:lnTo>
                  <a:lnTo>
                    <a:pt x="0" y="863492"/>
                  </a:lnTo>
                  <a:close/>
                </a:path>
              </a:pathLst>
            </a:custGeom>
            <a:blipFill>
              <a:blip r:embed="rId4"/>
              <a:stretch>
                <a:fillRect t="-19053" b="-19053"/>
              </a:stretch>
            </a:blipFill>
          </p:spPr>
        </p:sp>
      </p:grpSp>
      <p:grpSp>
        <p:nvGrpSpPr>
          <p:cNvPr id="8" name="Group 8"/>
          <p:cNvGrpSpPr/>
          <p:nvPr/>
        </p:nvGrpSpPr>
        <p:grpSpPr>
          <a:xfrm>
            <a:off x="11057113" y="0"/>
            <a:ext cx="7230887" cy="10287000"/>
            <a:chOff x="0" y="0"/>
            <a:chExt cx="1904431" cy="2709333"/>
          </a:xfrm>
        </p:grpSpPr>
        <p:sp>
          <p:nvSpPr>
            <p:cNvPr id="9" name="Freeform 9"/>
            <p:cNvSpPr/>
            <p:nvPr/>
          </p:nvSpPr>
          <p:spPr>
            <a:xfrm>
              <a:off x="0" y="0"/>
              <a:ext cx="1904431" cy="2709333"/>
            </a:xfrm>
            <a:custGeom>
              <a:avLst/>
              <a:gdLst/>
              <a:ahLst/>
              <a:cxnLst/>
              <a:rect l="l" t="t" r="r" b="b"/>
              <a:pathLst>
                <a:path w="1904431" h="2709333">
                  <a:moveTo>
                    <a:pt x="0" y="0"/>
                  </a:moveTo>
                  <a:lnTo>
                    <a:pt x="1904431" y="0"/>
                  </a:lnTo>
                  <a:lnTo>
                    <a:pt x="1904431" y="2709333"/>
                  </a:lnTo>
                  <a:lnTo>
                    <a:pt x="0" y="2709333"/>
                  </a:lnTo>
                  <a:close/>
                </a:path>
              </a:pathLst>
            </a:custGeom>
            <a:solidFill>
              <a:srgbClr val="886DDF"/>
            </a:solidFill>
          </p:spPr>
        </p:sp>
        <p:sp>
          <p:nvSpPr>
            <p:cNvPr id="10" name="TextBox 10"/>
            <p:cNvSpPr txBox="1"/>
            <p:nvPr/>
          </p:nvSpPr>
          <p:spPr>
            <a:xfrm>
              <a:off x="0" y="-28575"/>
              <a:ext cx="1904431" cy="2737908"/>
            </a:xfrm>
            <a:prstGeom prst="rect">
              <a:avLst/>
            </a:prstGeom>
          </p:spPr>
          <p:txBody>
            <a:bodyPr lIns="50800" tIns="50800" rIns="50800" bIns="50800" rtlCol="0" anchor="ctr"/>
            <a:lstStyle/>
            <a:p>
              <a:pPr algn="ctr">
                <a:lnSpc>
                  <a:spcPts val="1960"/>
                </a:lnSpc>
              </a:pPr>
              <a:endParaRPr/>
            </a:p>
          </p:txBody>
        </p:sp>
      </p:grpSp>
      <p:grpSp>
        <p:nvGrpSpPr>
          <p:cNvPr id="11" name="Group 11"/>
          <p:cNvGrpSpPr/>
          <p:nvPr/>
        </p:nvGrpSpPr>
        <p:grpSpPr>
          <a:xfrm>
            <a:off x="11057113" y="1028700"/>
            <a:ext cx="6202187" cy="8229600"/>
            <a:chOff x="0" y="0"/>
            <a:chExt cx="1296388" cy="1720161"/>
          </a:xfrm>
        </p:grpSpPr>
        <p:sp>
          <p:nvSpPr>
            <p:cNvPr id="12" name="Freeform 12"/>
            <p:cNvSpPr/>
            <p:nvPr/>
          </p:nvSpPr>
          <p:spPr>
            <a:xfrm>
              <a:off x="0" y="0"/>
              <a:ext cx="1296388" cy="1720161"/>
            </a:xfrm>
            <a:custGeom>
              <a:avLst/>
              <a:gdLst/>
              <a:ahLst/>
              <a:cxnLst/>
              <a:rect l="l" t="t" r="r" b="b"/>
              <a:pathLst>
                <a:path w="1296388" h="1720161">
                  <a:moveTo>
                    <a:pt x="0" y="0"/>
                  </a:moveTo>
                  <a:lnTo>
                    <a:pt x="1296388" y="0"/>
                  </a:lnTo>
                  <a:lnTo>
                    <a:pt x="1296388" y="1720161"/>
                  </a:lnTo>
                  <a:lnTo>
                    <a:pt x="0" y="1720161"/>
                  </a:lnTo>
                  <a:close/>
                </a:path>
              </a:pathLst>
            </a:custGeom>
            <a:blipFill>
              <a:blip r:embed="rId5"/>
              <a:stretch>
                <a:fillRect t="-6523" b="-6523"/>
              </a:stretch>
            </a:blipFill>
          </p:spPr>
        </p:sp>
      </p:grpSp>
      <p:sp>
        <p:nvSpPr>
          <p:cNvPr id="13" name="TextBox 13"/>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14" name="TextBox 14"/>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15" name="TextBox 15"/>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16" name="TextBox 16"/>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17" name="TextBox 17"/>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18" name="TextBox 18"/>
          <p:cNvSpPr txBox="1"/>
          <p:nvPr/>
        </p:nvSpPr>
        <p:spPr>
          <a:xfrm>
            <a:off x="1028700" y="1844194"/>
            <a:ext cx="4863790" cy="876300"/>
          </a:xfrm>
          <a:prstGeom prst="rect">
            <a:avLst/>
          </a:prstGeom>
        </p:spPr>
        <p:txBody>
          <a:bodyPr lIns="0" tIns="0" rIns="0" bIns="0" rtlCol="0" anchor="t">
            <a:spAutoFit/>
          </a:bodyPr>
          <a:lstStyle/>
          <a:p>
            <a:pPr algn="l">
              <a:lnSpc>
                <a:spcPts val="6599"/>
              </a:lnSpc>
            </a:pPr>
            <a:r>
              <a:rPr lang="en-US" sz="5499">
                <a:solidFill>
                  <a:srgbClr val="886DDF"/>
                </a:solidFill>
                <a:latin typeface="Poppins"/>
                <a:ea typeface="Poppins"/>
                <a:cs typeface="Poppins"/>
                <a:sym typeface="Poppins"/>
              </a:rPr>
              <a:t>Our Portfolio</a:t>
            </a:r>
          </a:p>
        </p:txBody>
      </p:sp>
      <p:sp>
        <p:nvSpPr>
          <p:cNvPr id="19" name="TextBox 19"/>
          <p:cNvSpPr txBox="1"/>
          <p:nvPr/>
        </p:nvSpPr>
        <p:spPr>
          <a:xfrm>
            <a:off x="1028700" y="3233804"/>
            <a:ext cx="5428585" cy="626745"/>
          </a:xfrm>
          <a:prstGeom prst="rect">
            <a:avLst/>
          </a:prstGeom>
        </p:spPr>
        <p:txBody>
          <a:bodyPr lIns="0" tIns="0" rIns="0" bIns="0" rtlCol="0" anchor="t">
            <a:spAutoFit/>
          </a:bodyPr>
          <a:lstStyle/>
          <a:p>
            <a:pPr algn="l">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adipiscing elit, sed do eiusmod tempor incididunt ut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grpSp>
        <p:nvGrpSpPr>
          <p:cNvPr id="2" name="Group 2"/>
          <p:cNvGrpSpPr/>
          <p:nvPr/>
        </p:nvGrpSpPr>
        <p:grpSpPr>
          <a:xfrm>
            <a:off x="0" y="5610254"/>
            <a:ext cx="4304664" cy="3648046"/>
            <a:chOff x="0" y="0"/>
            <a:chExt cx="834614" cy="707305"/>
          </a:xfrm>
        </p:grpSpPr>
        <p:sp>
          <p:nvSpPr>
            <p:cNvPr id="3" name="Freeform 3"/>
            <p:cNvSpPr/>
            <p:nvPr/>
          </p:nvSpPr>
          <p:spPr>
            <a:xfrm>
              <a:off x="0" y="0"/>
              <a:ext cx="834614" cy="707305"/>
            </a:xfrm>
            <a:custGeom>
              <a:avLst/>
              <a:gdLst/>
              <a:ahLst/>
              <a:cxnLst/>
              <a:rect l="l" t="t" r="r" b="b"/>
              <a:pathLst>
                <a:path w="834614" h="707305">
                  <a:moveTo>
                    <a:pt x="0" y="0"/>
                  </a:moveTo>
                  <a:lnTo>
                    <a:pt x="834614" y="0"/>
                  </a:lnTo>
                  <a:lnTo>
                    <a:pt x="834614" y="707305"/>
                  </a:lnTo>
                  <a:lnTo>
                    <a:pt x="0" y="707305"/>
                  </a:lnTo>
                  <a:close/>
                </a:path>
              </a:pathLst>
            </a:custGeom>
            <a:blipFill>
              <a:blip r:embed="rId2"/>
              <a:stretch>
                <a:fillRect t="-180648" r="-324713"/>
              </a:stretch>
            </a:blipFill>
          </p:spPr>
        </p:sp>
      </p:grpSp>
      <p:grpSp>
        <p:nvGrpSpPr>
          <p:cNvPr id="4" name="Group 4"/>
          <p:cNvGrpSpPr/>
          <p:nvPr/>
        </p:nvGrpSpPr>
        <p:grpSpPr>
          <a:xfrm>
            <a:off x="4661112" y="5610254"/>
            <a:ext cx="4304664" cy="3648046"/>
            <a:chOff x="0" y="0"/>
            <a:chExt cx="834614" cy="707305"/>
          </a:xfrm>
        </p:grpSpPr>
        <p:sp>
          <p:nvSpPr>
            <p:cNvPr id="5" name="Freeform 5"/>
            <p:cNvSpPr/>
            <p:nvPr/>
          </p:nvSpPr>
          <p:spPr>
            <a:xfrm>
              <a:off x="0" y="0"/>
              <a:ext cx="834614" cy="707305"/>
            </a:xfrm>
            <a:custGeom>
              <a:avLst/>
              <a:gdLst/>
              <a:ahLst/>
              <a:cxnLst/>
              <a:rect l="l" t="t" r="r" b="b"/>
              <a:pathLst>
                <a:path w="834614" h="707305">
                  <a:moveTo>
                    <a:pt x="0" y="0"/>
                  </a:moveTo>
                  <a:lnTo>
                    <a:pt x="834614" y="0"/>
                  </a:lnTo>
                  <a:lnTo>
                    <a:pt x="834614" y="707305"/>
                  </a:lnTo>
                  <a:lnTo>
                    <a:pt x="0" y="707305"/>
                  </a:lnTo>
                  <a:close/>
                </a:path>
              </a:pathLst>
            </a:custGeom>
            <a:blipFill>
              <a:blip r:embed="rId2"/>
              <a:stretch>
                <a:fillRect l="-108968" t="-181183" r="-216554"/>
              </a:stretch>
            </a:blipFill>
          </p:spPr>
        </p:sp>
      </p:grpSp>
      <p:grpSp>
        <p:nvGrpSpPr>
          <p:cNvPr id="6" name="Group 6"/>
          <p:cNvGrpSpPr/>
          <p:nvPr/>
        </p:nvGrpSpPr>
        <p:grpSpPr>
          <a:xfrm>
            <a:off x="9322224" y="5610254"/>
            <a:ext cx="4304664" cy="3648046"/>
            <a:chOff x="0" y="0"/>
            <a:chExt cx="834614" cy="707305"/>
          </a:xfrm>
        </p:grpSpPr>
        <p:sp>
          <p:nvSpPr>
            <p:cNvPr id="7" name="Freeform 7"/>
            <p:cNvSpPr/>
            <p:nvPr/>
          </p:nvSpPr>
          <p:spPr>
            <a:xfrm>
              <a:off x="0" y="0"/>
              <a:ext cx="834614" cy="707305"/>
            </a:xfrm>
            <a:custGeom>
              <a:avLst/>
              <a:gdLst/>
              <a:ahLst/>
              <a:cxnLst/>
              <a:rect l="l" t="t" r="r" b="b"/>
              <a:pathLst>
                <a:path w="834614" h="707305">
                  <a:moveTo>
                    <a:pt x="0" y="0"/>
                  </a:moveTo>
                  <a:lnTo>
                    <a:pt x="834614" y="0"/>
                  </a:lnTo>
                  <a:lnTo>
                    <a:pt x="834614" y="707305"/>
                  </a:lnTo>
                  <a:lnTo>
                    <a:pt x="0" y="707305"/>
                  </a:lnTo>
                  <a:close/>
                </a:path>
              </a:pathLst>
            </a:custGeom>
            <a:blipFill>
              <a:blip r:embed="rId2"/>
              <a:stretch>
                <a:fillRect l="-216554" t="-180788" r="-108371"/>
              </a:stretch>
            </a:blipFill>
          </p:spPr>
        </p:sp>
      </p:grpSp>
      <p:grpSp>
        <p:nvGrpSpPr>
          <p:cNvPr id="8" name="Group 8"/>
          <p:cNvGrpSpPr/>
          <p:nvPr/>
        </p:nvGrpSpPr>
        <p:grpSpPr>
          <a:xfrm>
            <a:off x="13983336" y="5610254"/>
            <a:ext cx="4304664" cy="3648046"/>
            <a:chOff x="0" y="0"/>
            <a:chExt cx="834614" cy="707305"/>
          </a:xfrm>
        </p:grpSpPr>
        <p:sp>
          <p:nvSpPr>
            <p:cNvPr id="9" name="Freeform 9"/>
            <p:cNvSpPr/>
            <p:nvPr/>
          </p:nvSpPr>
          <p:spPr>
            <a:xfrm>
              <a:off x="0" y="0"/>
              <a:ext cx="834614" cy="707305"/>
            </a:xfrm>
            <a:custGeom>
              <a:avLst/>
              <a:gdLst/>
              <a:ahLst/>
              <a:cxnLst/>
              <a:rect l="l" t="t" r="r" b="b"/>
              <a:pathLst>
                <a:path w="834614" h="707305">
                  <a:moveTo>
                    <a:pt x="0" y="0"/>
                  </a:moveTo>
                  <a:lnTo>
                    <a:pt x="834614" y="0"/>
                  </a:lnTo>
                  <a:lnTo>
                    <a:pt x="834614" y="707305"/>
                  </a:lnTo>
                  <a:lnTo>
                    <a:pt x="0" y="707305"/>
                  </a:lnTo>
                  <a:close/>
                </a:path>
              </a:pathLst>
            </a:custGeom>
            <a:blipFill>
              <a:blip r:embed="rId2"/>
              <a:stretch>
                <a:fillRect l="-324464" t="-180483"/>
              </a:stretch>
            </a:blipFill>
          </p:spPr>
        </p:sp>
      </p:grpSp>
      <p:grpSp>
        <p:nvGrpSpPr>
          <p:cNvPr id="10" name="Group 10"/>
          <p:cNvGrpSpPr/>
          <p:nvPr/>
        </p:nvGrpSpPr>
        <p:grpSpPr>
          <a:xfrm>
            <a:off x="7021500" y="5610254"/>
            <a:ext cx="4244999" cy="3648046"/>
            <a:chOff x="0" y="0"/>
            <a:chExt cx="812800" cy="698500"/>
          </a:xfrm>
        </p:grpSpPr>
        <p:sp>
          <p:nvSpPr>
            <p:cNvPr id="11" name="Freeform 11"/>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solidFill>
              <a:srgbClr val="000000"/>
            </a:solidFill>
          </p:spPr>
        </p:sp>
        <p:sp>
          <p:nvSpPr>
            <p:cNvPr id="12" name="TextBox 12"/>
            <p:cNvSpPr txBox="1"/>
            <p:nvPr/>
          </p:nvSpPr>
          <p:spPr>
            <a:xfrm>
              <a:off x="114300" y="-28575"/>
              <a:ext cx="584200" cy="727075"/>
            </a:xfrm>
            <a:prstGeom prst="rect">
              <a:avLst/>
            </a:prstGeom>
          </p:spPr>
          <p:txBody>
            <a:bodyPr lIns="34061" tIns="34061" rIns="34061" bIns="34061" rtlCol="0" anchor="ctr"/>
            <a:lstStyle/>
            <a:p>
              <a:pPr algn="ctr">
                <a:lnSpc>
                  <a:spcPts val="1960"/>
                </a:lnSpc>
              </a:pPr>
              <a:endParaRPr/>
            </a:p>
          </p:txBody>
        </p:sp>
      </p:grpSp>
      <p:grpSp>
        <p:nvGrpSpPr>
          <p:cNvPr id="13" name="Group 13"/>
          <p:cNvGrpSpPr/>
          <p:nvPr/>
        </p:nvGrpSpPr>
        <p:grpSpPr>
          <a:xfrm>
            <a:off x="7408124" y="5898620"/>
            <a:ext cx="3471752" cy="3071313"/>
            <a:chOff x="0" y="0"/>
            <a:chExt cx="4282440" cy="3788495"/>
          </a:xfrm>
        </p:grpSpPr>
        <p:sp>
          <p:nvSpPr>
            <p:cNvPr id="14" name="Freeform 14"/>
            <p:cNvSpPr/>
            <p:nvPr/>
          </p:nvSpPr>
          <p:spPr>
            <a:xfrm>
              <a:off x="0" y="0"/>
              <a:ext cx="4282440" cy="3788495"/>
            </a:xfrm>
            <a:custGeom>
              <a:avLst/>
              <a:gdLst/>
              <a:ahLst/>
              <a:cxnLst/>
              <a:rect l="l" t="t" r="r" b="b"/>
              <a:pathLst>
                <a:path w="4282440" h="3788495">
                  <a:moveTo>
                    <a:pt x="3211830" y="0"/>
                  </a:moveTo>
                  <a:lnTo>
                    <a:pt x="1070610" y="0"/>
                  </a:lnTo>
                  <a:lnTo>
                    <a:pt x="0" y="1894248"/>
                  </a:lnTo>
                  <a:lnTo>
                    <a:pt x="1070610" y="3788495"/>
                  </a:lnTo>
                  <a:lnTo>
                    <a:pt x="3211830" y="3788495"/>
                  </a:lnTo>
                  <a:lnTo>
                    <a:pt x="4282440" y="1894248"/>
                  </a:lnTo>
                  <a:close/>
                </a:path>
              </a:pathLst>
            </a:custGeom>
            <a:blipFill>
              <a:blip r:embed="rId3"/>
              <a:stretch>
                <a:fillRect l="-72589" t="-83205" r="-70217"/>
              </a:stretch>
            </a:blipFill>
          </p:spPr>
        </p:sp>
      </p:grpSp>
      <p:sp>
        <p:nvSpPr>
          <p:cNvPr id="15" name="TextBox 15"/>
          <p:cNvSpPr txBox="1"/>
          <p:nvPr/>
        </p:nvSpPr>
        <p:spPr>
          <a:xfrm>
            <a:off x="1028700" y="361049"/>
            <a:ext cx="2199531" cy="257175"/>
          </a:xfrm>
          <a:prstGeom prst="rect">
            <a:avLst/>
          </a:prstGeom>
        </p:spPr>
        <p:txBody>
          <a:bodyPr lIns="0" tIns="0" rIns="0" bIns="0" rtlCol="0" anchor="t">
            <a:spAutoFit/>
          </a:bodyPr>
          <a:lstStyle/>
          <a:p>
            <a:pPr algn="l">
              <a:lnSpc>
                <a:spcPts val="2100"/>
              </a:lnSpc>
              <a:spcBef>
                <a:spcPct val="0"/>
              </a:spcBef>
            </a:pPr>
            <a:r>
              <a:rPr lang="en-US" sz="1500" b="1">
                <a:solidFill>
                  <a:srgbClr val="886DDF"/>
                </a:solidFill>
                <a:latin typeface="Canva Sans Bold"/>
                <a:ea typeface="Canva Sans Bold"/>
                <a:cs typeface="Canva Sans Bold"/>
                <a:sym typeface="Canva Sans Bold"/>
              </a:rPr>
              <a:t>Warner &amp; Spencer</a:t>
            </a:r>
          </a:p>
        </p:txBody>
      </p:sp>
      <p:sp>
        <p:nvSpPr>
          <p:cNvPr id="16" name="TextBox 16"/>
          <p:cNvSpPr txBox="1"/>
          <p:nvPr/>
        </p:nvSpPr>
        <p:spPr>
          <a:xfrm>
            <a:off x="12147972" y="377560"/>
            <a:ext cx="126335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About Us</a:t>
            </a:r>
          </a:p>
        </p:txBody>
      </p:sp>
      <p:sp>
        <p:nvSpPr>
          <p:cNvPr id="17" name="TextBox 17"/>
          <p:cNvSpPr txBox="1"/>
          <p:nvPr/>
        </p:nvSpPr>
        <p:spPr>
          <a:xfrm>
            <a:off x="13559138" y="377560"/>
            <a:ext cx="1115044"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Project</a:t>
            </a:r>
          </a:p>
        </p:txBody>
      </p:sp>
      <p:sp>
        <p:nvSpPr>
          <p:cNvPr id="18" name="TextBox 18"/>
          <p:cNvSpPr txBox="1"/>
          <p:nvPr/>
        </p:nvSpPr>
        <p:spPr>
          <a:xfrm>
            <a:off x="14765264" y="377560"/>
            <a:ext cx="1090663"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Gallery</a:t>
            </a:r>
          </a:p>
        </p:txBody>
      </p:sp>
      <p:sp>
        <p:nvSpPr>
          <p:cNvPr id="19" name="TextBox 19"/>
          <p:cNvSpPr txBox="1"/>
          <p:nvPr/>
        </p:nvSpPr>
        <p:spPr>
          <a:xfrm>
            <a:off x="16139188" y="377560"/>
            <a:ext cx="1120112" cy="240664"/>
          </a:xfrm>
          <a:prstGeom prst="rect">
            <a:avLst/>
          </a:prstGeom>
        </p:spPr>
        <p:txBody>
          <a:bodyPr lIns="0" tIns="0" rIns="0" bIns="0" rtlCol="0" anchor="t">
            <a:spAutoFit/>
          </a:bodyPr>
          <a:lstStyle/>
          <a:p>
            <a:pPr algn="r">
              <a:lnSpc>
                <a:spcPts val="1960"/>
              </a:lnSpc>
              <a:spcBef>
                <a:spcPct val="0"/>
              </a:spcBef>
            </a:pPr>
            <a:r>
              <a:rPr lang="en-US" sz="1400">
                <a:solidFill>
                  <a:srgbClr val="FFFFFF"/>
                </a:solidFill>
                <a:latin typeface="Work Sans"/>
                <a:ea typeface="Work Sans"/>
                <a:cs typeface="Work Sans"/>
                <a:sym typeface="Work Sans"/>
              </a:rPr>
              <a:t>Contact</a:t>
            </a:r>
          </a:p>
        </p:txBody>
      </p:sp>
      <p:sp>
        <p:nvSpPr>
          <p:cNvPr id="20" name="TextBox 20"/>
          <p:cNvSpPr txBox="1"/>
          <p:nvPr/>
        </p:nvSpPr>
        <p:spPr>
          <a:xfrm>
            <a:off x="2437570" y="571500"/>
            <a:ext cx="13412859" cy="2889291"/>
          </a:xfrm>
          <a:prstGeom prst="rect">
            <a:avLst/>
          </a:prstGeom>
        </p:spPr>
        <p:txBody>
          <a:bodyPr lIns="0" tIns="0" rIns="0" bIns="0" rtlCol="0" anchor="t">
            <a:spAutoFit/>
          </a:bodyPr>
          <a:lstStyle/>
          <a:p>
            <a:pPr algn="ctr">
              <a:lnSpc>
                <a:spcPts val="22397"/>
              </a:lnSpc>
              <a:spcBef>
                <a:spcPct val="0"/>
              </a:spcBef>
            </a:pPr>
            <a:r>
              <a:rPr lang="en-US" sz="15998">
                <a:solidFill>
                  <a:srgbClr val="886DDF"/>
                </a:solidFill>
                <a:latin typeface="Poppins"/>
                <a:ea typeface="Poppins"/>
                <a:cs typeface="Poppins"/>
                <a:sym typeface="Poppins"/>
              </a:rPr>
              <a:t>THANK YOU.</a:t>
            </a:r>
          </a:p>
        </p:txBody>
      </p:sp>
      <p:sp>
        <p:nvSpPr>
          <p:cNvPr id="21" name="TextBox 21"/>
          <p:cNvSpPr txBox="1"/>
          <p:nvPr/>
        </p:nvSpPr>
        <p:spPr>
          <a:xfrm>
            <a:off x="1504559" y="3614525"/>
            <a:ext cx="15278882" cy="417195"/>
          </a:xfrm>
          <a:prstGeom prst="rect">
            <a:avLst/>
          </a:prstGeom>
        </p:spPr>
        <p:txBody>
          <a:bodyPr lIns="0" tIns="0" rIns="0" bIns="0" rtlCol="0" anchor="t">
            <a:spAutoFit/>
          </a:bodyPr>
          <a:lstStyle/>
          <a:p>
            <a:pPr algn="ctr">
              <a:lnSpc>
                <a:spcPts val="1680"/>
              </a:lnSpc>
              <a:spcBef>
                <a:spcPct val="0"/>
              </a:spcBef>
            </a:pPr>
            <a:r>
              <a:rPr lang="en-US" sz="1200">
                <a:solidFill>
                  <a:srgbClr val="FFFFFF"/>
                </a:solidFill>
                <a:latin typeface="Work Sans"/>
                <a:ea typeface="Work Sans"/>
                <a:cs typeface="Work Sans"/>
                <a:sym typeface="Work Sans"/>
              </a:rPr>
              <a:t>Lorem ipsum dolor sit amet, consectetur adipiscing elit, sed do eiusmod tempor incididunt ut labore et dolore magna aliqua. Ut enim ad minim veniam, quis nostrud exercitation ullamco laboris nisi ut aliquip ex ea commodo consequat. Duis aute irure dolor in rquis nostrud exercitation ullamcoe prehenderit in voluptate velit esse cillum dolore eu fugiatexercitation ullamco</a:t>
            </a:r>
          </a:p>
        </p:txBody>
      </p:sp>
      <p:sp>
        <p:nvSpPr>
          <p:cNvPr id="22" name="TextBox 22"/>
          <p:cNvSpPr txBox="1"/>
          <p:nvPr/>
        </p:nvSpPr>
        <p:spPr>
          <a:xfrm>
            <a:off x="7037453" y="4494853"/>
            <a:ext cx="4213094" cy="462326"/>
          </a:xfrm>
          <a:prstGeom prst="rect">
            <a:avLst/>
          </a:prstGeom>
        </p:spPr>
        <p:txBody>
          <a:bodyPr lIns="0" tIns="0" rIns="0" bIns="0" rtlCol="0" anchor="t">
            <a:spAutoFit/>
          </a:bodyPr>
          <a:lstStyle/>
          <a:p>
            <a:pPr algn="ctr">
              <a:lnSpc>
                <a:spcPts val="3592"/>
              </a:lnSpc>
              <a:spcBef>
                <a:spcPct val="0"/>
              </a:spcBef>
            </a:pPr>
            <a:r>
              <a:rPr lang="en-US" sz="2565">
                <a:solidFill>
                  <a:srgbClr val="886DDF"/>
                </a:solidFill>
                <a:latin typeface="Poppins"/>
                <a:ea typeface="Poppins"/>
                <a:cs typeface="Poppins"/>
                <a:sym typeface="Poppins"/>
              </a:rPr>
              <a:t>See You Next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1418</Words>
  <Application>Microsoft Office PowerPoint</Application>
  <PresentationFormat>Произвольный</PresentationFormat>
  <Paragraphs>108</Paragraphs>
  <Slides>10</Slides>
  <Notes>0</Notes>
  <HiddenSlides>0</HiddenSlides>
  <MMClips>0</MMClips>
  <ScaleCrop>false</ScaleCrop>
  <HeadingPairs>
    <vt:vector size="6" baseType="variant">
      <vt:variant>
        <vt:lpstr>Использованные шрифты</vt:lpstr>
      </vt:variant>
      <vt:variant>
        <vt:i4>6</vt:i4>
      </vt:variant>
      <vt:variant>
        <vt:lpstr>Тема</vt:lpstr>
      </vt:variant>
      <vt:variant>
        <vt:i4>1</vt:i4>
      </vt:variant>
      <vt:variant>
        <vt:lpstr>Заголовки слайдов</vt:lpstr>
      </vt:variant>
      <vt:variant>
        <vt:i4>10</vt:i4>
      </vt:variant>
    </vt:vector>
  </HeadingPairs>
  <TitlesOfParts>
    <vt:vector size="17" baseType="lpstr">
      <vt:lpstr>Canva Sans Bold</vt:lpstr>
      <vt:lpstr>Work Sans Bold</vt:lpstr>
      <vt:lpstr>Work Sans</vt:lpstr>
      <vt:lpstr>Arial</vt:lpstr>
      <vt:lpstr>Poppins</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Black Futuristic Robotic Presentation</dc:title>
  <cp:lastModifiedBy>sekal sekal</cp:lastModifiedBy>
  <cp:revision>2</cp:revision>
  <dcterms:created xsi:type="dcterms:W3CDTF">2006-08-16T00:00:00Z</dcterms:created>
  <dcterms:modified xsi:type="dcterms:W3CDTF">2026-04-24T21:57:19Z</dcterms:modified>
  <dc:identifier>DAHHzZJT5XA</dc:identifier>
</cp:coreProperties>
</file>