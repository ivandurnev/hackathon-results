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2"/>
    </p:embeddedFont>
    <p:embeddedFont>
      <p:font typeface="Arimo Bold" panose="020B0604020202020204" charset="0"/>
      <p:regular r:id="rId13"/>
    </p:embeddedFont>
    <p:embeddedFont>
      <p:font typeface="Radio"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2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grpSp>
        <p:nvGrpSpPr>
          <p:cNvPr id="2" name="Group 2"/>
          <p:cNvGrpSpPr/>
          <p:nvPr/>
        </p:nvGrpSpPr>
        <p:grpSpPr>
          <a:xfrm>
            <a:off x="7773388" y="5750808"/>
            <a:ext cx="9485912" cy="3507492"/>
            <a:chOff x="0" y="0"/>
            <a:chExt cx="2498347" cy="923784"/>
          </a:xfrm>
        </p:grpSpPr>
        <p:sp>
          <p:nvSpPr>
            <p:cNvPr id="3" name="Freeform 3"/>
            <p:cNvSpPr/>
            <p:nvPr/>
          </p:nvSpPr>
          <p:spPr>
            <a:xfrm>
              <a:off x="0" y="0"/>
              <a:ext cx="2498347" cy="923784"/>
            </a:xfrm>
            <a:custGeom>
              <a:avLst/>
              <a:gdLst/>
              <a:ahLst/>
              <a:cxnLst/>
              <a:rect l="l" t="t" r="r" b="b"/>
              <a:pathLst>
                <a:path w="2498347" h="923784">
                  <a:moveTo>
                    <a:pt x="41624" y="0"/>
                  </a:moveTo>
                  <a:lnTo>
                    <a:pt x="2456724" y="0"/>
                  </a:lnTo>
                  <a:cubicBezTo>
                    <a:pt x="2467763" y="0"/>
                    <a:pt x="2478350" y="4385"/>
                    <a:pt x="2486156" y="12191"/>
                  </a:cubicBezTo>
                  <a:cubicBezTo>
                    <a:pt x="2493962" y="19997"/>
                    <a:pt x="2498347" y="30584"/>
                    <a:pt x="2498347" y="41624"/>
                  </a:cubicBezTo>
                  <a:lnTo>
                    <a:pt x="2498347" y="882160"/>
                  </a:lnTo>
                  <a:cubicBezTo>
                    <a:pt x="2498347" y="905148"/>
                    <a:pt x="2479712" y="923784"/>
                    <a:pt x="2456724" y="923784"/>
                  </a:cubicBezTo>
                  <a:lnTo>
                    <a:pt x="41624" y="923784"/>
                  </a:lnTo>
                  <a:cubicBezTo>
                    <a:pt x="30584" y="923784"/>
                    <a:pt x="19997" y="919399"/>
                    <a:pt x="12191" y="911593"/>
                  </a:cubicBezTo>
                  <a:cubicBezTo>
                    <a:pt x="4385" y="903787"/>
                    <a:pt x="0" y="893199"/>
                    <a:pt x="0" y="882160"/>
                  </a:cubicBezTo>
                  <a:lnTo>
                    <a:pt x="0" y="41624"/>
                  </a:lnTo>
                  <a:cubicBezTo>
                    <a:pt x="0" y="30584"/>
                    <a:pt x="4385" y="19997"/>
                    <a:pt x="12191" y="12191"/>
                  </a:cubicBezTo>
                  <a:cubicBezTo>
                    <a:pt x="19997" y="4385"/>
                    <a:pt x="30584" y="0"/>
                    <a:pt x="41624" y="0"/>
                  </a:cubicBezTo>
                  <a:close/>
                </a:path>
              </a:pathLst>
            </a:custGeom>
            <a:solidFill>
              <a:srgbClr val="A3D435"/>
            </a:solidFill>
          </p:spPr>
        </p:sp>
        <p:sp>
          <p:nvSpPr>
            <p:cNvPr id="4" name="TextBox 4"/>
            <p:cNvSpPr txBox="1"/>
            <p:nvPr/>
          </p:nvSpPr>
          <p:spPr>
            <a:xfrm>
              <a:off x="0" y="-9525"/>
              <a:ext cx="2498347" cy="933309"/>
            </a:xfrm>
            <a:prstGeom prst="rect">
              <a:avLst/>
            </a:prstGeom>
          </p:spPr>
          <p:txBody>
            <a:bodyPr lIns="50800" tIns="50800" rIns="50800" bIns="50800" rtlCol="0" anchor="ctr"/>
            <a:lstStyle/>
            <a:p>
              <a:pPr algn="ctr">
                <a:lnSpc>
                  <a:spcPts val="2879"/>
                </a:lnSpc>
              </a:pPr>
              <a:endParaRPr/>
            </a:p>
          </p:txBody>
        </p:sp>
      </p:grpSp>
      <p:grpSp>
        <p:nvGrpSpPr>
          <p:cNvPr id="5" name="Group 5"/>
          <p:cNvGrpSpPr/>
          <p:nvPr/>
        </p:nvGrpSpPr>
        <p:grpSpPr>
          <a:xfrm>
            <a:off x="7773388" y="981075"/>
            <a:ext cx="9485912" cy="6514289"/>
            <a:chOff x="0" y="0"/>
            <a:chExt cx="2498347" cy="1715698"/>
          </a:xfrm>
        </p:grpSpPr>
        <p:sp>
          <p:nvSpPr>
            <p:cNvPr id="6" name="Freeform 6"/>
            <p:cNvSpPr/>
            <p:nvPr/>
          </p:nvSpPr>
          <p:spPr>
            <a:xfrm>
              <a:off x="0" y="0"/>
              <a:ext cx="2498347" cy="1715698"/>
            </a:xfrm>
            <a:custGeom>
              <a:avLst/>
              <a:gdLst/>
              <a:ahLst/>
              <a:cxnLst/>
              <a:rect l="l" t="t" r="r" b="b"/>
              <a:pathLst>
                <a:path w="2498347" h="1715698">
                  <a:moveTo>
                    <a:pt x="41624" y="0"/>
                  </a:moveTo>
                  <a:lnTo>
                    <a:pt x="2456724" y="0"/>
                  </a:lnTo>
                  <a:cubicBezTo>
                    <a:pt x="2467763" y="0"/>
                    <a:pt x="2478350" y="4385"/>
                    <a:pt x="2486156" y="12191"/>
                  </a:cubicBezTo>
                  <a:cubicBezTo>
                    <a:pt x="2493962" y="19997"/>
                    <a:pt x="2498347" y="30584"/>
                    <a:pt x="2498347" y="41624"/>
                  </a:cubicBezTo>
                  <a:lnTo>
                    <a:pt x="2498347" y="1674074"/>
                  </a:lnTo>
                  <a:cubicBezTo>
                    <a:pt x="2498347" y="1685113"/>
                    <a:pt x="2493962" y="1695700"/>
                    <a:pt x="2486156" y="1703506"/>
                  </a:cubicBezTo>
                  <a:cubicBezTo>
                    <a:pt x="2478350" y="1711312"/>
                    <a:pt x="2467763" y="1715698"/>
                    <a:pt x="2456724" y="1715698"/>
                  </a:cubicBezTo>
                  <a:lnTo>
                    <a:pt x="41624" y="1715698"/>
                  </a:lnTo>
                  <a:cubicBezTo>
                    <a:pt x="18636" y="1715698"/>
                    <a:pt x="0" y="1697062"/>
                    <a:pt x="0" y="1674074"/>
                  </a:cubicBezTo>
                  <a:lnTo>
                    <a:pt x="0" y="41624"/>
                  </a:lnTo>
                  <a:cubicBezTo>
                    <a:pt x="0" y="30584"/>
                    <a:pt x="4385" y="19997"/>
                    <a:pt x="12191" y="12191"/>
                  </a:cubicBezTo>
                  <a:cubicBezTo>
                    <a:pt x="19997" y="4385"/>
                    <a:pt x="30584" y="0"/>
                    <a:pt x="41624" y="0"/>
                  </a:cubicBezTo>
                  <a:close/>
                </a:path>
              </a:pathLst>
            </a:custGeom>
            <a:solidFill>
              <a:srgbClr val="FFFFFF"/>
            </a:solidFill>
          </p:spPr>
        </p:sp>
        <p:sp>
          <p:nvSpPr>
            <p:cNvPr id="7" name="TextBox 7"/>
            <p:cNvSpPr txBox="1"/>
            <p:nvPr/>
          </p:nvSpPr>
          <p:spPr>
            <a:xfrm>
              <a:off x="0" y="-9525"/>
              <a:ext cx="2498347" cy="1725223"/>
            </a:xfrm>
            <a:prstGeom prst="rect">
              <a:avLst/>
            </a:prstGeom>
          </p:spPr>
          <p:txBody>
            <a:bodyPr lIns="50800" tIns="50800" rIns="50800" bIns="50800" rtlCol="0" anchor="ctr"/>
            <a:lstStyle/>
            <a:p>
              <a:pPr algn="ctr">
                <a:lnSpc>
                  <a:spcPts val="2879"/>
                </a:lnSpc>
              </a:pPr>
              <a:endParaRPr/>
            </a:p>
          </p:txBody>
        </p:sp>
      </p:grpSp>
      <p:sp>
        <p:nvSpPr>
          <p:cNvPr id="8" name="Freeform 8"/>
          <p:cNvSpPr/>
          <p:nvPr/>
        </p:nvSpPr>
        <p:spPr>
          <a:xfrm>
            <a:off x="16026144" y="1260176"/>
            <a:ext cx="813350" cy="813350"/>
          </a:xfrm>
          <a:custGeom>
            <a:avLst/>
            <a:gdLst/>
            <a:ahLst/>
            <a:cxnLst/>
            <a:rect l="l" t="t" r="r" b="b"/>
            <a:pathLst>
              <a:path w="813350" h="813350">
                <a:moveTo>
                  <a:pt x="0" y="0"/>
                </a:moveTo>
                <a:lnTo>
                  <a:pt x="813349" y="0"/>
                </a:lnTo>
                <a:lnTo>
                  <a:pt x="813349" y="813349"/>
                </a:lnTo>
                <a:lnTo>
                  <a:pt x="0" y="81334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028700" y="4374866"/>
            <a:ext cx="2286988" cy="819157"/>
          </a:xfrm>
          <a:custGeom>
            <a:avLst/>
            <a:gdLst/>
            <a:ahLst/>
            <a:cxnLst/>
            <a:rect l="l" t="t" r="r" b="b"/>
            <a:pathLst>
              <a:path w="2286988" h="819157">
                <a:moveTo>
                  <a:pt x="0" y="0"/>
                </a:moveTo>
                <a:lnTo>
                  <a:pt x="2286988" y="0"/>
                </a:lnTo>
                <a:lnTo>
                  <a:pt x="2286988" y="819158"/>
                </a:lnTo>
                <a:lnTo>
                  <a:pt x="0" y="8191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6110831" y="7981139"/>
            <a:ext cx="728662" cy="728662"/>
          </a:xfrm>
          <a:custGeom>
            <a:avLst/>
            <a:gdLst/>
            <a:ahLst/>
            <a:cxnLst/>
            <a:rect l="l" t="t" r="r" b="b"/>
            <a:pathLst>
              <a:path w="728662" h="728662">
                <a:moveTo>
                  <a:pt x="0" y="0"/>
                </a:moveTo>
                <a:lnTo>
                  <a:pt x="728662" y="0"/>
                </a:lnTo>
                <a:lnTo>
                  <a:pt x="728662" y="728663"/>
                </a:lnTo>
                <a:lnTo>
                  <a:pt x="0" y="7286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8810747" y="2237365"/>
            <a:ext cx="8028746" cy="3580053"/>
          </a:xfrm>
          <a:prstGeom prst="rect">
            <a:avLst/>
          </a:prstGeom>
        </p:spPr>
        <p:txBody>
          <a:bodyPr lIns="0" tIns="0" rIns="0" bIns="0" rtlCol="0" anchor="t">
            <a:spAutoFit/>
          </a:bodyPr>
          <a:lstStyle/>
          <a:p>
            <a:pPr algn="just">
              <a:lnSpc>
                <a:spcPts val="13760"/>
              </a:lnSpc>
            </a:pPr>
            <a:r>
              <a:rPr lang="en-US" sz="13760">
                <a:solidFill>
                  <a:srgbClr val="21211F"/>
                </a:solidFill>
                <a:latin typeface="Radio"/>
                <a:ea typeface="Radio"/>
                <a:cs typeface="Radio"/>
                <a:sym typeface="Radio"/>
              </a:rPr>
              <a:t>Module Overviews</a:t>
            </a:r>
          </a:p>
        </p:txBody>
      </p:sp>
      <p:sp>
        <p:nvSpPr>
          <p:cNvPr id="12" name="TextBox 12"/>
          <p:cNvSpPr txBox="1"/>
          <p:nvPr/>
        </p:nvSpPr>
        <p:spPr>
          <a:xfrm>
            <a:off x="8810747" y="8045433"/>
            <a:ext cx="4936925" cy="571500"/>
          </a:xfrm>
          <a:prstGeom prst="rect">
            <a:avLst/>
          </a:prstGeom>
        </p:spPr>
        <p:txBody>
          <a:bodyPr lIns="0" tIns="0" rIns="0" bIns="0" rtlCol="0" anchor="t">
            <a:spAutoFit/>
          </a:bodyPr>
          <a:lstStyle/>
          <a:p>
            <a:pPr algn="l">
              <a:lnSpc>
                <a:spcPts val="4320"/>
              </a:lnSpc>
            </a:pPr>
            <a:r>
              <a:rPr lang="en-US" sz="3600" b="1" spc="-107">
                <a:solidFill>
                  <a:srgbClr val="21211F"/>
                </a:solidFill>
                <a:latin typeface="Arimo Bold"/>
                <a:ea typeface="Arimo Bold"/>
                <a:cs typeface="Arimo Bold"/>
                <a:sym typeface="Arimo Bold"/>
              </a:rPr>
              <a:t>Web Designer Course</a:t>
            </a:r>
          </a:p>
        </p:txBody>
      </p:sp>
      <p:sp>
        <p:nvSpPr>
          <p:cNvPr id="13" name="TextBox 13"/>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14" name="TextBox 14"/>
          <p:cNvSpPr txBox="1"/>
          <p:nvPr/>
        </p:nvSpPr>
        <p:spPr>
          <a:xfrm>
            <a:off x="1028700" y="8743950"/>
            <a:ext cx="4936925" cy="514350"/>
          </a:xfrm>
          <a:prstGeom prst="rect">
            <a:avLst/>
          </a:prstGeom>
        </p:spPr>
        <p:txBody>
          <a:bodyPr lIns="0" tIns="0" rIns="0" bIns="0" rtlCol="0" anchor="t">
            <a:spAutoFit/>
          </a:bodyPr>
          <a:lstStyle/>
          <a:p>
            <a:pPr algn="l">
              <a:lnSpc>
                <a:spcPts val="3840"/>
              </a:lnSpc>
            </a:pPr>
            <a:r>
              <a:rPr lang="en-US" sz="3200" spc="-96">
                <a:solidFill>
                  <a:srgbClr val="FFFFFF"/>
                </a:solidFill>
                <a:latin typeface="Arimo"/>
                <a:ea typeface="Arimo"/>
                <a:cs typeface="Arimo"/>
                <a:sym typeface="Arimo"/>
              </a:rPr>
              <a:t>November 20th, 2025</a:t>
            </a:r>
          </a:p>
        </p:txBody>
      </p:sp>
      <p:sp>
        <p:nvSpPr>
          <p:cNvPr id="15" name="TextBox 15"/>
          <p:cNvSpPr txBox="1"/>
          <p:nvPr/>
        </p:nvSpPr>
        <p:spPr>
          <a:xfrm>
            <a:off x="1028700" y="7466789"/>
            <a:ext cx="2468463" cy="514350"/>
          </a:xfrm>
          <a:prstGeom prst="rect">
            <a:avLst/>
          </a:prstGeom>
        </p:spPr>
        <p:txBody>
          <a:bodyPr lIns="0" tIns="0" rIns="0" bIns="0" rtlCol="0" anchor="t">
            <a:spAutoFit/>
          </a:bodyPr>
          <a:lstStyle/>
          <a:p>
            <a:pPr algn="l">
              <a:lnSpc>
                <a:spcPts val="3840"/>
              </a:lnSpc>
            </a:pPr>
            <a:r>
              <a:rPr lang="en-US" sz="3200" b="1" spc="-96">
                <a:solidFill>
                  <a:srgbClr val="D7FF8A"/>
                </a:solidFill>
                <a:latin typeface="Arimo Bold"/>
                <a:ea typeface="Arimo Bold"/>
                <a:cs typeface="Arimo Bold"/>
                <a:sym typeface="Arimo Bold"/>
              </a:rPr>
              <a:t>Chiaki Sato</a:t>
            </a:r>
          </a:p>
        </p:txBody>
      </p:sp>
      <p:sp>
        <p:nvSpPr>
          <p:cNvPr id="16" name="Freeform 16"/>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7FF8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076177"/>
            <a:ext cx="7649216" cy="9197652"/>
            <a:chOff x="0" y="0"/>
            <a:chExt cx="2014608" cy="2422427"/>
          </a:xfrm>
        </p:grpSpPr>
        <p:sp>
          <p:nvSpPr>
            <p:cNvPr id="3" name="Freeform 3"/>
            <p:cNvSpPr/>
            <p:nvPr/>
          </p:nvSpPr>
          <p:spPr>
            <a:xfrm>
              <a:off x="0" y="0"/>
              <a:ext cx="2014608" cy="2422427"/>
            </a:xfrm>
            <a:custGeom>
              <a:avLst/>
              <a:gdLst/>
              <a:ahLst/>
              <a:cxnLst/>
              <a:rect l="l" t="t" r="r" b="b"/>
              <a:pathLst>
                <a:path w="2014608" h="2422427">
                  <a:moveTo>
                    <a:pt x="101212" y="0"/>
                  </a:moveTo>
                  <a:lnTo>
                    <a:pt x="1913397" y="0"/>
                  </a:lnTo>
                  <a:cubicBezTo>
                    <a:pt x="1940240" y="0"/>
                    <a:pt x="1965983" y="10663"/>
                    <a:pt x="1984964" y="29644"/>
                  </a:cubicBezTo>
                  <a:cubicBezTo>
                    <a:pt x="2003945" y="48625"/>
                    <a:pt x="2014608" y="74369"/>
                    <a:pt x="2014608" y="101212"/>
                  </a:cubicBezTo>
                  <a:lnTo>
                    <a:pt x="2014608" y="2321215"/>
                  </a:lnTo>
                  <a:cubicBezTo>
                    <a:pt x="2014608" y="2348058"/>
                    <a:pt x="2003945" y="2373802"/>
                    <a:pt x="1984964" y="2392783"/>
                  </a:cubicBezTo>
                  <a:cubicBezTo>
                    <a:pt x="1965983" y="2411764"/>
                    <a:pt x="1940240" y="2422427"/>
                    <a:pt x="1913397" y="2422427"/>
                  </a:cubicBezTo>
                  <a:lnTo>
                    <a:pt x="101212" y="2422427"/>
                  </a:lnTo>
                  <a:cubicBezTo>
                    <a:pt x="74369" y="2422427"/>
                    <a:pt x="48625" y="2411764"/>
                    <a:pt x="29644" y="2392783"/>
                  </a:cubicBezTo>
                  <a:cubicBezTo>
                    <a:pt x="10663" y="2373802"/>
                    <a:pt x="0" y="2348058"/>
                    <a:pt x="0" y="2321215"/>
                  </a:cubicBezTo>
                  <a:lnTo>
                    <a:pt x="0" y="101212"/>
                  </a:lnTo>
                  <a:cubicBezTo>
                    <a:pt x="0" y="74369"/>
                    <a:pt x="10663" y="48625"/>
                    <a:pt x="29644" y="29644"/>
                  </a:cubicBezTo>
                  <a:cubicBezTo>
                    <a:pt x="48625" y="10663"/>
                    <a:pt x="74369" y="0"/>
                    <a:pt x="101212" y="0"/>
                  </a:cubicBezTo>
                  <a:close/>
                </a:path>
              </a:pathLst>
            </a:custGeom>
            <a:solidFill>
              <a:srgbClr val="FFFFFF"/>
            </a:solidFill>
          </p:spPr>
        </p:sp>
        <p:sp>
          <p:nvSpPr>
            <p:cNvPr id="4" name="TextBox 4"/>
            <p:cNvSpPr txBox="1"/>
            <p:nvPr/>
          </p:nvSpPr>
          <p:spPr>
            <a:xfrm>
              <a:off x="0" y="-9525"/>
              <a:ext cx="2014608" cy="2431952"/>
            </a:xfrm>
            <a:prstGeom prst="rect">
              <a:avLst/>
            </a:prstGeom>
          </p:spPr>
          <p:txBody>
            <a:bodyPr lIns="50800" tIns="50800" rIns="50800" bIns="50800" rtlCol="0" anchor="ctr"/>
            <a:lstStyle/>
            <a:p>
              <a:pPr algn="ctr">
                <a:lnSpc>
                  <a:spcPts val="2879"/>
                </a:lnSpc>
              </a:pPr>
              <a:endParaRPr/>
            </a:p>
          </p:txBody>
        </p:sp>
      </p:grpSp>
      <p:grpSp>
        <p:nvGrpSpPr>
          <p:cNvPr id="5" name="Group 5"/>
          <p:cNvGrpSpPr/>
          <p:nvPr/>
        </p:nvGrpSpPr>
        <p:grpSpPr>
          <a:xfrm>
            <a:off x="519807" y="3704624"/>
            <a:ext cx="7331372" cy="1804461"/>
            <a:chOff x="0" y="0"/>
            <a:chExt cx="1930896" cy="475249"/>
          </a:xfrm>
        </p:grpSpPr>
        <p:sp>
          <p:nvSpPr>
            <p:cNvPr id="6" name="Freeform 6"/>
            <p:cNvSpPr/>
            <p:nvPr/>
          </p:nvSpPr>
          <p:spPr>
            <a:xfrm>
              <a:off x="0" y="0"/>
              <a:ext cx="1930896" cy="475249"/>
            </a:xfrm>
            <a:custGeom>
              <a:avLst/>
              <a:gdLst/>
              <a:ahLst/>
              <a:cxnLst/>
              <a:rect l="l" t="t" r="r" b="b"/>
              <a:pathLst>
                <a:path w="1930896" h="475249">
                  <a:moveTo>
                    <a:pt x="105600" y="0"/>
                  </a:moveTo>
                  <a:lnTo>
                    <a:pt x="1825296" y="0"/>
                  </a:lnTo>
                  <a:cubicBezTo>
                    <a:pt x="1853303" y="0"/>
                    <a:pt x="1880163" y="11126"/>
                    <a:pt x="1899967" y="30929"/>
                  </a:cubicBezTo>
                  <a:cubicBezTo>
                    <a:pt x="1919771" y="50733"/>
                    <a:pt x="1930896" y="77593"/>
                    <a:pt x="1930896" y="105600"/>
                  </a:cubicBezTo>
                  <a:lnTo>
                    <a:pt x="1930896" y="369649"/>
                  </a:lnTo>
                  <a:cubicBezTo>
                    <a:pt x="1930896" y="397656"/>
                    <a:pt x="1919771" y="424516"/>
                    <a:pt x="1899967" y="444319"/>
                  </a:cubicBezTo>
                  <a:cubicBezTo>
                    <a:pt x="1880163" y="464123"/>
                    <a:pt x="1853303" y="475249"/>
                    <a:pt x="1825296" y="475249"/>
                  </a:cubicBezTo>
                  <a:lnTo>
                    <a:pt x="105600" y="475249"/>
                  </a:lnTo>
                  <a:cubicBezTo>
                    <a:pt x="77593" y="475249"/>
                    <a:pt x="50733" y="464123"/>
                    <a:pt x="30929" y="444319"/>
                  </a:cubicBezTo>
                  <a:cubicBezTo>
                    <a:pt x="11126" y="424516"/>
                    <a:pt x="0" y="397656"/>
                    <a:pt x="0" y="369649"/>
                  </a:cubicBezTo>
                  <a:lnTo>
                    <a:pt x="0" y="105600"/>
                  </a:lnTo>
                  <a:cubicBezTo>
                    <a:pt x="0" y="77593"/>
                    <a:pt x="11126" y="50733"/>
                    <a:pt x="30929" y="30929"/>
                  </a:cubicBezTo>
                  <a:cubicBezTo>
                    <a:pt x="50733" y="11126"/>
                    <a:pt x="77593" y="0"/>
                    <a:pt x="105600" y="0"/>
                  </a:cubicBezTo>
                  <a:close/>
                </a:path>
              </a:pathLst>
            </a:custGeom>
            <a:solidFill>
              <a:srgbClr val="21211F"/>
            </a:solidFill>
          </p:spPr>
        </p:sp>
        <p:sp>
          <p:nvSpPr>
            <p:cNvPr id="7" name="TextBox 7"/>
            <p:cNvSpPr txBox="1"/>
            <p:nvPr/>
          </p:nvSpPr>
          <p:spPr>
            <a:xfrm>
              <a:off x="0" y="-9525"/>
              <a:ext cx="1930896" cy="484774"/>
            </a:xfrm>
            <a:prstGeom prst="rect">
              <a:avLst/>
            </a:prstGeom>
          </p:spPr>
          <p:txBody>
            <a:bodyPr lIns="50800" tIns="50800" rIns="50800" bIns="50800" rtlCol="0" anchor="ctr"/>
            <a:lstStyle/>
            <a:p>
              <a:pPr algn="ctr">
                <a:lnSpc>
                  <a:spcPts val="2879"/>
                </a:lnSpc>
              </a:pPr>
              <a:endParaRPr/>
            </a:p>
          </p:txBody>
        </p:sp>
      </p:grpSp>
      <p:sp>
        <p:nvSpPr>
          <p:cNvPr id="8" name="Freeform 8"/>
          <p:cNvSpPr/>
          <p:nvPr/>
        </p:nvSpPr>
        <p:spPr>
          <a:xfrm>
            <a:off x="6233730" y="3997159"/>
            <a:ext cx="1216121" cy="1216121"/>
          </a:xfrm>
          <a:custGeom>
            <a:avLst/>
            <a:gdLst/>
            <a:ahLst/>
            <a:cxnLst/>
            <a:rect l="l" t="t" r="r" b="b"/>
            <a:pathLst>
              <a:path w="1216121" h="1216121">
                <a:moveTo>
                  <a:pt x="0" y="0"/>
                </a:moveTo>
                <a:lnTo>
                  <a:pt x="1216121" y="0"/>
                </a:lnTo>
                <a:lnTo>
                  <a:pt x="1216121" y="1216121"/>
                </a:lnTo>
                <a:lnTo>
                  <a:pt x="0" y="12161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521727" y="5833193"/>
            <a:ext cx="6838345" cy="1906905"/>
          </a:xfrm>
          <a:prstGeom prst="rect">
            <a:avLst/>
          </a:prstGeom>
        </p:spPr>
        <p:txBody>
          <a:bodyPr lIns="0" tIns="0" rIns="0" bIns="0" rtlCol="0" anchor="t">
            <a:spAutoFit/>
          </a:bodyPr>
          <a:lstStyle/>
          <a:p>
            <a:pPr algn="l">
              <a:lnSpc>
                <a:spcPts val="7200"/>
              </a:lnSpc>
            </a:pPr>
            <a:r>
              <a:rPr lang="en-US" sz="7200" spc="-215">
                <a:solidFill>
                  <a:srgbClr val="21211F"/>
                </a:solidFill>
                <a:latin typeface="Arimo"/>
                <a:ea typeface="Arimo"/>
                <a:cs typeface="Arimo"/>
                <a:sym typeface="Arimo"/>
              </a:rPr>
              <a:t>Introduction to Web Design</a:t>
            </a:r>
          </a:p>
        </p:txBody>
      </p:sp>
      <p:sp>
        <p:nvSpPr>
          <p:cNvPr id="10" name="TextBox 10"/>
          <p:cNvSpPr txBox="1"/>
          <p:nvPr/>
        </p:nvSpPr>
        <p:spPr>
          <a:xfrm>
            <a:off x="2162064" y="1288026"/>
            <a:ext cx="2023428" cy="478548"/>
          </a:xfrm>
          <a:prstGeom prst="rect">
            <a:avLst/>
          </a:prstGeom>
        </p:spPr>
        <p:txBody>
          <a:bodyPr lIns="0" tIns="0" rIns="0" bIns="0" rtlCol="0" anchor="t">
            <a:spAutoFit/>
          </a:bodyPr>
          <a:lstStyle/>
          <a:p>
            <a:pPr algn="l">
              <a:lnSpc>
                <a:spcPts val="3595"/>
              </a:lnSpc>
            </a:pPr>
            <a:r>
              <a:rPr lang="en-US" sz="3595" spc="-107">
                <a:solidFill>
                  <a:srgbClr val="21211F"/>
                </a:solidFill>
                <a:latin typeface="Radio"/>
                <a:ea typeface="Radio"/>
                <a:cs typeface="Radio"/>
                <a:sym typeface="Radio"/>
              </a:rPr>
              <a:t>Larana, Inc.</a:t>
            </a:r>
          </a:p>
        </p:txBody>
      </p:sp>
      <p:grpSp>
        <p:nvGrpSpPr>
          <p:cNvPr id="11" name="Group 11"/>
          <p:cNvGrpSpPr/>
          <p:nvPr/>
        </p:nvGrpSpPr>
        <p:grpSpPr>
          <a:xfrm>
            <a:off x="9144000" y="-1340382"/>
            <a:ext cx="8487002" cy="10598682"/>
            <a:chOff x="0" y="0"/>
            <a:chExt cx="2235260" cy="2791422"/>
          </a:xfrm>
        </p:grpSpPr>
        <p:sp>
          <p:nvSpPr>
            <p:cNvPr id="12" name="Freeform 12"/>
            <p:cNvSpPr/>
            <p:nvPr/>
          </p:nvSpPr>
          <p:spPr>
            <a:xfrm>
              <a:off x="0" y="0"/>
              <a:ext cx="2235260" cy="2791422"/>
            </a:xfrm>
            <a:custGeom>
              <a:avLst/>
              <a:gdLst/>
              <a:ahLst/>
              <a:cxnLst/>
              <a:rect l="l" t="t" r="r" b="b"/>
              <a:pathLst>
                <a:path w="2235260" h="2791422">
                  <a:moveTo>
                    <a:pt x="91221" y="0"/>
                  </a:moveTo>
                  <a:lnTo>
                    <a:pt x="2144039" y="0"/>
                  </a:lnTo>
                  <a:cubicBezTo>
                    <a:pt x="2194419" y="0"/>
                    <a:pt x="2235260" y="40841"/>
                    <a:pt x="2235260" y="91221"/>
                  </a:cubicBezTo>
                  <a:lnTo>
                    <a:pt x="2235260" y="2700201"/>
                  </a:lnTo>
                  <a:cubicBezTo>
                    <a:pt x="2235260" y="2750582"/>
                    <a:pt x="2194419" y="2791422"/>
                    <a:pt x="2144039" y="2791422"/>
                  </a:cubicBezTo>
                  <a:lnTo>
                    <a:pt x="91221" y="2791422"/>
                  </a:lnTo>
                  <a:cubicBezTo>
                    <a:pt x="40841" y="2791422"/>
                    <a:pt x="0" y="2750582"/>
                    <a:pt x="0" y="2700201"/>
                  </a:cubicBezTo>
                  <a:lnTo>
                    <a:pt x="0" y="91221"/>
                  </a:lnTo>
                  <a:cubicBezTo>
                    <a:pt x="0" y="40841"/>
                    <a:pt x="40841" y="0"/>
                    <a:pt x="91221" y="0"/>
                  </a:cubicBezTo>
                  <a:close/>
                </a:path>
              </a:pathLst>
            </a:custGeom>
            <a:solidFill>
              <a:srgbClr val="21211F"/>
            </a:solidFill>
          </p:spPr>
        </p:sp>
        <p:sp>
          <p:nvSpPr>
            <p:cNvPr id="13" name="TextBox 13"/>
            <p:cNvSpPr txBox="1"/>
            <p:nvPr/>
          </p:nvSpPr>
          <p:spPr>
            <a:xfrm>
              <a:off x="0" y="-9525"/>
              <a:ext cx="2235260" cy="2800947"/>
            </a:xfrm>
            <a:prstGeom prst="rect">
              <a:avLst/>
            </a:prstGeom>
          </p:spPr>
          <p:txBody>
            <a:bodyPr lIns="50800" tIns="50800" rIns="50800" bIns="50800" rtlCol="0" anchor="ctr"/>
            <a:lstStyle/>
            <a:p>
              <a:pPr algn="ctr">
                <a:lnSpc>
                  <a:spcPts val="2879"/>
                </a:lnSpc>
              </a:pPr>
              <a:endParaRPr/>
            </a:p>
          </p:txBody>
        </p:sp>
      </p:grpSp>
      <p:sp>
        <p:nvSpPr>
          <p:cNvPr id="14" name="TextBox 14"/>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FFFFFF"/>
                </a:solidFill>
                <a:latin typeface="Arimo"/>
                <a:ea typeface="Arimo"/>
                <a:cs typeface="Arimo"/>
                <a:sym typeface="Arimo"/>
              </a:rPr>
              <a:t>November 20th, 2025</a:t>
            </a:r>
          </a:p>
        </p:txBody>
      </p:sp>
      <p:sp>
        <p:nvSpPr>
          <p:cNvPr id="15" name="TextBox 15"/>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FFFFFF"/>
                </a:solidFill>
                <a:latin typeface="Arimo Bold"/>
                <a:ea typeface="Arimo Bold"/>
                <a:cs typeface="Arimo Bold"/>
                <a:sym typeface="Arimo Bold"/>
              </a:rPr>
              <a:t>Chiaki Sato</a:t>
            </a:r>
          </a:p>
        </p:txBody>
      </p:sp>
      <p:sp>
        <p:nvSpPr>
          <p:cNvPr id="16" name="TextBox 16"/>
          <p:cNvSpPr txBox="1"/>
          <p:nvPr/>
        </p:nvSpPr>
        <p:spPr>
          <a:xfrm>
            <a:off x="1521727" y="4101934"/>
            <a:ext cx="4048477" cy="992505"/>
          </a:xfrm>
          <a:prstGeom prst="rect">
            <a:avLst/>
          </a:prstGeom>
        </p:spPr>
        <p:txBody>
          <a:bodyPr lIns="0" tIns="0" rIns="0" bIns="0" rtlCol="0" anchor="t">
            <a:spAutoFit/>
          </a:bodyPr>
          <a:lstStyle/>
          <a:p>
            <a:pPr algn="l">
              <a:lnSpc>
                <a:spcPts val="7200"/>
              </a:lnSpc>
            </a:pPr>
            <a:r>
              <a:rPr lang="en-US" sz="7200" b="1" spc="-215">
                <a:solidFill>
                  <a:srgbClr val="FFFFFF"/>
                </a:solidFill>
                <a:latin typeface="Arimo Bold"/>
                <a:ea typeface="Arimo Bold"/>
                <a:cs typeface="Arimo Bold"/>
                <a:sym typeface="Arimo Bold"/>
              </a:rPr>
              <a:t>Module 1</a:t>
            </a:r>
          </a:p>
        </p:txBody>
      </p:sp>
      <p:sp>
        <p:nvSpPr>
          <p:cNvPr id="17" name="TextBox 17"/>
          <p:cNvSpPr txBox="1"/>
          <p:nvPr/>
        </p:nvSpPr>
        <p:spPr>
          <a:xfrm>
            <a:off x="9570731" y="3151641"/>
            <a:ext cx="7581221" cy="254317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8" name="TextBox 18"/>
          <p:cNvSpPr txBox="1"/>
          <p:nvPr/>
        </p:nvSpPr>
        <p:spPr>
          <a:xfrm>
            <a:off x="9570731" y="6114446"/>
            <a:ext cx="7581221" cy="218122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
        <p:nvSpPr>
          <p:cNvPr id="19" name="Freeform 19"/>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3" name="TextBox 3"/>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FFFFFF"/>
                </a:solidFill>
                <a:latin typeface="Arimo"/>
                <a:ea typeface="Arimo"/>
                <a:cs typeface="Arimo"/>
                <a:sym typeface="Arimo"/>
              </a:rPr>
              <a:t>November 20th, 2025</a:t>
            </a:r>
          </a:p>
        </p:txBody>
      </p:sp>
      <p:sp>
        <p:nvSpPr>
          <p:cNvPr id="4" name="TextBox 4"/>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FFFFFF"/>
                </a:solidFill>
                <a:latin typeface="Arimo Bold"/>
                <a:ea typeface="Arimo Bold"/>
                <a:cs typeface="Arimo Bold"/>
                <a:sym typeface="Arimo Bold"/>
              </a:rPr>
              <a:t>Chiaki Sato</a:t>
            </a:r>
          </a:p>
        </p:txBody>
      </p:sp>
      <p:grpSp>
        <p:nvGrpSpPr>
          <p:cNvPr id="5" name="Group 5"/>
          <p:cNvGrpSpPr/>
          <p:nvPr/>
        </p:nvGrpSpPr>
        <p:grpSpPr>
          <a:xfrm>
            <a:off x="-699123" y="4300652"/>
            <a:ext cx="19686245" cy="7707187"/>
            <a:chOff x="0" y="0"/>
            <a:chExt cx="5184855" cy="2029876"/>
          </a:xfrm>
        </p:grpSpPr>
        <p:sp>
          <p:nvSpPr>
            <p:cNvPr id="6" name="Freeform 6"/>
            <p:cNvSpPr/>
            <p:nvPr/>
          </p:nvSpPr>
          <p:spPr>
            <a:xfrm>
              <a:off x="0" y="0"/>
              <a:ext cx="5184855" cy="2029876"/>
            </a:xfrm>
            <a:custGeom>
              <a:avLst/>
              <a:gdLst/>
              <a:ahLst/>
              <a:cxnLst/>
              <a:rect l="l" t="t" r="r" b="b"/>
              <a:pathLst>
                <a:path w="5184855" h="2029876">
                  <a:moveTo>
                    <a:pt x="39327" y="0"/>
                  </a:moveTo>
                  <a:lnTo>
                    <a:pt x="5145528" y="0"/>
                  </a:lnTo>
                  <a:cubicBezTo>
                    <a:pt x="5167248" y="0"/>
                    <a:pt x="5184855" y="17607"/>
                    <a:pt x="5184855" y="39327"/>
                  </a:cubicBezTo>
                  <a:lnTo>
                    <a:pt x="5184855" y="1990550"/>
                  </a:lnTo>
                  <a:cubicBezTo>
                    <a:pt x="5184855" y="2000980"/>
                    <a:pt x="5180712" y="2010983"/>
                    <a:pt x="5173337" y="2018358"/>
                  </a:cubicBezTo>
                  <a:cubicBezTo>
                    <a:pt x="5165961" y="2025733"/>
                    <a:pt x="5155958" y="2029876"/>
                    <a:pt x="5145528" y="2029876"/>
                  </a:cubicBezTo>
                  <a:lnTo>
                    <a:pt x="39327" y="2029876"/>
                  </a:lnTo>
                  <a:cubicBezTo>
                    <a:pt x="17607" y="2029876"/>
                    <a:pt x="0" y="2012269"/>
                    <a:pt x="0" y="1990550"/>
                  </a:cubicBezTo>
                  <a:lnTo>
                    <a:pt x="0" y="39327"/>
                  </a:lnTo>
                  <a:cubicBezTo>
                    <a:pt x="0" y="17607"/>
                    <a:pt x="17607" y="0"/>
                    <a:pt x="39327" y="0"/>
                  </a:cubicBezTo>
                  <a:close/>
                </a:path>
              </a:pathLst>
            </a:custGeom>
            <a:solidFill>
              <a:srgbClr val="FFFFFF"/>
            </a:solidFill>
          </p:spPr>
        </p:sp>
        <p:sp>
          <p:nvSpPr>
            <p:cNvPr id="7" name="TextBox 7"/>
            <p:cNvSpPr txBox="1"/>
            <p:nvPr/>
          </p:nvSpPr>
          <p:spPr>
            <a:xfrm>
              <a:off x="0" y="-9525"/>
              <a:ext cx="5184855" cy="2039401"/>
            </a:xfrm>
            <a:prstGeom prst="rect">
              <a:avLst/>
            </a:prstGeom>
          </p:spPr>
          <p:txBody>
            <a:bodyPr lIns="50800" tIns="50800" rIns="50800" bIns="50800" rtlCol="0" anchor="ctr"/>
            <a:lstStyle/>
            <a:p>
              <a:pPr algn="ctr">
                <a:lnSpc>
                  <a:spcPts val="2879"/>
                </a:lnSpc>
              </a:pPr>
              <a:endParaRPr/>
            </a:p>
          </p:txBody>
        </p:sp>
      </p:grpSp>
      <p:grpSp>
        <p:nvGrpSpPr>
          <p:cNvPr id="8" name="Group 8"/>
          <p:cNvGrpSpPr/>
          <p:nvPr/>
        </p:nvGrpSpPr>
        <p:grpSpPr>
          <a:xfrm>
            <a:off x="1028700" y="3045367"/>
            <a:ext cx="16230600" cy="2510569"/>
            <a:chOff x="0" y="0"/>
            <a:chExt cx="4274726" cy="661220"/>
          </a:xfrm>
        </p:grpSpPr>
        <p:sp>
          <p:nvSpPr>
            <p:cNvPr id="9" name="Freeform 9"/>
            <p:cNvSpPr/>
            <p:nvPr/>
          </p:nvSpPr>
          <p:spPr>
            <a:xfrm>
              <a:off x="0" y="0"/>
              <a:ext cx="4274726" cy="661220"/>
            </a:xfrm>
            <a:custGeom>
              <a:avLst/>
              <a:gdLst/>
              <a:ahLst/>
              <a:cxnLst/>
              <a:rect l="l" t="t" r="r" b="b"/>
              <a:pathLst>
                <a:path w="4274726" h="661220">
                  <a:moveTo>
                    <a:pt x="143099" y="0"/>
                  </a:moveTo>
                  <a:lnTo>
                    <a:pt x="4131627" y="0"/>
                  </a:lnTo>
                  <a:cubicBezTo>
                    <a:pt x="4169580" y="0"/>
                    <a:pt x="4205977" y="15076"/>
                    <a:pt x="4232813" y="41913"/>
                  </a:cubicBezTo>
                  <a:cubicBezTo>
                    <a:pt x="4259650" y="68749"/>
                    <a:pt x="4274726" y="105146"/>
                    <a:pt x="4274726" y="143099"/>
                  </a:cubicBezTo>
                  <a:lnTo>
                    <a:pt x="4274726" y="518121"/>
                  </a:lnTo>
                  <a:cubicBezTo>
                    <a:pt x="4274726" y="556073"/>
                    <a:pt x="4259650" y="592471"/>
                    <a:pt x="4232813" y="619307"/>
                  </a:cubicBezTo>
                  <a:cubicBezTo>
                    <a:pt x="4205977" y="646144"/>
                    <a:pt x="4169580" y="661220"/>
                    <a:pt x="4131627" y="661220"/>
                  </a:cubicBezTo>
                  <a:lnTo>
                    <a:pt x="143099" y="661220"/>
                  </a:lnTo>
                  <a:cubicBezTo>
                    <a:pt x="105146" y="661220"/>
                    <a:pt x="68749" y="646144"/>
                    <a:pt x="41913" y="619307"/>
                  </a:cubicBezTo>
                  <a:cubicBezTo>
                    <a:pt x="15076" y="592471"/>
                    <a:pt x="0" y="556073"/>
                    <a:pt x="0" y="518121"/>
                  </a:cubicBezTo>
                  <a:lnTo>
                    <a:pt x="0" y="143099"/>
                  </a:lnTo>
                  <a:cubicBezTo>
                    <a:pt x="0" y="105146"/>
                    <a:pt x="15076" y="68749"/>
                    <a:pt x="41913" y="41913"/>
                  </a:cubicBezTo>
                  <a:cubicBezTo>
                    <a:pt x="68749" y="15076"/>
                    <a:pt x="105146" y="0"/>
                    <a:pt x="143099" y="0"/>
                  </a:cubicBezTo>
                  <a:close/>
                </a:path>
              </a:pathLst>
            </a:custGeom>
            <a:solidFill>
              <a:srgbClr val="A3D435"/>
            </a:solidFill>
          </p:spPr>
        </p:sp>
        <p:sp>
          <p:nvSpPr>
            <p:cNvPr id="10" name="TextBox 10"/>
            <p:cNvSpPr txBox="1"/>
            <p:nvPr/>
          </p:nvSpPr>
          <p:spPr>
            <a:xfrm>
              <a:off x="0" y="-9525"/>
              <a:ext cx="4274726" cy="670745"/>
            </a:xfrm>
            <a:prstGeom prst="rect">
              <a:avLst/>
            </a:prstGeom>
          </p:spPr>
          <p:txBody>
            <a:bodyPr lIns="50800" tIns="50800" rIns="50800" bIns="50800" rtlCol="0" anchor="ctr"/>
            <a:lstStyle/>
            <a:p>
              <a:pPr algn="ctr">
                <a:lnSpc>
                  <a:spcPts val="2879"/>
                </a:lnSpc>
              </a:pPr>
              <a:endParaRPr/>
            </a:p>
          </p:txBody>
        </p:sp>
      </p:grpSp>
      <p:sp>
        <p:nvSpPr>
          <p:cNvPr id="11" name="TextBox 11"/>
          <p:cNvSpPr txBox="1"/>
          <p:nvPr/>
        </p:nvSpPr>
        <p:spPr>
          <a:xfrm>
            <a:off x="1696098" y="3856787"/>
            <a:ext cx="4048477" cy="992505"/>
          </a:xfrm>
          <a:prstGeom prst="rect">
            <a:avLst/>
          </a:prstGeom>
        </p:spPr>
        <p:txBody>
          <a:bodyPr lIns="0" tIns="0" rIns="0" bIns="0" rtlCol="0" anchor="t">
            <a:spAutoFit/>
          </a:bodyPr>
          <a:lstStyle/>
          <a:p>
            <a:pPr algn="l">
              <a:lnSpc>
                <a:spcPts val="7200"/>
              </a:lnSpc>
            </a:pPr>
            <a:r>
              <a:rPr lang="en-US" sz="7200" b="1" spc="-215">
                <a:solidFill>
                  <a:srgbClr val="21211F"/>
                </a:solidFill>
                <a:latin typeface="Arimo Bold"/>
                <a:ea typeface="Arimo Bold"/>
                <a:cs typeface="Arimo Bold"/>
                <a:sym typeface="Arimo Bold"/>
              </a:rPr>
              <a:t>Module 2</a:t>
            </a:r>
          </a:p>
        </p:txBody>
      </p:sp>
      <p:sp>
        <p:nvSpPr>
          <p:cNvPr id="12" name="TextBox 12"/>
          <p:cNvSpPr txBox="1"/>
          <p:nvPr/>
        </p:nvSpPr>
        <p:spPr>
          <a:xfrm>
            <a:off x="7214964" y="3856787"/>
            <a:ext cx="9376937" cy="992505"/>
          </a:xfrm>
          <a:prstGeom prst="rect">
            <a:avLst/>
          </a:prstGeom>
        </p:spPr>
        <p:txBody>
          <a:bodyPr lIns="0" tIns="0" rIns="0" bIns="0" rtlCol="0" anchor="t">
            <a:spAutoFit/>
          </a:bodyPr>
          <a:lstStyle/>
          <a:p>
            <a:pPr algn="r">
              <a:lnSpc>
                <a:spcPts val="7200"/>
              </a:lnSpc>
            </a:pPr>
            <a:r>
              <a:rPr lang="en-US" sz="7200" spc="-215">
                <a:solidFill>
                  <a:srgbClr val="21211F"/>
                </a:solidFill>
                <a:latin typeface="Arimo"/>
                <a:ea typeface="Arimo"/>
                <a:cs typeface="Arimo"/>
                <a:sym typeface="Arimo"/>
              </a:rPr>
              <a:t>Basic Design Principles</a:t>
            </a:r>
          </a:p>
        </p:txBody>
      </p:sp>
      <p:sp>
        <p:nvSpPr>
          <p:cNvPr id="13" name="TextBox 13"/>
          <p:cNvSpPr txBox="1"/>
          <p:nvPr/>
        </p:nvSpPr>
        <p:spPr>
          <a:xfrm>
            <a:off x="1696098" y="6353175"/>
            <a:ext cx="7447902" cy="254317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4" name="TextBox 14"/>
          <p:cNvSpPr txBox="1"/>
          <p:nvPr/>
        </p:nvSpPr>
        <p:spPr>
          <a:xfrm>
            <a:off x="9490841" y="6353175"/>
            <a:ext cx="7101060" cy="254317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Quisque vehicula lacus varius tincidunt ultricies.</a:t>
            </a:r>
          </a:p>
        </p:txBody>
      </p:sp>
      <p:sp>
        <p:nvSpPr>
          <p:cNvPr id="15" name="Freeform 15"/>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7FF8A"/>
        </a:solidFill>
        <a:effectLst/>
      </p:bgPr>
    </p:bg>
    <p:spTree>
      <p:nvGrpSpPr>
        <p:cNvPr id="1" name=""/>
        <p:cNvGrpSpPr/>
        <p:nvPr/>
      </p:nvGrpSpPr>
      <p:grpSpPr>
        <a:xfrm>
          <a:off x="0" y="0"/>
          <a:ext cx="0" cy="0"/>
          <a:chOff x="0" y="0"/>
          <a:chExt cx="0" cy="0"/>
        </a:xfrm>
      </p:grpSpPr>
      <p:grpSp>
        <p:nvGrpSpPr>
          <p:cNvPr id="2" name="Group 2"/>
          <p:cNvGrpSpPr/>
          <p:nvPr/>
        </p:nvGrpSpPr>
        <p:grpSpPr>
          <a:xfrm>
            <a:off x="-1503622" y="-102157"/>
            <a:ext cx="10288308" cy="10491315"/>
            <a:chOff x="0" y="0"/>
            <a:chExt cx="2709678" cy="2763145"/>
          </a:xfrm>
        </p:grpSpPr>
        <p:sp>
          <p:nvSpPr>
            <p:cNvPr id="3" name="Freeform 3"/>
            <p:cNvSpPr/>
            <p:nvPr/>
          </p:nvSpPr>
          <p:spPr>
            <a:xfrm>
              <a:off x="0" y="0"/>
              <a:ext cx="2709678" cy="2763145"/>
            </a:xfrm>
            <a:custGeom>
              <a:avLst/>
              <a:gdLst/>
              <a:ahLst/>
              <a:cxnLst/>
              <a:rect l="l" t="t" r="r" b="b"/>
              <a:pathLst>
                <a:path w="2709678" h="2763145">
                  <a:moveTo>
                    <a:pt x="75250" y="0"/>
                  </a:moveTo>
                  <a:lnTo>
                    <a:pt x="2634428" y="0"/>
                  </a:lnTo>
                  <a:cubicBezTo>
                    <a:pt x="2675987" y="0"/>
                    <a:pt x="2709678" y="33690"/>
                    <a:pt x="2709678" y="75250"/>
                  </a:cubicBezTo>
                  <a:lnTo>
                    <a:pt x="2709678" y="2687895"/>
                  </a:lnTo>
                  <a:cubicBezTo>
                    <a:pt x="2709678" y="2729454"/>
                    <a:pt x="2675987" y="2763145"/>
                    <a:pt x="2634428" y="2763145"/>
                  </a:cubicBezTo>
                  <a:lnTo>
                    <a:pt x="75250" y="2763145"/>
                  </a:lnTo>
                  <a:cubicBezTo>
                    <a:pt x="33690" y="2763145"/>
                    <a:pt x="0" y="2729454"/>
                    <a:pt x="0" y="2687895"/>
                  </a:cubicBezTo>
                  <a:lnTo>
                    <a:pt x="0" y="75250"/>
                  </a:lnTo>
                  <a:cubicBezTo>
                    <a:pt x="0" y="33690"/>
                    <a:pt x="33690" y="0"/>
                    <a:pt x="75250" y="0"/>
                  </a:cubicBezTo>
                  <a:close/>
                </a:path>
              </a:pathLst>
            </a:custGeom>
            <a:solidFill>
              <a:srgbClr val="21211F"/>
            </a:solidFill>
          </p:spPr>
        </p:sp>
        <p:sp>
          <p:nvSpPr>
            <p:cNvPr id="4" name="TextBox 4"/>
            <p:cNvSpPr txBox="1"/>
            <p:nvPr/>
          </p:nvSpPr>
          <p:spPr>
            <a:xfrm>
              <a:off x="0" y="-9525"/>
              <a:ext cx="2709678" cy="2772670"/>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21211F"/>
                </a:solidFill>
                <a:latin typeface="Arimo"/>
                <a:ea typeface="Arimo"/>
                <a:cs typeface="Arimo"/>
                <a:sym typeface="Arimo"/>
              </a:rPr>
              <a:t>November 20th, 2025</a:t>
            </a:r>
          </a:p>
        </p:txBody>
      </p:sp>
      <p:sp>
        <p:nvSpPr>
          <p:cNvPr id="6" name="TextBox 6"/>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21211F"/>
                </a:solidFill>
                <a:latin typeface="Arimo Bold"/>
                <a:ea typeface="Arimo Bold"/>
                <a:cs typeface="Arimo Bold"/>
                <a:sym typeface="Arimo Bold"/>
              </a:rPr>
              <a:t>Chiaki Sato</a:t>
            </a:r>
          </a:p>
        </p:txBody>
      </p:sp>
      <p:grpSp>
        <p:nvGrpSpPr>
          <p:cNvPr id="7" name="Group 7"/>
          <p:cNvGrpSpPr/>
          <p:nvPr/>
        </p:nvGrpSpPr>
        <p:grpSpPr>
          <a:xfrm>
            <a:off x="-1503622" y="3043531"/>
            <a:ext cx="7331372" cy="1804461"/>
            <a:chOff x="0" y="0"/>
            <a:chExt cx="1930896" cy="475249"/>
          </a:xfrm>
        </p:grpSpPr>
        <p:sp>
          <p:nvSpPr>
            <p:cNvPr id="8" name="Freeform 8"/>
            <p:cNvSpPr/>
            <p:nvPr/>
          </p:nvSpPr>
          <p:spPr>
            <a:xfrm>
              <a:off x="0" y="0"/>
              <a:ext cx="1930896" cy="475249"/>
            </a:xfrm>
            <a:custGeom>
              <a:avLst/>
              <a:gdLst/>
              <a:ahLst/>
              <a:cxnLst/>
              <a:rect l="l" t="t" r="r" b="b"/>
              <a:pathLst>
                <a:path w="1930896" h="475249">
                  <a:moveTo>
                    <a:pt x="105600" y="0"/>
                  </a:moveTo>
                  <a:lnTo>
                    <a:pt x="1825296" y="0"/>
                  </a:lnTo>
                  <a:cubicBezTo>
                    <a:pt x="1853303" y="0"/>
                    <a:pt x="1880163" y="11126"/>
                    <a:pt x="1899967" y="30929"/>
                  </a:cubicBezTo>
                  <a:cubicBezTo>
                    <a:pt x="1919771" y="50733"/>
                    <a:pt x="1930896" y="77593"/>
                    <a:pt x="1930896" y="105600"/>
                  </a:cubicBezTo>
                  <a:lnTo>
                    <a:pt x="1930896" y="369649"/>
                  </a:lnTo>
                  <a:cubicBezTo>
                    <a:pt x="1930896" y="397656"/>
                    <a:pt x="1919771" y="424516"/>
                    <a:pt x="1899967" y="444319"/>
                  </a:cubicBezTo>
                  <a:cubicBezTo>
                    <a:pt x="1880163" y="464123"/>
                    <a:pt x="1853303" y="475249"/>
                    <a:pt x="1825296" y="475249"/>
                  </a:cubicBezTo>
                  <a:lnTo>
                    <a:pt x="105600" y="475249"/>
                  </a:lnTo>
                  <a:cubicBezTo>
                    <a:pt x="77593" y="475249"/>
                    <a:pt x="50733" y="464123"/>
                    <a:pt x="30929" y="444319"/>
                  </a:cubicBezTo>
                  <a:cubicBezTo>
                    <a:pt x="11126" y="424516"/>
                    <a:pt x="0" y="397656"/>
                    <a:pt x="0" y="369649"/>
                  </a:cubicBezTo>
                  <a:lnTo>
                    <a:pt x="0" y="105600"/>
                  </a:lnTo>
                  <a:cubicBezTo>
                    <a:pt x="0" y="77593"/>
                    <a:pt x="11126" y="50733"/>
                    <a:pt x="30929" y="30929"/>
                  </a:cubicBezTo>
                  <a:cubicBezTo>
                    <a:pt x="50733" y="11126"/>
                    <a:pt x="77593" y="0"/>
                    <a:pt x="105600" y="0"/>
                  </a:cubicBezTo>
                  <a:close/>
                </a:path>
              </a:pathLst>
            </a:custGeom>
            <a:solidFill>
              <a:srgbClr val="A3D435"/>
            </a:solidFill>
          </p:spPr>
        </p:sp>
        <p:sp>
          <p:nvSpPr>
            <p:cNvPr id="9" name="TextBox 9"/>
            <p:cNvSpPr txBox="1"/>
            <p:nvPr/>
          </p:nvSpPr>
          <p:spPr>
            <a:xfrm>
              <a:off x="0" y="-9525"/>
              <a:ext cx="1930896" cy="484774"/>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1028700" y="3440841"/>
            <a:ext cx="4048477" cy="992505"/>
          </a:xfrm>
          <a:prstGeom prst="rect">
            <a:avLst/>
          </a:prstGeom>
        </p:spPr>
        <p:txBody>
          <a:bodyPr lIns="0" tIns="0" rIns="0" bIns="0" rtlCol="0" anchor="t">
            <a:spAutoFit/>
          </a:bodyPr>
          <a:lstStyle/>
          <a:p>
            <a:pPr algn="l">
              <a:lnSpc>
                <a:spcPts val="7200"/>
              </a:lnSpc>
            </a:pPr>
            <a:r>
              <a:rPr lang="en-US" sz="7200" b="1" spc="-215">
                <a:solidFill>
                  <a:srgbClr val="21211F"/>
                </a:solidFill>
                <a:latin typeface="Arimo Bold"/>
                <a:ea typeface="Arimo Bold"/>
                <a:cs typeface="Arimo Bold"/>
                <a:sym typeface="Arimo Bold"/>
              </a:rPr>
              <a:t>Module 3</a:t>
            </a:r>
          </a:p>
        </p:txBody>
      </p:sp>
      <p:sp>
        <p:nvSpPr>
          <p:cNvPr id="11" name="TextBox 11"/>
          <p:cNvSpPr txBox="1"/>
          <p:nvPr/>
        </p:nvSpPr>
        <p:spPr>
          <a:xfrm>
            <a:off x="1028700" y="5248275"/>
            <a:ext cx="6838345" cy="1906905"/>
          </a:xfrm>
          <a:prstGeom prst="rect">
            <a:avLst/>
          </a:prstGeom>
        </p:spPr>
        <p:txBody>
          <a:bodyPr lIns="0" tIns="0" rIns="0" bIns="0" rtlCol="0" anchor="t">
            <a:spAutoFit/>
          </a:bodyPr>
          <a:lstStyle/>
          <a:p>
            <a:pPr algn="l">
              <a:lnSpc>
                <a:spcPts val="7200"/>
              </a:lnSpc>
            </a:pPr>
            <a:r>
              <a:rPr lang="en-US" sz="7200" spc="-215">
                <a:solidFill>
                  <a:srgbClr val="D7FF8A"/>
                </a:solidFill>
                <a:latin typeface="Arimo"/>
                <a:ea typeface="Arimo"/>
                <a:cs typeface="Arimo"/>
                <a:sym typeface="Arimo"/>
              </a:rPr>
              <a:t>Website Layout and Structure</a:t>
            </a:r>
          </a:p>
        </p:txBody>
      </p:sp>
      <p:sp>
        <p:nvSpPr>
          <p:cNvPr id="12" name="TextBox 12"/>
          <p:cNvSpPr txBox="1"/>
          <p:nvPr/>
        </p:nvSpPr>
        <p:spPr>
          <a:xfrm>
            <a:off x="9678079" y="3326541"/>
            <a:ext cx="7581221" cy="254317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3" name="TextBox 13"/>
          <p:cNvSpPr txBox="1"/>
          <p:nvPr/>
        </p:nvSpPr>
        <p:spPr>
          <a:xfrm>
            <a:off x="9678079" y="6289346"/>
            <a:ext cx="7581221" cy="218122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
        <p:nvSpPr>
          <p:cNvPr id="14" name="TextBox 14"/>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15" name="Freeform 15"/>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sp>
        <p:nvSpPr>
          <p:cNvPr id="2" name="TextBox 2"/>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3" name="TextBox 3"/>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FFFFFF"/>
                </a:solidFill>
                <a:latin typeface="Arimo"/>
                <a:ea typeface="Arimo"/>
                <a:cs typeface="Arimo"/>
                <a:sym typeface="Arimo"/>
              </a:rPr>
              <a:t>November 20th, 2025</a:t>
            </a:r>
          </a:p>
        </p:txBody>
      </p:sp>
      <p:sp>
        <p:nvSpPr>
          <p:cNvPr id="4" name="TextBox 4"/>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FFFFFF"/>
                </a:solidFill>
                <a:latin typeface="Arimo Bold"/>
                <a:ea typeface="Arimo Bold"/>
                <a:cs typeface="Arimo Bold"/>
                <a:sym typeface="Arimo Bold"/>
              </a:rPr>
              <a:t>Chiaki Sato</a:t>
            </a:r>
          </a:p>
        </p:txBody>
      </p:sp>
      <p:sp>
        <p:nvSpPr>
          <p:cNvPr id="5" name="TextBox 5"/>
          <p:cNvSpPr txBox="1"/>
          <p:nvPr/>
        </p:nvSpPr>
        <p:spPr>
          <a:xfrm>
            <a:off x="13210823" y="6254115"/>
            <a:ext cx="4048477" cy="992505"/>
          </a:xfrm>
          <a:prstGeom prst="rect">
            <a:avLst/>
          </a:prstGeom>
        </p:spPr>
        <p:txBody>
          <a:bodyPr lIns="0" tIns="0" rIns="0" bIns="0" rtlCol="0" anchor="t">
            <a:spAutoFit/>
          </a:bodyPr>
          <a:lstStyle/>
          <a:p>
            <a:pPr algn="r">
              <a:lnSpc>
                <a:spcPts val="7200"/>
              </a:lnSpc>
            </a:pPr>
            <a:r>
              <a:rPr lang="en-US" sz="7200" b="1" spc="-215">
                <a:solidFill>
                  <a:srgbClr val="A3D435"/>
                </a:solidFill>
                <a:latin typeface="Arimo Bold"/>
                <a:ea typeface="Arimo Bold"/>
                <a:cs typeface="Arimo Bold"/>
                <a:sym typeface="Arimo Bold"/>
              </a:rPr>
              <a:t>Module 4</a:t>
            </a:r>
          </a:p>
        </p:txBody>
      </p:sp>
      <p:sp>
        <p:nvSpPr>
          <p:cNvPr id="6" name="TextBox 6"/>
          <p:cNvSpPr txBox="1"/>
          <p:nvPr/>
        </p:nvSpPr>
        <p:spPr>
          <a:xfrm>
            <a:off x="10593074" y="7351395"/>
            <a:ext cx="6666226" cy="1906905"/>
          </a:xfrm>
          <a:prstGeom prst="rect">
            <a:avLst/>
          </a:prstGeom>
        </p:spPr>
        <p:txBody>
          <a:bodyPr lIns="0" tIns="0" rIns="0" bIns="0" rtlCol="0" anchor="t">
            <a:spAutoFit/>
          </a:bodyPr>
          <a:lstStyle/>
          <a:p>
            <a:pPr algn="r">
              <a:lnSpc>
                <a:spcPts val="7200"/>
              </a:lnSpc>
            </a:pPr>
            <a:r>
              <a:rPr lang="en-US" sz="7200" spc="-215">
                <a:solidFill>
                  <a:srgbClr val="E6EBEB"/>
                </a:solidFill>
                <a:latin typeface="Arimo"/>
                <a:ea typeface="Arimo"/>
                <a:cs typeface="Arimo"/>
                <a:sym typeface="Arimo"/>
              </a:rPr>
              <a:t>Typography in Web Design</a:t>
            </a:r>
          </a:p>
        </p:txBody>
      </p:sp>
      <p:grpSp>
        <p:nvGrpSpPr>
          <p:cNvPr id="7" name="Group 7"/>
          <p:cNvGrpSpPr/>
          <p:nvPr/>
        </p:nvGrpSpPr>
        <p:grpSpPr>
          <a:xfrm>
            <a:off x="1028700" y="2487775"/>
            <a:ext cx="9349685" cy="6770525"/>
            <a:chOff x="0" y="0"/>
            <a:chExt cx="2462469" cy="1783184"/>
          </a:xfrm>
        </p:grpSpPr>
        <p:sp>
          <p:nvSpPr>
            <p:cNvPr id="8" name="Freeform 8"/>
            <p:cNvSpPr/>
            <p:nvPr/>
          </p:nvSpPr>
          <p:spPr>
            <a:xfrm>
              <a:off x="0" y="0"/>
              <a:ext cx="2462468" cy="1783184"/>
            </a:xfrm>
            <a:custGeom>
              <a:avLst/>
              <a:gdLst/>
              <a:ahLst/>
              <a:cxnLst/>
              <a:rect l="l" t="t" r="r" b="b"/>
              <a:pathLst>
                <a:path w="2462468" h="1783184">
                  <a:moveTo>
                    <a:pt x="59619" y="0"/>
                  </a:moveTo>
                  <a:lnTo>
                    <a:pt x="2402850" y="0"/>
                  </a:lnTo>
                  <a:cubicBezTo>
                    <a:pt x="2418661" y="0"/>
                    <a:pt x="2433826" y="6281"/>
                    <a:pt x="2445007" y="17462"/>
                  </a:cubicBezTo>
                  <a:cubicBezTo>
                    <a:pt x="2456187" y="28643"/>
                    <a:pt x="2462468" y="43807"/>
                    <a:pt x="2462468" y="59619"/>
                  </a:cubicBezTo>
                  <a:lnTo>
                    <a:pt x="2462468" y="1723565"/>
                  </a:lnTo>
                  <a:cubicBezTo>
                    <a:pt x="2462468" y="1739377"/>
                    <a:pt x="2456187" y="1754541"/>
                    <a:pt x="2445007" y="1765722"/>
                  </a:cubicBezTo>
                  <a:cubicBezTo>
                    <a:pt x="2433826" y="1776902"/>
                    <a:pt x="2418661" y="1783184"/>
                    <a:pt x="2402850" y="1783184"/>
                  </a:cubicBezTo>
                  <a:lnTo>
                    <a:pt x="59619" y="1783184"/>
                  </a:lnTo>
                  <a:cubicBezTo>
                    <a:pt x="26692" y="1783184"/>
                    <a:pt x="0" y="1756491"/>
                    <a:pt x="0" y="1723565"/>
                  </a:cubicBezTo>
                  <a:lnTo>
                    <a:pt x="0" y="59619"/>
                  </a:lnTo>
                  <a:cubicBezTo>
                    <a:pt x="0" y="43807"/>
                    <a:pt x="6281" y="28643"/>
                    <a:pt x="17462" y="17462"/>
                  </a:cubicBezTo>
                  <a:cubicBezTo>
                    <a:pt x="28643" y="6281"/>
                    <a:pt x="43807" y="0"/>
                    <a:pt x="59619" y="0"/>
                  </a:cubicBezTo>
                  <a:close/>
                </a:path>
              </a:pathLst>
            </a:custGeom>
            <a:solidFill>
              <a:srgbClr val="A3D435"/>
            </a:solidFill>
          </p:spPr>
        </p:sp>
        <p:sp>
          <p:nvSpPr>
            <p:cNvPr id="9" name="TextBox 9"/>
            <p:cNvSpPr txBox="1"/>
            <p:nvPr/>
          </p:nvSpPr>
          <p:spPr>
            <a:xfrm>
              <a:off x="0" y="-9525"/>
              <a:ext cx="2462469" cy="1792709"/>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1912932" y="3326541"/>
            <a:ext cx="7581221" cy="254317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1" name="TextBox 11"/>
          <p:cNvSpPr txBox="1"/>
          <p:nvPr/>
        </p:nvSpPr>
        <p:spPr>
          <a:xfrm>
            <a:off x="1912932" y="6289346"/>
            <a:ext cx="7581221" cy="218122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
        <p:nvSpPr>
          <p:cNvPr id="12" name="Freeform 12"/>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21211F"/>
                </a:solidFill>
                <a:latin typeface="Arimo"/>
                <a:ea typeface="Arimo"/>
                <a:cs typeface="Arimo"/>
                <a:sym typeface="Arimo"/>
              </a:rPr>
              <a:t>November 20th, 2025</a:t>
            </a:r>
          </a:p>
        </p:txBody>
      </p:sp>
      <p:sp>
        <p:nvSpPr>
          <p:cNvPr id="3" name="TextBox 3"/>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21211F"/>
                </a:solidFill>
                <a:latin typeface="Arimo Bold"/>
                <a:ea typeface="Arimo Bold"/>
                <a:cs typeface="Arimo Bold"/>
                <a:sym typeface="Arimo Bold"/>
              </a:rPr>
              <a:t>Chiaki Sato</a:t>
            </a:r>
          </a:p>
        </p:txBody>
      </p:sp>
      <p:sp>
        <p:nvSpPr>
          <p:cNvPr id="4" name="TextBox 4"/>
          <p:cNvSpPr txBox="1"/>
          <p:nvPr/>
        </p:nvSpPr>
        <p:spPr>
          <a:xfrm>
            <a:off x="2162064" y="1288026"/>
            <a:ext cx="2023428" cy="478548"/>
          </a:xfrm>
          <a:prstGeom prst="rect">
            <a:avLst/>
          </a:prstGeom>
        </p:spPr>
        <p:txBody>
          <a:bodyPr lIns="0" tIns="0" rIns="0" bIns="0" rtlCol="0" anchor="t">
            <a:spAutoFit/>
          </a:bodyPr>
          <a:lstStyle/>
          <a:p>
            <a:pPr algn="l">
              <a:lnSpc>
                <a:spcPts val="3595"/>
              </a:lnSpc>
            </a:pPr>
            <a:r>
              <a:rPr lang="en-US" sz="3595" spc="-107">
                <a:solidFill>
                  <a:srgbClr val="21211F"/>
                </a:solidFill>
                <a:latin typeface="Radio"/>
                <a:ea typeface="Radio"/>
                <a:cs typeface="Radio"/>
                <a:sym typeface="Radio"/>
              </a:rPr>
              <a:t>Larana, Inc.</a:t>
            </a:r>
          </a:p>
        </p:txBody>
      </p:sp>
      <p:grpSp>
        <p:nvGrpSpPr>
          <p:cNvPr id="5" name="Group 5"/>
          <p:cNvGrpSpPr/>
          <p:nvPr/>
        </p:nvGrpSpPr>
        <p:grpSpPr>
          <a:xfrm>
            <a:off x="1028700" y="2487775"/>
            <a:ext cx="8115300" cy="10304983"/>
            <a:chOff x="0" y="0"/>
            <a:chExt cx="2137363" cy="2714070"/>
          </a:xfrm>
        </p:grpSpPr>
        <p:sp>
          <p:nvSpPr>
            <p:cNvPr id="6" name="Freeform 6"/>
            <p:cNvSpPr/>
            <p:nvPr/>
          </p:nvSpPr>
          <p:spPr>
            <a:xfrm>
              <a:off x="0" y="0"/>
              <a:ext cx="2137363" cy="2714070"/>
            </a:xfrm>
            <a:custGeom>
              <a:avLst/>
              <a:gdLst/>
              <a:ahLst/>
              <a:cxnLst/>
              <a:rect l="l" t="t" r="r" b="b"/>
              <a:pathLst>
                <a:path w="2137363" h="2714070">
                  <a:moveTo>
                    <a:pt x="68687" y="0"/>
                  </a:moveTo>
                  <a:lnTo>
                    <a:pt x="2068676" y="0"/>
                  </a:lnTo>
                  <a:cubicBezTo>
                    <a:pt x="2086893" y="0"/>
                    <a:pt x="2104364" y="7237"/>
                    <a:pt x="2117245" y="20118"/>
                  </a:cubicBezTo>
                  <a:cubicBezTo>
                    <a:pt x="2130126" y="32999"/>
                    <a:pt x="2137363" y="50470"/>
                    <a:pt x="2137363" y="68687"/>
                  </a:cubicBezTo>
                  <a:lnTo>
                    <a:pt x="2137363" y="2645383"/>
                  </a:lnTo>
                  <a:cubicBezTo>
                    <a:pt x="2137363" y="2663599"/>
                    <a:pt x="2130126" y="2681070"/>
                    <a:pt x="2117245" y="2693952"/>
                  </a:cubicBezTo>
                  <a:cubicBezTo>
                    <a:pt x="2104364" y="2706833"/>
                    <a:pt x="2086893" y="2714070"/>
                    <a:pt x="2068676" y="2714070"/>
                  </a:cubicBezTo>
                  <a:lnTo>
                    <a:pt x="68687" y="2714070"/>
                  </a:lnTo>
                  <a:cubicBezTo>
                    <a:pt x="50470" y="2714070"/>
                    <a:pt x="32999" y="2706833"/>
                    <a:pt x="20118" y="2693952"/>
                  </a:cubicBezTo>
                  <a:cubicBezTo>
                    <a:pt x="7237" y="2681070"/>
                    <a:pt x="0" y="2663599"/>
                    <a:pt x="0" y="2645383"/>
                  </a:cubicBezTo>
                  <a:lnTo>
                    <a:pt x="0" y="68687"/>
                  </a:lnTo>
                  <a:cubicBezTo>
                    <a:pt x="0" y="50470"/>
                    <a:pt x="7237" y="32999"/>
                    <a:pt x="20118" y="20118"/>
                  </a:cubicBezTo>
                  <a:cubicBezTo>
                    <a:pt x="32999" y="7237"/>
                    <a:pt x="50470" y="0"/>
                    <a:pt x="68687" y="0"/>
                  </a:cubicBezTo>
                  <a:close/>
                </a:path>
              </a:pathLst>
            </a:custGeom>
            <a:solidFill>
              <a:srgbClr val="A3D435"/>
            </a:solidFill>
          </p:spPr>
        </p:sp>
        <p:sp>
          <p:nvSpPr>
            <p:cNvPr id="7" name="TextBox 7"/>
            <p:cNvSpPr txBox="1"/>
            <p:nvPr/>
          </p:nvSpPr>
          <p:spPr>
            <a:xfrm>
              <a:off x="0" y="-9525"/>
              <a:ext cx="2137363" cy="2723595"/>
            </a:xfrm>
            <a:prstGeom prst="rect">
              <a:avLst/>
            </a:prstGeom>
          </p:spPr>
          <p:txBody>
            <a:bodyPr lIns="50800" tIns="50800" rIns="50800" bIns="50800" rtlCol="0" anchor="ctr"/>
            <a:lstStyle/>
            <a:p>
              <a:pPr algn="ctr">
                <a:lnSpc>
                  <a:spcPts val="2879"/>
                </a:lnSpc>
              </a:pPr>
              <a:endParaRPr/>
            </a:p>
          </p:txBody>
        </p:sp>
      </p:grpSp>
      <p:grpSp>
        <p:nvGrpSpPr>
          <p:cNvPr id="8" name="Group 8"/>
          <p:cNvGrpSpPr/>
          <p:nvPr/>
        </p:nvGrpSpPr>
        <p:grpSpPr>
          <a:xfrm>
            <a:off x="519807" y="3704624"/>
            <a:ext cx="7331372" cy="1804461"/>
            <a:chOff x="0" y="0"/>
            <a:chExt cx="1930896" cy="475249"/>
          </a:xfrm>
        </p:grpSpPr>
        <p:sp>
          <p:nvSpPr>
            <p:cNvPr id="9" name="Freeform 9"/>
            <p:cNvSpPr/>
            <p:nvPr/>
          </p:nvSpPr>
          <p:spPr>
            <a:xfrm>
              <a:off x="0" y="0"/>
              <a:ext cx="1930896" cy="475249"/>
            </a:xfrm>
            <a:custGeom>
              <a:avLst/>
              <a:gdLst/>
              <a:ahLst/>
              <a:cxnLst/>
              <a:rect l="l" t="t" r="r" b="b"/>
              <a:pathLst>
                <a:path w="1930896" h="475249">
                  <a:moveTo>
                    <a:pt x="105600" y="0"/>
                  </a:moveTo>
                  <a:lnTo>
                    <a:pt x="1825296" y="0"/>
                  </a:lnTo>
                  <a:cubicBezTo>
                    <a:pt x="1853303" y="0"/>
                    <a:pt x="1880163" y="11126"/>
                    <a:pt x="1899967" y="30929"/>
                  </a:cubicBezTo>
                  <a:cubicBezTo>
                    <a:pt x="1919771" y="50733"/>
                    <a:pt x="1930896" y="77593"/>
                    <a:pt x="1930896" y="105600"/>
                  </a:cubicBezTo>
                  <a:lnTo>
                    <a:pt x="1930896" y="369649"/>
                  </a:lnTo>
                  <a:cubicBezTo>
                    <a:pt x="1930896" y="397656"/>
                    <a:pt x="1919771" y="424516"/>
                    <a:pt x="1899967" y="444319"/>
                  </a:cubicBezTo>
                  <a:cubicBezTo>
                    <a:pt x="1880163" y="464123"/>
                    <a:pt x="1853303" y="475249"/>
                    <a:pt x="1825296" y="475249"/>
                  </a:cubicBezTo>
                  <a:lnTo>
                    <a:pt x="105600" y="475249"/>
                  </a:lnTo>
                  <a:cubicBezTo>
                    <a:pt x="77593" y="475249"/>
                    <a:pt x="50733" y="464123"/>
                    <a:pt x="30929" y="444319"/>
                  </a:cubicBezTo>
                  <a:cubicBezTo>
                    <a:pt x="11126" y="424516"/>
                    <a:pt x="0" y="397656"/>
                    <a:pt x="0" y="369649"/>
                  </a:cubicBezTo>
                  <a:lnTo>
                    <a:pt x="0" y="105600"/>
                  </a:lnTo>
                  <a:cubicBezTo>
                    <a:pt x="0" y="77593"/>
                    <a:pt x="11126" y="50733"/>
                    <a:pt x="30929" y="30929"/>
                  </a:cubicBezTo>
                  <a:cubicBezTo>
                    <a:pt x="50733" y="11126"/>
                    <a:pt x="77593" y="0"/>
                    <a:pt x="105600" y="0"/>
                  </a:cubicBezTo>
                  <a:close/>
                </a:path>
              </a:pathLst>
            </a:custGeom>
            <a:solidFill>
              <a:srgbClr val="21211F"/>
            </a:solidFill>
          </p:spPr>
        </p:sp>
        <p:sp>
          <p:nvSpPr>
            <p:cNvPr id="10" name="TextBox 10"/>
            <p:cNvSpPr txBox="1"/>
            <p:nvPr/>
          </p:nvSpPr>
          <p:spPr>
            <a:xfrm>
              <a:off x="0" y="-9525"/>
              <a:ext cx="1930896" cy="484774"/>
            </a:xfrm>
            <a:prstGeom prst="rect">
              <a:avLst/>
            </a:prstGeom>
          </p:spPr>
          <p:txBody>
            <a:bodyPr lIns="50800" tIns="50800" rIns="50800" bIns="50800" rtlCol="0" anchor="ctr"/>
            <a:lstStyle/>
            <a:p>
              <a:pPr algn="ctr">
                <a:lnSpc>
                  <a:spcPts val="2879"/>
                </a:lnSpc>
              </a:pPr>
              <a:endParaRPr/>
            </a:p>
          </p:txBody>
        </p:sp>
      </p:grpSp>
      <p:sp>
        <p:nvSpPr>
          <p:cNvPr id="11" name="Freeform 11"/>
          <p:cNvSpPr/>
          <p:nvPr/>
        </p:nvSpPr>
        <p:spPr>
          <a:xfrm>
            <a:off x="6233730" y="3997159"/>
            <a:ext cx="1216121" cy="1216121"/>
          </a:xfrm>
          <a:custGeom>
            <a:avLst/>
            <a:gdLst/>
            <a:ahLst/>
            <a:cxnLst/>
            <a:rect l="l" t="t" r="r" b="b"/>
            <a:pathLst>
              <a:path w="1216121" h="1216121">
                <a:moveTo>
                  <a:pt x="0" y="0"/>
                </a:moveTo>
                <a:lnTo>
                  <a:pt x="1216121" y="0"/>
                </a:lnTo>
                <a:lnTo>
                  <a:pt x="1216121" y="1216121"/>
                </a:lnTo>
                <a:lnTo>
                  <a:pt x="0" y="12161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1521727" y="4101934"/>
            <a:ext cx="4048477" cy="992505"/>
          </a:xfrm>
          <a:prstGeom prst="rect">
            <a:avLst/>
          </a:prstGeom>
        </p:spPr>
        <p:txBody>
          <a:bodyPr lIns="0" tIns="0" rIns="0" bIns="0" rtlCol="0" anchor="t">
            <a:spAutoFit/>
          </a:bodyPr>
          <a:lstStyle/>
          <a:p>
            <a:pPr algn="l">
              <a:lnSpc>
                <a:spcPts val="7200"/>
              </a:lnSpc>
            </a:pPr>
            <a:r>
              <a:rPr lang="en-US" sz="7200" b="1" spc="-215">
                <a:solidFill>
                  <a:srgbClr val="FFFFFF"/>
                </a:solidFill>
                <a:latin typeface="Arimo Bold"/>
                <a:ea typeface="Arimo Bold"/>
                <a:cs typeface="Arimo Bold"/>
                <a:sym typeface="Arimo Bold"/>
              </a:rPr>
              <a:t>Module 5</a:t>
            </a:r>
          </a:p>
        </p:txBody>
      </p:sp>
      <p:sp>
        <p:nvSpPr>
          <p:cNvPr id="13" name="TextBox 13"/>
          <p:cNvSpPr txBox="1"/>
          <p:nvPr/>
        </p:nvSpPr>
        <p:spPr>
          <a:xfrm>
            <a:off x="1521727" y="6029677"/>
            <a:ext cx="6289162" cy="2821305"/>
          </a:xfrm>
          <a:prstGeom prst="rect">
            <a:avLst/>
          </a:prstGeom>
        </p:spPr>
        <p:txBody>
          <a:bodyPr lIns="0" tIns="0" rIns="0" bIns="0" rtlCol="0" anchor="t">
            <a:spAutoFit/>
          </a:bodyPr>
          <a:lstStyle/>
          <a:p>
            <a:pPr algn="l">
              <a:lnSpc>
                <a:spcPts val="7200"/>
              </a:lnSpc>
            </a:pPr>
            <a:r>
              <a:rPr lang="en-US" sz="7200" spc="-215">
                <a:solidFill>
                  <a:srgbClr val="21211F"/>
                </a:solidFill>
                <a:latin typeface="Arimo"/>
                <a:ea typeface="Arimo"/>
                <a:cs typeface="Arimo"/>
                <a:sym typeface="Arimo"/>
              </a:rPr>
              <a:t>Color Theory and Visual Elements</a:t>
            </a:r>
          </a:p>
        </p:txBody>
      </p:sp>
      <p:grpSp>
        <p:nvGrpSpPr>
          <p:cNvPr id="14" name="Group 14"/>
          <p:cNvGrpSpPr/>
          <p:nvPr/>
        </p:nvGrpSpPr>
        <p:grpSpPr>
          <a:xfrm>
            <a:off x="9526441" y="2487775"/>
            <a:ext cx="7732859" cy="10304983"/>
            <a:chOff x="0" y="0"/>
            <a:chExt cx="2036638" cy="2714070"/>
          </a:xfrm>
        </p:grpSpPr>
        <p:sp>
          <p:nvSpPr>
            <p:cNvPr id="15" name="Freeform 15"/>
            <p:cNvSpPr/>
            <p:nvPr/>
          </p:nvSpPr>
          <p:spPr>
            <a:xfrm>
              <a:off x="0" y="0"/>
              <a:ext cx="2036638" cy="2714070"/>
            </a:xfrm>
            <a:custGeom>
              <a:avLst/>
              <a:gdLst/>
              <a:ahLst/>
              <a:cxnLst/>
              <a:rect l="l" t="t" r="r" b="b"/>
              <a:pathLst>
                <a:path w="2036638" h="2714070">
                  <a:moveTo>
                    <a:pt x="72084" y="0"/>
                  </a:moveTo>
                  <a:lnTo>
                    <a:pt x="1964553" y="0"/>
                  </a:lnTo>
                  <a:cubicBezTo>
                    <a:pt x="1983671" y="0"/>
                    <a:pt x="2002006" y="7595"/>
                    <a:pt x="2015525" y="21113"/>
                  </a:cubicBezTo>
                  <a:cubicBezTo>
                    <a:pt x="2029043" y="34631"/>
                    <a:pt x="2036638" y="52966"/>
                    <a:pt x="2036638" y="72084"/>
                  </a:cubicBezTo>
                  <a:lnTo>
                    <a:pt x="2036638" y="2641985"/>
                  </a:lnTo>
                  <a:cubicBezTo>
                    <a:pt x="2036638" y="2661103"/>
                    <a:pt x="2029043" y="2679438"/>
                    <a:pt x="2015525" y="2692957"/>
                  </a:cubicBezTo>
                  <a:cubicBezTo>
                    <a:pt x="2002006" y="2706475"/>
                    <a:pt x="1983671" y="2714070"/>
                    <a:pt x="1964553" y="2714070"/>
                  </a:cubicBezTo>
                  <a:lnTo>
                    <a:pt x="72084" y="2714070"/>
                  </a:lnTo>
                  <a:cubicBezTo>
                    <a:pt x="52966" y="2714070"/>
                    <a:pt x="34631" y="2706475"/>
                    <a:pt x="21113" y="2692957"/>
                  </a:cubicBezTo>
                  <a:cubicBezTo>
                    <a:pt x="7595" y="2679438"/>
                    <a:pt x="0" y="2661103"/>
                    <a:pt x="0" y="2641985"/>
                  </a:cubicBezTo>
                  <a:lnTo>
                    <a:pt x="0" y="72084"/>
                  </a:lnTo>
                  <a:cubicBezTo>
                    <a:pt x="0" y="52966"/>
                    <a:pt x="7595" y="34631"/>
                    <a:pt x="21113" y="21113"/>
                  </a:cubicBezTo>
                  <a:cubicBezTo>
                    <a:pt x="34631" y="7595"/>
                    <a:pt x="52966" y="0"/>
                    <a:pt x="72084" y="0"/>
                  </a:cubicBezTo>
                  <a:close/>
                </a:path>
              </a:pathLst>
            </a:custGeom>
            <a:solidFill>
              <a:srgbClr val="21211F"/>
            </a:solidFill>
          </p:spPr>
        </p:sp>
        <p:sp>
          <p:nvSpPr>
            <p:cNvPr id="16" name="TextBox 16"/>
            <p:cNvSpPr txBox="1"/>
            <p:nvPr/>
          </p:nvSpPr>
          <p:spPr>
            <a:xfrm>
              <a:off x="0" y="-9525"/>
              <a:ext cx="2036638" cy="2723595"/>
            </a:xfrm>
            <a:prstGeom prst="rect">
              <a:avLst/>
            </a:prstGeom>
          </p:spPr>
          <p:txBody>
            <a:bodyPr lIns="50800" tIns="50800" rIns="50800" bIns="50800" rtlCol="0" anchor="ctr"/>
            <a:lstStyle/>
            <a:p>
              <a:pPr algn="ctr">
                <a:lnSpc>
                  <a:spcPts val="2879"/>
                </a:lnSpc>
              </a:pPr>
              <a:endParaRPr/>
            </a:p>
          </p:txBody>
        </p:sp>
      </p:grpSp>
      <p:sp>
        <p:nvSpPr>
          <p:cNvPr id="17" name="TextBox 17"/>
          <p:cNvSpPr txBox="1"/>
          <p:nvPr/>
        </p:nvSpPr>
        <p:spPr>
          <a:xfrm>
            <a:off x="10249592" y="3345002"/>
            <a:ext cx="6286556" cy="348942"/>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@powerpointrus</a:t>
            </a:r>
            <a:endParaRPr lang="en-US" sz="2400" spc="-72" dirty="0">
              <a:solidFill>
                <a:srgbClr val="FFFFFF"/>
              </a:solidFill>
              <a:latin typeface="Arimo"/>
              <a:ea typeface="Arimo"/>
              <a:cs typeface="Arimo"/>
              <a:sym typeface="Arimo"/>
            </a:endParaRPr>
          </a:p>
        </p:txBody>
      </p:sp>
      <p:sp>
        <p:nvSpPr>
          <p:cNvPr id="18" name="TextBox 18"/>
          <p:cNvSpPr txBox="1"/>
          <p:nvPr/>
        </p:nvSpPr>
        <p:spPr>
          <a:xfrm>
            <a:off x="10249592" y="6921217"/>
            <a:ext cx="6286556" cy="254317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
        <p:nvSpPr>
          <p:cNvPr id="19" name="Freeform 19"/>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7FF8A"/>
        </a:solidFill>
        <a:effectLst/>
      </p:bgPr>
    </p:bg>
    <p:spTree>
      <p:nvGrpSpPr>
        <p:cNvPr id="1" name=""/>
        <p:cNvGrpSpPr/>
        <p:nvPr/>
      </p:nvGrpSpPr>
      <p:grpSpPr>
        <a:xfrm>
          <a:off x="0" y="0"/>
          <a:ext cx="0" cy="0"/>
          <a:chOff x="0" y="0"/>
          <a:chExt cx="0" cy="0"/>
        </a:xfrm>
      </p:grpSpPr>
      <p:sp>
        <p:nvSpPr>
          <p:cNvPr id="2" name="TextBox 2"/>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21211F"/>
                </a:solidFill>
                <a:latin typeface="Arimo"/>
                <a:ea typeface="Arimo"/>
                <a:cs typeface="Arimo"/>
                <a:sym typeface="Arimo"/>
              </a:rPr>
              <a:t>November 20th, 2025</a:t>
            </a:r>
          </a:p>
        </p:txBody>
      </p:sp>
      <p:sp>
        <p:nvSpPr>
          <p:cNvPr id="3" name="TextBox 3"/>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21211F"/>
                </a:solidFill>
                <a:latin typeface="Arimo Bold"/>
                <a:ea typeface="Arimo Bold"/>
                <a:cs typeface="Arimo Bold"/>
                <a:sym typeface="Arimo Bold"/>
              </a:rPr>
              <a:t>Chiaki Sato</a:t>
            </a:r>
          </a:p>
        </p:txBody>
      </p:sp>
      <p:sp>
        <p:nvSpPr>
          <p:cNvPr id="4" name="TextBox 4"/>
          <p:cNvSpPr txBox="1"/>
          <p:nvPr/>
        </p:nvSpPr>
        <p:spPr>
          <a:xfrm>
            <a:off x="2162064" y="1288026"/>
            <a:ext cx="2023428" cy="478548"/>
          </a:xfrm>
          <a:prstGeom prst="rect">
            <a:avLst/>
          </a:prstGeom>
        </p:spPr>
        <p:txBody>
          <a:bodyPr lIns="0" tIns="0" rIns="0" bIns="0" rtlCol="0" anchor="t">
            <a:spAutoFit/>
          </a:bodyPr>
          <a:lstStyle/>
          <a:p>
            <a:pPr algn="l">
              <a:lnSpc>
                <a:spcPts val="3595"/>
              </a:lnSpc>
            </a:pPr>
            <a:r>
              <a:rPr lang="en-US" sz="3595" spc="-107">
                <a:solidFill>
                  <a:srgbClr val="21211F"/>
                </a:solidFill>
                <a:latin typeface="Radio"/>
                <a:ea typeface="Radio"/>
                <a:cs typeface="Radio"/>
                <a:sym typeface="Radio"/>
              </a:rPr>
              <a:t>Larana, Inc.</a:t>
            </a:r>
          </a:p>
        </p:txBody>
      </p:sp>
      <p:grpSp>
        <p:nvGrpSpPr>
          <p:cNvPr id="5" name="Group 5"/>
          <p:cNvGrpSpPr/>
          <p:nvPr/>
        </p:nvGrpSpPr>
        <p:grpSpPr>
          <a:xfrm>
            <a:off x="1028700" y="7453839"/>
            <a:ext cx="16230600" cy="1804461"/>
            <a:chOff x="0" y="0"/>
            <a:chExt cx="4274726" cy="475249"/>
          </a:xfrm>
        </p:grpSpPr>
        <p:sp>
          <p:nvSpPr>
            <p:cNvPr id="6" name="Freeform 6"/>
            <p:cNvSpPr/>
            <p:nvPr/>
          </p:nvSpPr>
          <p:spPr>
            <a:xfrm>
              <a:off x="0" y="0"/>
              <a:ext cx="4274726" cy="475249"/>
            </a:xfrm>
            <a:custGeom>
              <a:avLst/>
              <a:gdLst/>
              <a:ahLst/>
              <a:cxnLst/>
              <a:rect l="l" t="t" r="r" b="b"/>
              <a:pathLst>
                <a:path w="4274726" h="475249">
                  <a:moveTo>
                    <a:pt x="47700" y="0"/>
                  </a:moveTo>
                  <a:lnTo>
                    <a:pt x="4227026" y="0"/>
                  </a:lnTo>
                  <a:cubicBezTo>
                    <a:pt x="4239677" y="0"/>
                    <a:pt x="4251809" y="5025"/>
                    <a:pt x="4260755" y="13971"/>
                  </a:cubicBezTo>
                  <a:cubicBezTo>
                    <a:pt x="4269700" y="22916"/>
                    <a:pt x="4274726" y="35049"/>
                    <a:pt x="4274726" y="47700"/>
                  </a:cubicBezTo>
                  <a:lnTo>
                    <a:pt x="4274726" y="427549"/>
                  </a:lnTo>
                  <a:cubicBezTo>
                    <a:pt x="4274726" y="440200"/>
                    <a:pt x="4269700" y="452333"/>
                    <a:pt x="4260755" y="461278"/>
                  </a:cubicBezTo>
                  <a:cubicBezTo>
                    <a:pt x="4251809" y="470224"/>
                    <a:pt x="4239677" y="475249"/>
                    <a:pt x="4227026" y="475249"/>
                  </a:cubicBezTo>
                  <a:lnTo>
                    <a:pt x="47700" y="475249"/>
                  </a:lnTo>
                  <a:cubicBezTo>
                    <a:pt x="35049" y="475249"/>
                    <a:pt x="22916" y="470224"/>
                    <a:pt x="13971" y="461278"/>
                  </a:cubicBezTo>
                  <a:cubicBezTo>
                    <a:pt x="5025" y="452333"/>
                    <a:pt x="0" y="440200"/>
                    <a:pt x="0" y="427549"/>
                  </a:cubicBezTo>
                  <a:lnTo>
                    <a:pt x="0" y="47700"/>
                  </a:lnTo>
                  <a:cubicBezTo>
                    <a:pt x="0" y="35049"/>
                    <a:pt x="5025" y="22916"/>
                    <a:pt x="13971" y="13971"/>
                  </a:cubicBezTo>
                  <a:cubicBezTo>
                    <a:pt x="22916" y="5025"/>
                    <a:pt x="35049" y="0"/>
                    <a:pt x="47700" y="0"/>
                  </a:cubicBezTo>
                  <a:close/>
                </a:path>
              </a:pathLst>
            </a:custGeom>
            <a:solidFill>
              <a:srgbClr val="21211F"/>
            </a:solidFill>
          </p:spPr>
        </p:sp>
        <p:sp>
          <p:nvSpPr>
            <p:cNvPr id="7" name="TextBox 7"/>
            <p:cNvSpPr txBox="1"/>
            <p:nvPr/>
          </p:nvSpPr>
          <p:spPr>
            <a:xfrm>
              <a:off x="0" y="-9525"/>
              <a:ext cx="4274726" cy="484774"/>
            </a:xfrm>
            <a:prstGeom prst="rect">
              <a:avLst/>
            </a:prstGeom>
          </p:spPr>
          <p:txBody>
            <a:bodyPr lIns="50800" tIns="50800" rIns="50800" bIns="50800" rtlCol="0" anchor="ctr"/>
            <a:lstStyle/>
            <a:p>
              <a:pPr algn="ctr">
                <a:lnSpc>
                  <a:spcPts val="2879"/>
                </a:lnSpc>
              </a:pPr>
              <a:endParaRPr/>
            </a:p>
          </p:txBody>
        </p:sp>
      </p:grpSp>
      <p:sp>
        <p:nvSpPr>
          <p:cNvPr id="8" name="TextBox 8"/>
          <p:cNvSpPr txBox="1"/>
          <p:nvPr/>
        </p:nvSpPr>
        <p:spPr>
          <a:xfrm>
            <a:off x="1696098" y="7912204"/>
            <a:ext cx="4048477" cy="992505"/>
          </a:xfrm>
          <a:prstGeom prst="rect">
            <a:avLst/>
          </a:prstGeom>
        </p:spPr>
        <p:txBody>
          <a:bodyPr lIns="0" tIns="0" rIns="0" bIns="0" rtlCol="0" anchor="t">
            <a:spAutoFit/>
          </a:bodyPr>
          <a:lstStyle/>
          <a:p>
            <a:pPr algn="l">
              <a:lnSpc>
                <a:spcPts val="7200"/>
              </a:lnSpc>
            </a:pPr>
            <a:r>
              <a:rPr lang="en-US" sz="7200" b="1" spc="-215">
                <a:solidFill>
                  <a:srgbClr val="FFFFFF"/>
                </a:solidFill>
                <a:latin typeface="Arimo Bold"/>
                <a:ea typeface="Arimo Bold"/>
                <a:cs typeface="Arimo Bold"/>
                <a:sym typeface="Arimo Bold"/>
              </a:rPr>
              <a:t>Module 6 </a:t>
            </a:r>
          </a:p>
        </p:txBody>
      </p:sp>
      <p:sp>
        <p:nvSpPr>
          <p:cNvPr id="9" name="TextBox 9"/>
          <p:cNvSpPr txBox="1"/>
          <p:nvPr/>
        </p:nvSpPr>
        <p:spPr>
          <a:xfrm>
            <a:off x="7214964" y="7912204"/>
            <a:ext cx="9376937" cy="992505"/>
          </a:xfrm>
          <a:prstGeom prst="rect">
            <a:avLst/>
          </a:prstGeom>
        </p:spPr>
        <p:txBody>
          <a:bodyPr lIns="0" tIns="0" rIns="0" bIns="0" rtlCol="0" anchor="t">
            <a:spAutoFit/>
          </a:bodyPr>
          <a:lstStyle/>
          <a:p>
            <a:pPr algn="r">
              <a:lnSpc>
                <a:spcPts val="7200"/>
              </a:lnSpc>
            </a:pPr>
            <a:r>
              <a:rPr lang="en-US" sz="7200" spc="-215">
                <a:solidFill>
                  <a:srgbClr val="A3D435"/>
                </a:solidFill>
                <a:latin typeface="Arimo"/>
                <a:ea typeface="Arimo"/>
                <a:cs typeface="Arimo"/>
                <a:sym typeface="Arimo"/>
              </a:rPr>
              <a:t>Responsive Design</a:t>
            </a:r>
          </a:p>
        </p:txBody>
      </p:sp>
      <p:grpSp>
        <p:nvGrpSpPr>
          <p:cNvPr id="10" name="Group 10"/>
          <p:cNvGrpSpPr/>
          <p:nvPr/>
        </p:nvGrpSpPr>
        <p:grpSpPr>
          <a:xfrm>
            <a:off x="1028700" y="2639948"/>
            <a:ext cx="16230600" cy="4247468"/>
            <a:chOff x="0" y="0"/>
            <a:chExt cx="4274726" cy="1118675"/>
          </a:xfrm>
        </p:grpSpPr>
        <p:sp>
          <p:nvSpPr>
            <p:cNvPr id="11" name="Freeform 11"/>
            <p:cNvSpPr/>
            <p:nvPr/>
          </p:nvSpPr>
          <p:spPr>
            <a:xfrm>
              <a:off x="0" y="0"/>
              <a:ext cx="4274726" cy="1118675"/>
            </a:xfrm>
            <a:custGeom>
              <a:avLst/>
              <a:gdLst/>
              <a:ahLst/>
              <a:cxnLst/>
              <a:rect l="l" t="t" r="r" b="b"/>
              <a:pathLst>
                <a:path w="4274726" h="1118675">
                  <a:moveTo>
                    <a:pt x="34344" y="0"/>
                  </a:moveTo>
                  <a:lnTo>
                    <a:pt x="4240382" y="0"/>
                  </a:lnTo>
                  <a:cubicBezTo>
                    <a:pt x="4249491" y="0"/>
                    <a:pt x="4258226" y="3618"/>
                    <a:pt x="4264667" y="10059"/>
                  </a:cubicBezTo>
                  <a:cubicBezTo>
                    <a:pt x="4271108" y="16500"/>
                    <a:pt x="4274726" y="25235"/>
                    <a:pt x="4274726" y="34344"/>
                  </a:cubicBezTo>
                  <a:lnTo>
                    <a:pt x="4274726" y="1084331"/>
                  </a:lnTo>
                  <a:cubicBezTo>
                    <a:pt x="4274726" y="1103298"/>
                    <a:pt x="4259350" y="1118675"/>
                    <a:pt x="4240382" y="1118675"/>
                  </a:cubicBezTo>
                  <a:lnTo>
                    <a:pt x="34344" y="1118675"/>
                  </a:lnTo>
                  <a:cubicBezTo>
                    <a:pt x="25235" y="1118675"/>
                    <a:pt x="16500" y="1115056"/>
                    <a:pt x="10059" y="1108616"/>
                  </a:cubicBezTo>
                  <a:cubicBezTo>
                    <a:pt x="3618" y="1102175"/>
                    <a:pt x="0" y="1093439"/>
                    <a:pt x="0" y="1084331"/>
                  </a:cubicBezTo>
                  <a:lnTo>
                    <a:pt x="0" y="34344"/>
                  </a:lnTo>
                  <a:cubicBezTo>
                    <a:pt x="0" y="25235"/>
                    <a:pt x="3618" y="16500"/>
                    <a:pt x="10059" y="10059"/>
                  </a:cubicBezTo>
                  <a:cubicBezTo>
                    <a:pt x="16500" y="3618"/>
                    <a:pt x="25235" y="0"/>
                    <a:pt x="34344" y="0"/>
                  </a:cubicBezTo>
                  <a:close/>
                </a:path>
              </a:pathLst>
            </a:custGeom>
            <a:solidFill>
              <a:srgbClr val="FFFFFF"/>
            </a:solidFill>
          </p:spPr>
        </p:sp>
        <p:sp>
          <p:nvSpPr>
            <p:cNvPr id="12" name="TextBox 12"/>
            <p:cNvSpPr txBox="1"/>
            <p:nvPr/>
          </p:nvSpPr>
          <p:spPr>
            <a:xfrm>
              <a:off x="0" y="-9525"/>
              <a:ext cx="4274726" cy="1128200"/>
            </a:xfrm>
            <a:prstGeom prst="rect">
              <a:avLst/>
            </a:prstGeom>
          </p:spPr>
          <p:txBody>
            <a:bodyPr lIns="50800" tIns="50800" rIns="50800" bIns="50800" rtlCol="0" anchor="ctr"/>
            <a:lstStyle/>
            <a:p>
              <a:pPr algn="ctr">
                <a:lnSpc>
                  <a:spcPts val="2879"/>
                </a:lnSpc>
              </a:pPr>
              <a:endParaRPr/>
            </a:p>
          </p:txBody>
        </p:sp>
      </p:grpSp>
      <p:sp>
        <p:nvSpPr>
          <p:cNvPr id="13" name="TextBox 13"/>
          <p:cNvSpPr txBox="1"/>
          <p:nvPr/>
        </p:nvSpPr>
        <p:spPr>
          <a:xfrm>
            <a:off x="1775762" y="3306357"/>
            <a:ext cx="7225983" cy="290512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4" name="TextBox 14"/>
          <p:cNvSpPr txBox="1"/>
          <p:nvPr/>
        </p:nvSpPr>
        <p:spPr>
          <a:xfrm>
            <a:off x="9622762" y="3306357"/>
            <a:ext cx="6889476" cy="290512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Quisque vehicula lacus varius tincidunt ultricies.</a:t>
            </a:r>
          </a:p>
        </p:txBody>
      </p:sp>
      <p:sp>
        <p:nvSpPr>
          <p:cNvPr id="15" name="Freeform 15"/>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grpSp>
        <p:nvGrpSpPr>
          <p:cNvPr id="2" name="Group 2"/>
          <p:cNvGrpSpPr/>
          <p:nvPr/>
        </p:nvGrpSpPr>
        <p:grpSpPr>
          <a:xfrm>
            <a:off x="9224099" y="0"/>
            <a:ext cx="10288308" cy="10287000"/>
            <a:chOff x="0" y="0"/>
            <a:chExt cx="2709678" cy="2709333"/>
          </a:xfrm>
        </p:grpSpPr>
        <p:sp>
          <p:nvSpPr>
            <p:cNvPr id="3" name="Freeform 3"/>
            <p:cNvSpPr/>
            <p:nvPr/>
          </p:nvSpPr>
          <p:spPr>
            <a:xfrm>
              <a:off x="0" y="0"/>
              <a:ext cx="2709678" cy="2709333"/>
            </a:xfrm>
            <a:custGeom>
              <a:avLst/>
              <a:gdLst/>
              <a:ahLst/>
              <a:cxnLst/>
              <a:rect l="l" t="t" r="r" b="b"/>
              <a:pathLst>
                <a:path w="2709678" h="2709333">
                  <a:moveTo>
                    <a:pt x="75250" y="0"/>
                  </a:moveTo>
                  <a:lnTo>
                    <a:pt x="2634428" y="0"/>
                  </a:lnTo>
                  <a:cubicBezTo>
                    <a:pt x="2675987" y="0"/>
                    <a:pt x="2709678" y="33690"/>
                    <a:pt x="2709678" y="75250"/>
                  </a:cubicBezTo>
                  <a:lnTo>
                    <a:pt x="2709678" y="2634084"/>
                  </a:lnTo>
                  <a:cubicBezTo>
                    <a:pt x="2709678" y="2675643"/>
                    <a:pt x="2675987" y="2709333"/>
                    <a:pt x="2634428" y="2709333"/>
                  </a:cubicBezTo>
                  <a:lnTo>
                    <a:pt x="75250" y="2709333"/>
                  </a:lnTo>
                  <a:cubicBezTo>
                    <a:pt x="33690" y="2709333"/>
                    <a:pt x="0" y="2675643"/>
                    <a:pt x="0" y="2634084"/>
                  </a:cubicBezTo>
                  <a:lnTo>
                    <a:pt x="0" y="75250"/>
                  </a:lnTo>
                  <a:cubicBezTo>
                    <a:pt x="0" y="33690"/>
                    <a:pt x="33690" y="0"/>
                    <a:pt x="75250" y="0"/>
                  </a:cubicBezTo>
                  <a:close/>
                </a:path>
              </a:pathLst>
            </a:custGeom>
            <a:solidFill>
              <a:srgbClr val="A3D435"/>
            </a:solidFill>
          </p:spPr>
        </p:sp>
        <p:sp>
          <p:nvSpPr>
            <p:cNvPr id="4" name="TextBox 4"/>
            <p:cNvSpPr txBox="1"/>
            <p:nvPr/>
          </p:nvSpPr>
          <p:spPr>
            <a:xfrm>
              <a:off x="0" y="-9525"/>
              <a:ext cx="2709678" cy="2718858"/>
            </a:xfrm>
            <a:prstGeom prst="rect">
              <a:avLst/>
            </a:prstGeom>
          </p:spPr>
          <p:txBody>
            <a:bodyPr lIns="50800" tIns="50800" rIns="50800" bIns="50800" rtlCol="0" anchor="ctr"/>
            <a:lstStyle/>
            <a:p>
              <a:pPr algn="ctr">
                <a:lnSpc>
                  <a:spcPts val="2879"/>
                </a:lnSpc>
              </a:pPr>
              <a:endParaRPr/>
            </a:p>
          </p:txBody>
        </p:sp>
      </p:grpSp>
      <p:sp>
        <p:nvSpPr>
          <p:cNvPr id="5" name="TextBox 5"/>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6" name="TextBox 6"/>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21211F"/>
                </a:solidFill>
                <a:latin typeface="Arimo"/>
                <a:ea typeface="Arimo"/>
                <a:cs typeface="Arimo"/>
                <a:sym typeface="Arimo"/>
              </a:rPr>
              <a:t>November 20th, 2025</a:t>
            </a:r>
          </a:p>
        </p:txBody>
      </p:sp>
      <p:sp>
        <p:nvSpPr>
          <p:cNvPr id="7" name="TextBox 7"/>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21211F"/>
                </a:solidFill>
                <a:latin typeface="Arimo Bold"/>
                <a:ea typeface="Arimo Bold"/>
                <a:cs typeface="Arimo Bold"/>
                <a:sym typeface="Arimo Bold"/>
              </a:rPr>
              <a:t>Chiaki Sato</a:t>
            </a:r>
          </a:p>
        </p:txBody>
      </p:sp>
      <p:grpSp>
        <p:nvGrpSpPr>
          <p:cNvPr id="8" name="Group 8"/>
          <p:cNvGrpSpPr/>
          <p:nvPr/>
        </p:nvGrpSpPr>
        <p:grpSpPr>
          <a:xfrm>
            <a:off x="10780900" y="2982475"/>
            <a:ext cx="8226745" cy="1804461"/>
            <a:chOff x="0" y="0"/>
            <a:chExt cx="2166715" cy="475249"/>
          </a:xfrm>
        </p:grpSpPr>
        <p:sp>
          <p:nvSpPr>
            <p:cNvPr id="9" name="Freeform 9"/>
            <p:cNvSpPr/>
            <p:nvPr/>
          </p:nvSpPr>
          <p:spPr>
            <a:xfrm>
              <a:off x="0" y="0"/>
              <a:ext cx="2166715" cy="475249"/>
            </a:xfrm>
            <a:custGeom>
              <a:avLst/>
              <a:gdLst/>
              <a:ahLst/>
              <a:cxnLst/>
              <a:rect l="l" t="t" r="r" b="b"/>
              <a:pathLst>
                <a:path w="2166715" h="475249">
                  <a:moveTo>
                    <a:pt x="94107" y="0"/>
                  </a:moveTo>
                  <a:lnTo>
                    <a:pt x="2072608" y="0"/>
                  </a:lnTo>
                  <a:cubicBezTo>
                    <a:pt x="2124582" y="0"/>
                    <a:pt x="2166715" y="42133"/>
                    <a:pt x="2166715" y="94107"/>
                  </a:cubicBezTo>
                  <a:lnTo>
                    <a:pt x="2166715" y="381142"/>
                  </a:lnTo>
                  <a:cubicBezTo>
                    <a:pt x="2166715" y="406101"/>
                    <a:pt x="2156800" y="430037"/>
                    <a:pt x="2139152" y="447686"/>
                  </a:cubicBezTo>
                  <a:cubicBezTo>
                    <a:pt x="2121503" y="465334"/>
                    <a:pt x="2097567" y="475249"/>
                    <a:pt x="2072608" y="475249"/>
                  </a:cubicBezTo>
                  <a:lnTo>
                    <a:pt x="94107" y="475249"/>
                  </a:lnTo>
                  <a:cubicBezTo>
                    <a:pt x="42133" y="475249"/>
                    <a:pt x="0" y="433116"/>
                    <a:pt x="0" y="381142"/>
                  </a:cubicBezTo>
                  <a:lnTo>
                    <a:pt x="0" y="94107"/>
                  </a:lnTo>
                  <a:cubicBezTo>
                    <a:pt x="0" y="42133"/>
                    <a:pt x="42133" y="0"/>
                    <a:pt x="94107" y="0"/>
                  </a:cubicBezTo>
                  <a:close/>
                </a:path>
              </a:pathLst>
            </a:custGeom>
            <a:solidFill>
              <a:srgbClr val="21211F"/>
            </a:solidFill>
          </p:spPr>
        </p:sp>
        <p:sp>
          <p:nvSpPr>
            <p:cNvPr id="10" name="TextBox 10"/>
            <p:cNvSpPr txBox="1"/>
            <p:nvPr/>
          </p:nvSpPr>
          <p:spPr>
            <a:xfrm>
              <a:off x="0" y="-9525"/>
              <a:ext cx="2166715" cy="484774"/>
            </a:xfrm>
            <a:prstGeom prst="rect">
              <a:avLst/>
            </a:prstGeom>
          </p:spPr>
          <p:txBody>
            <a:bodyPr lIns="50800" tIns="50800" rIns="50800" bIns="50800" rtlCol="0" anchor="ctr"/>
            <a:lstStyle/>
            <a:p>
              <a:pPr algn="ctr">
                <a:lnSpc>
                  <a:spcPts val="2879"/>
                </a:lnSpc>
              </a:pPr>
              <a:endParaRPr/>
            </a:p>
          </p:txBody>
        </p:sp>
      </p:grpSp>
      <p:sp>
        <p:nvSpPr>
          <p:cNvPr id="11" name="TextBox 11"/>
          <p:cNvSpPr txBox="1"/>
          <p:nvPr/>
        </p:nvSpPr>
        <p:spPr>
          <a:xfrm>
            <a:off x="11765300" y="3440841"/>
            <a:ext cx="4048477" cy="992505"/>
          </a:xfrm>
          <a:prstGeom prst="rect">
            <a:avLst/>
          </a:prstGeom>
        </p:spPr>
        <p:txBody>
          <a:bodyPr lIns="0" tIns="0" rIns="0" bIns="0" rtlCol="0" anchor="t">
            <a:spAutoFit/>
          </a:bodyPr>
          <a:lstStyle/>
          <a:p>
            <a:pPr algn="l">
              <a:lnSpc>
                <a:spcPts val="7200"/>
              </a:lnSpc>
            </a:pPr>
            <a:r>
              <a:rPr lang="en-US" sz="7200" b="1" spc="-215">
                <a:solidFill>
                  <a:srgbClr val="D7FF8A"/>
                </a:solidFill>
                <a:latin typeface="Arimo Bold"/>
                <a:ea typeface="Arimo Bold"/>
                <a:cs typeface="Arimo Bold"/>
                <a:sym typeface="Arimo Bold"/>
              </a:rPr>
              <a:t>Module 7</a:t>
            </a:r>
          </a:p>
        </p:txBody>
      </p:sp>
      <p:sp>
        <p:nvSpPr>
          <p:cNvPr id="12" name="TextBox 12"/>
          <p:cNvSpPr txBox="1"/>
          <p:nvPr/>
        </p:nvSpPr>
        <p:spPr>
          <a:xfrm>
            <a:off x="10949081" y="5248275"/>
            <a:ext cx="6838345" cy="2821305"/>
          </a:xfrm>
          <a:prstGeom prst="rect">
            <a:avLst/>
          </a:prstGeom>
        </p:spPr>
        <p:txBody>
          <a:bodyPr lIns="0" tIns="0" rIns="0" bIns="0" rtlCol="0" anchor="t">
            <a:spAutoFit/>
          </a:bodyPr>
          <a:lstStyle/>
          <a:p>
            <a:pPr algn="l">
              <a:lnSpc>
                <a:spcPts val="7200"/>
              </a:lnSpc>
            </a:pPr>
            <a:r>
              <a:rPr lang="en-US" sz="7200" spc="-215">
                <a:solidFill>
                  <a:srgbClr val="21211F"/>
                </a:solidFill>
                <a:latin typeface="Arimo"/>
                <a:ea typeface="Arimo"/>
                <a:cs typeface="Arimo"/>
                <a:sym typeface="Arimo"/>
              </a:rPr>
              <a:t>User Experience (UX) and User Interface (UI)</a:t>
            </a:r>
          </a:p>
        </p:txBody>
      </p:sp>
      <p:sp>
        <p:nvSpPr>
          <p:cNvPr id="13" name="TextBox 13"/>
          <p:cNvSpPr txBox="1"/>
          <p:nvPr/>
        </p:nvSpPr>
        <p:spPr>
          <a:xfrm>
            <a:off x="1028700" y="3326541"/>
            <a:ext cx="7299325" cy="290512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4" name="TextBox 14"/>
          <p:cNvSpPr txBox="1"/>
          <p:nvPr/>
        </p:nvSpPr>
        <p:spPr>
          <a:xfrm>
            <a:off x="1028700" y="6597015"/>
            <a:ext cx="7299325" cy="218122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
        <p:nvSpPr>
          <p:cNvPr id="15" name="Freeform 15"/>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7FF8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6024"/>
            <a:ext cx="7732859" cy="11679048"/>
            <a:chOff x="0" y="0"/>
            <a:chExt cx="2036638" cy="3075963"/>
          </a:xfrm>
        </p:grpSpPr>
        <p:sp>
          <p:nvSpPr>
            <p:cNvPr id="3" name="Freeform 3"/>
            <p:cNvSpPr/>
            <p:nvPr/>
          </p:nvSpPr>
          <p:spPr>
            <a:xfrm>
              <a:off x="0" y="0"/>
              <a:ext cx="2036638" cy="3075963"/>
            </a:xfrm>
            <a:custGeom>
              <a:avLst/>
              <a:gdLst/>
              <a:ahLst/>
              <a:cxnLst/>
              <a:rect l="l" t="t" r="r" b="b"/>
              <a:pathLst>
                <a:path w="2036638" h="3075963">
                  <a:moveTo>
                    <a:pt x="72084" y="0"/>
                  </a:moveTo>
                  <a:lnTo>
                    <a:pt x="1964553" y="0"/>
                  </a:lnTo>
                  <a:cubicBezTo>
                    <a:pt x="1983671" y="0"/>
                    <a:pt x="2002006" y="7595"/>
                    <a:pt x="2015525" y="21113"/>
                  </a:cubicBezTo>
                  <a:cubicBezTo>
                    <a:pt x="2029043" y="34631"/>
                    <a:pt x="2036638" y="52966"/>
                    <a:pt x="2036638" y="72084"/>
                  </a:cubicBezTo>
                  <a:lnTo>
                    <a:pt x="2036638" y="3003879"/>
                  </a:lnTo>
                  <a:cubicBezTo>
                    <a:pt x="2036638" y="3022997"/>
                    <a:pt x="2029043" y="3041332"/>
                    <a:pt x="2015525" y="3054850"/>
                  </a:cubicBezTo>
                  <a:cubicBezTo>
                    <a:pt x="2002006" y="3068369"/>
                    <a:pt x="1983671" y="3075963"/>
                    <a:pt x="1964553" y="3075963"/>
                  </a:cubicBezTo>
                  <a:lnTo>
                    <a:pt x="72084" y="3075963"/>
                  </a:lnTo>
                  <a:cubicBezTo>
                    <a:pt x="52966" y="3075963"/>
                    <a:pt x="34631" y="3068369"/>
                    <a:pt x="21113" y="3054850"/>
                  </a:cubicBezTo>
                  <a:cubicBezTo>
                    <a:pt x="7595" y="3041332"/>
                    <a:pt x="0" y="3022997"/>
                    <a:pt x="0" y="3003879"/>
                  </a:cubicBezTo>
                  <a:lnTo>
                    <a:pt x="0" y="72084"/>
                  </a:lnTo>
                  <a:cubicBezTo>
                    <a:pt x="0" y="52966"/>
                    <a:pt x="7595" y="34631"/>
                    <a:pt x="21113" y="21113"/>
                  </a:cubicBezTo>
                  <a:cubicBezTo>
                    <a:pt x="34631" y="7595"/>
                    <a:pt x="52966" y="0"/>
                    <a:pt x="72084" y="0"/>
                  </a:cubicBezTo>
                  <a:close/>
                </a:path>
              </a:pathLst>
            </a:custGeom>
            <a:solidFill>
              <a:srgbClr val="21211F"/>
            </a:solidFill>
          </p:spPr>
        </p:sp>
        <p:sp>
          <p:nvSpPr>
            <p:cNvPr id="4" name="TextBox 4"/>
            <p:cNvSpPr txBox="1"/>
            <p:nvPr/>
          </p:nvSpPr>
          <p:spPr>
            <a:xfrm>
              <a:off x="0" y="-9525"/>
              <a:ext cx="2036638" cy="3085488"/>
            </a:xfrm>
            <a:prstGeom prst="rect">
              <a:avLst/>
            </a:prstGeom>
          </p:spPr>
          <p:txBody>
            <a:bodyPr lIns="50800" tIns="50800" rIns="50800" bIns="50800" rtlCol="0" anchor="ctr"/>
            <a:lstStyle/>
            <a:p>
              <a:pPr algn="ctr">
                <a:lnSpc>
                  <a:spcPts val="2879"/>
                </a:lnSpc>
              </a:pPr>
              <a:endParaRPr/>
            </a:p>
          </p:txBody>
        </p:sp>
      </p:grpSp>
      <p:grpSp>
        <p:nvGrpSpPr>
          <p:cNvPr id="5" name="Group 5"/>
          <p:cNvGrpSpPr/>
          <p:nvPr/>
        </p:nvGrpSpPr>
        <p:grpSpPr>
          <a:xfrm>
            <a:off x="10502681" y="2288868"/>
            <a:ext cx="6068212" cy="1298410"/>
            <a:chOff x="0" y="0"/>
            <a:chExt cx="1598212" cy="341968"/>
          </a:xfrm>
        </p:grpSpPr>
        <p:sp>
          <p:nvSpPr>
            <p:cNvPr id="6" name="Freeform 6"/>
            <p:cNvSpPr/>
            <p:nvPr/>
          </p:nvSpPr>
          <p:spPr>
            <a:xfrm>
              <a:off x="0" y="0"/>
              <a:ext cx="1598212" cy="341968"/>
            </a:xfrm>
            <a:custGeom>
              <a:avLst/>
              <a:gdLst/>
              <a:ahLst/>
              <a:cxnLst/>
              <a:rect l="l" t="t" r="r" b="b"/>
              <a:pathLst>
                <a:path w="1598212" h="341968">
                  <a:moveTo>
                    <a:pt x="170984" y="0"/>
                  </a:moveTo>
                  <a:lnTo>
                    <a:pt x="1427228" y="0"/>
                  </a:lnTo>
                  <a:cubicBezTo>
                    <a:pt x="1521660" y="0"/>
                    <a:pt x="1598212" y="76552"/>
                    <a:pt x="1598212" y="170984"/>
                  </a:cubicBezTo>
                  <a:lnTo>
                    <a:pt x="1598212" y="170984"/>
                  </a:lnTo>
                  <a:cubicBezTo>
                    <a:pt x="1598212" y="216332"/>
                    <a:pt x="1580198" y="259822"/>
                    <a:pt x="1548132" y="291888"/>
                  </a:cubicBezTo>
                  <a:cubicBezTo>
                    <a:pt x="1516066" y="323954"/>
                    <a:pt x="1472576" y="341968"/>
                    <a:pt x="1427228" y="341968"/>
                  </a:cubicBezTo>
                  <a:lnTo>
                    <a:pt x="170984" y="341968"/>
                  </a:lnTo>
                  <a:cubicBezTo>
                    <a:pt x="76552" y="341968"/>
                    <a:pt x="0" y="265416"/>
                    <a:pt x="0" y="170984"/>
                  </a:cubicBezTo>
                  <a:lnTo>
                    <a:pt x="0" y="170984"/>
                  </a:lnTo>
                  <a:cubicBezTo>
                    <a:pt x="0" y="76552"/>
                    <a:pt x="76552" y="0"/>
                    <a:pt x="170984" y="0"/>
                  </a:cubicBezTo>
                  <a:close/>
                </a:path>
              </a:pathLst>
            </a:custGeom>
            <a:solidFill>
              <a:srgbClr val="A3D435"/>
            </a:solidFill>
          </p:spPr>
        </p:sp>
        <p:sp>
          <p:nvSpPr>
            <p:cNvPr id="7" name="TextBox 7"/>
            <p:cNvSpPr txBox="1"/>
            <p:nvPr/>
          </p:nvSpPr>
          <p:spPr>
            <a:xfrm>
              <a:off x="0" y="-9525"/>
              <a:ext cx="1598212" cy="351493"/>
            </a:xfrm>
            <a:prstGeom prst="rect">
              <a:avLst/>
            </a:prstGeom>
          </p:spPr>
          <p:txBody>
            <a:bodyPr lIns="50800" tIns="50800" rIns="50800" bIns="50800" rtlCol="0" anchor="ctr"/>
            <a:lstStyle/>
            <a:p>
              <a:pPr algn="ctr">
                <a:lnSpc>
                  <a:spcPts val="2879"/>
                </a:lnSpc>
              </a:pPr>
              <a:endParaRPr/>
            </a:p>
          </p:txBody>
        </p:sp>
      </p:grpSp>
      <p:grpSp>
        <p:nvGrpSpPr>
          <p:cNvPr id="8" name="Group 8"/>
          <p:cNvGrpSpPr/>
          <p:nvPr/>
        </p:nvGrpSpPr>
        <p:grpSpPr>
          <a:xfrm>
            <a:off x="10502681" y="3843877"/>
            <a:ext cx="6068212" cy="1298410"/>
            <a:chOff x="0" y="0"/>
            <a:chExt cx="1598212" cy="341968"/>
          </a:xfrm>
        </p:grpSpPr>
        <p:sp>
          <p:nvSpPr>
            <p:cNvPr id="9" name="Freeform 9"/>
            <p:cNvSpPr/>
            <p:nvPr/>
          </p:nvSpPr>
          <p:spPr>
            <a:xfrm>
              <a:off x="0" y="0"/>
              <a:ext cx="1598212" cy="341968"/>
            </a:xfrm>
            <a:custGeom>
              <a:avLst/>
              <a:gdLst/>
              <a:ahLst/>
              <a:cxnLst/>
              <a:rect l="l" t="t" r="r" b="b"/>
              <a:pathLst>
                <a:path w="1598212" h="341968">
                  <a:moveTo>
                    <a:pt x="170984" y="0"/>
                  </a:moveTo>
                  <a:lnTo>
                    <a:pt x="1427228" y="0"/>
                  </a:lnTo>
                  <a:cubicBezTo>
                    <a:pt x="1521660" y="0"/>
                    <a:pt x="1598212" y="76552"/>
                    <a:pt x="1598212" y="170984"/>
                  </a:cubicBezTo>
                  <a:lnTo>
                    <a:pt x="1598212" y="170984"/>
                  </a:lnTo>
                  <a:cubicBezTo>
                    <a:pt x="1598212" y="216332"/>
                    <a:pt x="1580198" y="259822"/>
                    <a:pt x="1548132" y="291888"/>
                  </a:cubicBezTo>
                  <a:cubicBezTo>
                    <a:pt x="1516066" y="323954"/>
                    <a:pt x="1472576" y="341968"/>
                    <a:pt x="1427228" y="341968"/>
                  </a:cubicBezTo>
                  <a:lnTo>
                    <a:pt x="170984" y="341968"/>
                  </a:lnTo>
                  <a:cubicBezTo>
                    <a:pt x="76552" y="341968"/>
                    <a:pt x="0" y="265416"/>
                    <a:pt x="0" y="170984"/>
                  </a:cubicBezTo>
                  <a:lnTo>
                    <a:pt x="0" y="170984"/>
                  </a:lnTo>
                  <a:cubicBezTo>
                    <a:pt x="0" y="76552"/>
                    <a:pt x="76552" y="0"/>
                    <a:pt x="170984" y="0"/>
                  </a:cubicBezTo>
                  <a:close/>
                </a:path>
              </a:pathLst>
            </a:custGeom>
            <a:solidFill>
              <a:srgbClr val="A3D435"/>
            </a:solidFill>
          </p:spPr>
        </p:sp>
        <p:sp>
          <p:nvSpPr>
            <p:cNvPr id="10" name="TextBox 10"/>
            <p:cNvSpPr txBox="1"/>
            <p:nvPr/>
          </p:nvSpPr>
          <p:spPr>
            <a:xfrm>
              <a:off x="0" y="-9525"/>
              <a:ext cx="1598212" cy="351493"/>
            </a:xfrm>
            <a:prstGeom prst="rect">
              <a:avLst/>
            </a:prstGeom>
          </p:spPr>
          <p:txBody>
            <a:bodyPr lIns="50800" tIns="50800" rIns="50800" bIns="50800" rtlCol="0" anchor="ctr"/>
            <a:lstStyle/>
            <a:p>
              <a:pPr algn="ctr">
                <a:lnSpc>
                  <a:spcPts val="2879"/>
                </a:lnSpc>
              </a:pPr>
              <a:endParaRPr/>
            </a:p>
          </p:txBody>
        </p:sp>
      </p:grpSp>
      <p:grpSp>
        <p:nvGrpSpPr>
          <p:cNvPr id="11" name="Group 11"/>
          <p:cNvGrpSpPr/>
          <p:nvPr/>
        </p:nvGrpSpPr>
        <p:grpSpPr>
          <a:xfrm>
            <a:off x="10502681" y="5398886"/>
            <a:ext cx="6068212" cy="1298410"/>
            <a:chOff x="0" y="0"/>
            <a:chExt cx="1598212" cy="341968"/>
          </a:xfrm>
        </p:grpSpPr>
        <p:sp>
          <p:nvSpPr>
            <p:cNvPr id="12" name="Freeform 12"/>
            <p:cNvSpPr/>
            <p:nvPr/>
          </p:nvSpPr>
          <p:spPr>
            <a:xfrm>
              <a:off x="0" y="0"/>
              <a:ext cx="1598212" cy="341968"/>
            </a:xfrm>
            <a:custGeom>
              <a:avLst/>
              <a:gdLst/>
              <a:ahLst/>
              <a:cxnLst/>
              <a:rect l="l" t="t" r="r" b="b"/>
              <a:pathLst>
                <a:path w="1598212" h="341968">
                  <a:moveTo>
                    <a:pt x="170984" y="0"/>
                  </a:moveTo>
                  <a:lnTo>
                    <a:pt x="1427228" y="0"/>
                  </a:lnTo>
                  <a:cubicBezTo>
                    <a:pt x="1521660" y="0"/>
                    <a:pt x="1598212" y="76552"/>
                    <a:pt x="1598212" y="170984"/>
                  </a:cubicBezTo>
                  <a:lnTo>
                    <a:pt x="1598212" y="170984"/>
                  </a:lnTo>
                  <a:cubicBezTo>
                    <a:pt x="1598212" y="216332"/>
                    <a:pt x="1580198" y="259822"/>
                    <a:pt x="1548132" y="291888"/>
                  </a:cubicBezTo>
                  <a:cubicBezTo>
                    <a:pt x="1516066" y="323954"/>
                    <a:pt x="1472576" y="341968"/>
                    <a:pt x="1427228" y="341968"/>
                  </a:cubicBezTo>
                  <a:lnTo>
                    <a:pt x="170984" y="341968"/>
                  </a:lnTo>
                  <a:cubicBezTo>
                    <a:pt x="76552" y="341968"/>
                    <a:pt x="0" y="265416"/>
                    <a:pt x="0" y="170984"/>
                  </a:cubicBezTo>
                  <a:lnTo>
                    <a:pt x="0" y="170984"/>
                  </a:lnTo>
                  <a:cubicBezTo>
                    <a:pt x="0" y="76552"/>
                    <a:pt x="76552" y="0"/>
                    <a:pt x="170984" y="0"/>
                  </a:cubicBezTo>
                  <a:close/>
                </a:path>
              </a:pathLst>
            </a:custGeom>
            <a:solidFill>
              <a:srgbClr val="A3D435"/>
            </a:solidFill>
          </p:spPr>
        </p:sp>
        <p:sp>
          <p:nvSpPr>
            <p:cNvPr id="13" name="TextBox 13"/>
            <p:cNvSpPr txBox="1"/>
            <p:nvPr/>
          </p:nvSpPr>
          <p:spPr>
            <a:xfrm>
              <a:off x="0" y="-9525"/>
              <a:ext cx="1598212" cy="351493"/>
            </a:xfrm>
            <a:prstGeom prst="rect">
              <a:avLst/>
            </a:prstGeom>
          </p:spPr>
          <p:txBody>
            <a:bodyPr lIns="50800" tIns="50800" rIns="50800" bIns="50800" rtlCol="0" anchor="ctr"/>
            <a:lstStyle/>
            <a:p>
              <a:pPr algn="ctr">
                <a:lnSpc>
                  <a:spcPts val="2879"/>
                </a:lnSpc>
              </a:pPr>
              <a:endParaRPr/>
            </a:p>
          </p:txBody>
        </p:sp>
      </p:grpSp>
      <p:grpSp>
        <p:nvGrpSpPr>
          <p:cNvPr id="14" name="Group 14"/>
          <p:cNvGrpSpPr/>
          <p:nvPr/>
        </p:nvGrpSpPr>
        <p:grpSpPr>
          <a:xfrm>
            <a:off x="10502681" y="6953895"/>
            <a:ext cx="6068212" cy="1298410"/>
            <a:chOff x="0" y="0"/>
            <a:chExt cx="1598212" cy="341968"/>
          </a:xfrm>
        </p:grpSpPr>
        <p:sp>
          <p:nvSpPr>
            <p:cNvPr id="15" name="Freeform 15"/>
            <p:cNvSpPr/>
            <p:nvPr/>
          </p:nvSpPr>
          <p:spPr>
            <a:xfrm>
              <a:off x="0" y="0"/>
              <a:ext cx="1598212" cy="341968"/>
            </a:xfrm>
            <a:custGeom>
              <a:avLst/>
              <a:gdLst/>
              <a:ahLst/>
              <a:cxnLst/>
              <a:rect l="l" t="t" r="r" b="b"/>
              <a:pathLst>
                <a:path w="1598212" h="341968">
                  <a:moveTo>
                    <a:pt x="170984" y="0"/>
                  </a:moveTo>
                  <a:lnTo>
                    <a:pt x="1427228" y="0"/>
                  </a:lnTo>
                  <a:cubicBezTo>
                    <a:pt x="1521660" y="0"/>
                    <a:pt x="1598212" y="76552"/>
                    <a:pt x="1598212" y="170984"/>
                  </a:cubicBezTo>
                  <a:lnTo>
                    <a:pt x="1598212" y="170984"/>
                  </a:lnTo>
                  <a:cubicBezTo>
                    <a:pt x="1598212" y="216332"/>
                    <a:pt x="1580198" y="259822"/>
                    <a:pt x="1548132" y="291888"/>
                  </a:cubicBezTo>
                  <a:cubicBezTo>
                    <a:pt x="1516066" y="323954"/>
                    <a:pt x="1472576" y="341968"/>
                    <a:pt x="1427228" y="341968"/>
                  </a:cubicBezTo>
                  <a:lnTo>
                    <a:pt x="170984" y="341968"/>
                  </a:lnTo>
                  <a:cubicBezTo>
                    <a:pt x="76552" y="341968"/>
                    <a:pt x="0" y="265416"/>
                    <a:pt x="0" y="170984"/>
                  </a:cubicBezTo>
                  <a:lnTo>
                    <a:pt x="0" y="170984"/>
                  </a:lnTo>
                  <a:cubicBezTo>
                    <a:pt x="0" y="76552"/>
                    <a:pt x="76552" y="0"/>
                    <a:pt x="170984" y="0"/>
                  </a:cubicBezTo>
                  <a:close/>
                </a:path>
              </a:pathLst>
            </a:custGeom>
            <a:solidFill>
              <a:srgbClr val="A3D435"/>
            </a:solidFill>
          </p:spPr>
        </p:sp>
        <p:sp>
          <p:nvSpPr>
            <p:cNvPr id="16" name="TextBox 16"/>
            <p:cNvSpPr txBox="1"/>
            <p:nvPr/>
          </p:nvSpPr>
          <p:spPr>
            <a:xfrm>
              <a:off x="0" y="-9525"/>
              <a:ext cx="1598212" cy="351493"/>
            </a:xfrm>
            <a:prstGeom prst="rect">
              <a:avLst/>
            </a:prstGeom>
          </p:spPr>
          <p:txBody>
            <a:bodyPr lIns="50800" tIns="50800" rIns="50800" bIns="50800" rtlCol="0" anchor="ctr"/>
            <a:lstStyle/>
            <a:p>
              <a:pPr algn="ctr">
                <a:lnSpc>
                  <a:spcPts val="2879"/>
                </a:lnSpc>
              </a:pPr>
              <a:endParaRPr/>
            </a:p>
          </p:txBody>
        </p:sp>
      </p:grpSp>
      <p:grpSp>
        <p:nvGrpSpPr>
          <p:cNvPr id="17" name="Group 17"/>
          <p:cNvGrpSpPr/>
          <p:nvPr/>
        </p:nvGrpSpPr>
        <p:grpSpPr>
          <a:xfrm>
            <a:off x="10502681" y="8508903"/>
            <a:ext cx="6068212" cy="1298410"/>
            <a:chOff x="0" y="0"/>
            <a:chExt cx="1598212" cy="341968"/>
          </a:xfrm>
        </p:grpSpPr>
        <p:sp>
          <p:nvSpPr>
            <p:cNvPr id="18" name="Freeform 18"/>
            <p:cNvSpPr/>
            <p:nvPr/>
          </p:nvSpPr>
          <p:spPr>
            <a:xfrm>
              <a:off x="0" y="0"/>
              <a:ext cx="1598212" cy="341968"/>
            </a:xfrm>
            <a:custGeom>
              <a:avLst/>
              <a:gdLst/>
              <a:ahLst/>
              <a:cxnLst/>
              <a:rect l="l" t="t" r="r" b="b"/>
              <a:pathLst>
                <a:path w="1598212" h="341968">
                  <a:moveTo>
                    <a:pt x="170984" y="0"/>
                  </a:moveTo>
                  <a:lnTo>
                    <a:pt x="1427228" y="0"/>
                  </a:lnTo>
                  <a:cubicBezTo>
                    <a:pt x="1521660" y="0"/>
                    <a:pt x="1598212" y="76552"/>
                    <a:pt x="1598212" y="170984"/>
                  </a:cubicBezTo>
                  <a:lnTo>
                    <a:pt x="1598212" y="170984"/>
                  </a:lnTo>
                  <a:cubicBezTo>
                    <a:pt x="1598212" y="216332"/>
                    <a:pt x="1580198" y="259822"/>
                    <a:pt x="1548132" y="291888"/>
                  </a:cubicBezTo>
                  <a:cubicBezTo>
                    <a:pt x="1516066" y="323954"/>
                    <a:pt x="1472576" y="341968"/>
                    <a:pt x="1427228" y="341968"/>
                  </a:cubicBezTo>
                  <a:lnTo>
                    <a:pt x="170984" y="341968"/>
                  </a:lnTo>
                  <a:cubicBezTo>
                    <a:pt x="76552" y="341968"/>
                    <a:pt x="0" y="265416"/>
                    <a:pt x="0" y="170984"/>
                  </a:cubicBezTo>
                  <a:lnTo>
                    <a:pt x="0" y="170984"/>
                  </a:lnTo>
                  <a:cubicBezTo>
                    <a:pt x="0" y="76552"/>
                    <a:pt x="76552" y="0"/>
                    <a:pt x="170984" y="0"/>
                  </a:cubicBezTo>
                  <a:close/>
                </a:path>
              </a:pathLst>
            </a:custGeom>
            <a:solidFill>
              <a:srgbClr val="21211F"/>
            </a:solidFill>
          </p:spPr>
        </p:sp>
        <p:sp>
          <p:nvSpPr>
            <p:cNvPr id="19" name="TextBox 19"/>
            <p:cNvSpPr txBox="1"/>
            <p:nvPr/>
          </p:nvSpPr>
          <p:spPr>
            <a:xfrm>
              <a:off x="0" y="-9525"/>
              <a:ext cx="1598212" cy="351493"/>
            </a:xfrm>
            <a:prstGeom prst="rect">
              <a:avLst/>
            </a:prstGeom>
          </p:spPr>
          <p:txBody>
            <a:bodyPr lIns="50800" tIns="50800" rIns="50800" bIns="50800" rtlCol="0" anchor="ctr"/>
            <a:lstStyle/>
            <a:p>
              <a:pPr algn="ctr">
                <a:lnSpc>
                  <a:spcPts val="2879"/>
                </a:lnSpc>
              </a:pPr>
              <a:endParaRPr/>
            </a:p>
          </p:txBody>
        </p:sp>
      </p:grpSp>
      <p:sp>
        <p:nvSpPr>
          <p:cNvPr id="20" name="Freeform 20"/>
          <p:cNvSpPr/>
          <p:nvPr/>
        </p:nvSpPr>
        <p:spPr>
          <a:xfrm rot="5400000">
            <a:off x="16364112" y="3117007"/>
            <a:ext cx="1790377" cy="961773"/>
          </a:xfrm>
          <a:custGeom>
            <a:avLst/>
            <a:gdLst/>
            <a:ahLst/>
            <a:cxnLst/>
            <a:rect l="l" t="t" r="r" b="b"/>
            <a:pathLst>
              <a:path w="1790377" h="961773">
                <a:moveTo>
                  <a:pt x="0" y="0"/>
                </a:moveTo>
                <a:lnTo>
                  <a:pt x="1790376" y="0"/>
                </a:lnTo>
                <a:lnTo>
                  <a:pt x="1790376" y="961773"/>
                </a:lnTo>
                <a:lnTo>
                  <a:pt x="0" y="96177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1" name="TextBox 21"/>
          <p:cNvSpPr txBox="1"/>
          <p:nvPr/>
        </p:nvSpPr>
        <p:spPr>
          <a:xfrm>
            <a:off x="3038233" y="1114126"/>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22" name="TextBox 22"/>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21211F"/>
                </a:solidFill>
                <a:latin typeface="Arimo"/>
                <a:ea typeface="Arimo"/>
                <a:cs typeface="Arimo"/>
                <a:sym typeface="Arimo"/>
              </a:rPr>
              <a:t>November 20th, 2025</a:t>
            </a:r>
          </a:p>
        </p:txBody>
      </p:sp>
      <p:sp>
        <p:nvSpPr>
          <p:cNvPr id="23" name="TextBox 23"/>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21211F"/>
                </a:solidFill>
                <a:latin typeface="Arimo Bold"/>
                <a:ea typeface="Arimo Bold"/>
                <a:cs typeface="Arimo Bold"/>
                <a:sym typeface="Arimo Bold"/>
              </a:rPr>
              <a:t>Chiaki Sato</a:t>
            </a:r>
          </a:p>
        </p:txBody>
      </p:sp>
      <p:sp>
        <p:nvSpPr>
          <p:cNvPr id="24" name="TextBox 24"/>
          <p:cNvSpPr txBox="1"/>
          <p:nvPr/>
        </p:nvSpPr>
        <p:spPr>
          <a:xfrm>
            <a:off x="1965402" y="3135521"/>
            <a:ext cx="4048477" cy="992505"/>
          </a:xfrm>
          <a:prstGeom prst="rect">
            <a:avLst/>
          </a:prstGeom>
        </p:spPr>
        <p:txBody>
          <a:bodyPr lIns="0" tIns="0" rIns="0" bIns="0" rtlCol="0" anchor="t">
            <a:spAutoFit/>
          </a:bodyPr>
          <a:lstStyle/>
          <a:p>
            <a:pPr algn="l">
              <a:lnSpc>
                <a:spcPts val="7200"/>
              </a:lnSpc>
            </a:pPr>
            <a:r>
              <a:rPr lang="en-US" sz="7200" b="1" spc="-215">
                <a:solidFill>
                  <a:srgbClr val="FFFFFF"/>
                </a:solidFill>
                <a:latin typeface="Arimo Bold"/>
                <a:ea typeface="Arimo Bold"/>
                <a:cs typeface="Arimo Bold"/>
                <a:sym typeface="Arimo Bold"/>
              </a:rPr>
              <a:t>Module 8</a:t>
            </a:r>
          </a:p>
        </p:txBody>
      </p:sp>
      <p:sp>
        <p:nvSpPr>
          <p:cNvPr id="25" name="TextBox 25"/>
          <p:cNvSpPr txBox="1"/>
          <p:nvPr/>
        </p:nvSpPr>
        <p:spPr>
          <a:xfrm>
            <a:off x="1965402" y="4520338"/>
            <a:ext cx="6289162" cy="1906905"/>
          </a:xfrm>
          <a:prstGeom prst="rect">
            <a:avLst/>
          </a:prstGeom>
        </p:spPr>
        <p:txBody>
          <a:bodyPr lIns="0" tIns="0" rIns="0" bIns="0" rtlCol="0" anchor="t">
            <a:spAutoFit/>
          </a:bodyPr>
          <a:lstStyle/>
          <a:p>
            <a:pPr algn="l">
              <a:lnSpc>
                <a:spcPts val="7200"/>
              </a:lnSpc>
            </a:pPr>
            <a:r>
              <a:rPr lang="en-US" sz="7200" spc="-215">
                <a:solidFill>
                  <a:srgbClr val="D7FF8A"/>
                </a:solidFill>
                <a:latin typeface="Arimo"/>
                <a:ea typeface="Arimo"/>
                <a:cs typeface="Arimo"/>
                <a:sym typeface="Arimo"/>
              </a:rPr>
              <a:t>Web Designer Workflow</a:t>
            </a:r>
          </a:p>
        </p:txBody>
      </p:sp>
      <p:sp>
        <p:nvSpPr>
          <p:cNvPr id="26" name="TextBox 26"/>
          <p:cNvSpPr txBox="1"/>
          <p:nvPr/>
        </p:nvSpPr>
        <p:spPr>
          <a:xfrm>
            <a:off x="1965402" y="8007350"/>
            <a:ext cx="5681432" cy="1095375"/>
          </a:xfrm>
          <a:prstGeom prst="rect">
            <a:avLst/>
          </a:prstGeom>
        </p:spPr>
        <p:txBody>
          <a:bodyPr lIns="0" tIns="0" rIns="0" bIns="0" rtlCol="0" anchor="t">
            <a:spAutoFit/>
          </a:bodyPr>
          <a:lstStyle/>
          <a:p>
            <a:pPr algn="just">
              <a:lnSpc>
                <a:spcPts val="2879"/>
              </a:lnSpc>
              <a:spcBef>
                <a:spcPct val="0"/>
              </a:spcBef>
            </a:pPr>
            <a:r>
              <a:rPr lang="en-US" sz="2400" spc="-72">
                <a:solidFill>
                  <a:srgbClr val="FFFFFF"/>
                </a:solidFill>
                <a:latin typeface="Arimo"/>
                <a:ea typeface="Arimo"/>
                <a:cs typeface="Arimo"/>
                <a:sym typeface="Arimo"/>
              </a:rPr>
              <a:t>Duis at tellus ligula. Vestibulum commodo, est id facilisis dictum, nisi felis fermentum dolor, quis rhoncus tortor felis sed nulla.</a:t>
            </a:r>
          </a:p>
        </p:txBody>
      </p:sp>
      <p:sp>
        <p:nvSpPr>
          <p:cNvPr id="27" name="TextBox 27"/>
          <p:cNvSpPr txBox="1"/>
          <p:nvPr/>
        </p:nvSpPr>
        <p:spPr>
          <a:xfrm>
            <a:off x="12388479" y="2747573"/>
            <a:ext cx="2296615" cy="371475"/>
          </a:xfrm>
          <a:prstGeom prst="rect">
            <a:avLst/>
          </a:prstGeom>
        </p:spPr>
        <p:txBody>
          <a:bodyPr lIns="0" tIns="0" rIns="0" bIns="0" rtlCol="0" anchor="t">
            <a:spAutoFit/>
          </a:bodyPr>
          <a:lstStyle/>
          <a:p>
            <a:pPr algn="ctr">
              <a:lnSpc>
                <a:spcPts val="2879"/>
              </a:lnSpc>
              <a:spcBef>
                <a:spcPct val="0"/>
              </a:spcBef>
            </a:pPr>
            <a:r>
              <a:rPr lang="en-US" sz="2400" spc="-72">
                <a:solidFill>
                  <a:srgbClr val="21211F"/>
                </a:solidFill>
                <a:latin typeface="Arimo"/>
                <a:ea typeface="Arimo"/>
                <a:cs typeface="Arimo"/>
                <a:sym typeface="Arimo"/>
              </a:rPr>
              <a:t>Research</a:t>
            </a:r>
          </a:p>
        </p:txBody>
      </p:sp>
      <p:sp>
        <p:nvSpPr>
          <p:cNvPr id="28" name="TextBox 28"/>
          <p:cNvSpPr txBox="1"/>
          <p:nvPr/>
        </p:nvSpPr>
        <p:spPr>
          <a:xfrm>
            <a:off x="12388479" y="4302582"/>
            <a:ext cx="2296615" cy="371475"/>
          </a:xfrm>
          <a:prstGeom prst="rect">
            <a:avLst/>
          </a:prstGeom>
        </p:spPr>
        <p:txBody>
          <a:bodyPr lIns="0" tIns="0" rIns="0" bIns="0" rtlCol="0" anchor="t">
            <a:spAutoFit/>
          </a:bodyPr>
          <a:lstStyle/>
          <a:p>
            <a:pPr algn="ctr">
              <a:lnSpc>
                <a:spcPts val="2879"/>
              </a:lnSpc>
              <a:spcBef>
                <a:spcPct val="0"/>
              </a:spcBef>
            </a:pPr>
            <a:r>
              <a:rPr lang="en-US" sz="2400" spc="-72">
                <a:solidFill>
                  <a:srgbClr val="21211F"/>
                </a:solidFill>
                <a:latin typeface="Arimo"/>
                <a:ea typeface="Arimo"/>
                <a:cs typeface="Arimo"/>
                <a:sym typeface="Arimo"/>
              </a:rPr>
              <a:t>Wireframe</a:t>
            </a:r>
          </a:p>
        </p:txBody>
      </p:sp>
      <p:sp>
        <p:nvSpPr>
          <p:cNvPr id="29" name="TextBox 29"/>
          <p:cNvSpPr txBox="1"/>
          <p:nvPr/>
        </p:nvSpPr>
        <p:spPr>
          <a:xfrm>
            <a:off x="12388479" y="5857591"/>
            <a:ext cx="2296615" cy="371475"/>
          </a:xfrm>
          <a:prstGeom prst="rect">
            <a:avLst/>
          </a:prstGeom>
        </p:spPr>
        <p:txBody>
          <a:bodyPr lIns="0" tIns="0" rIns="0" bIns="0" rtlCol="0" anchor="t">
            <a:spAutoFit/>
          </a:bodyPr>
          <a:lstStyle/>
          <a:p>
            <a:pPr algn="ctr">
              <a:lnSpc>
                <a:spcPts val="2879"/>
              </a:lnSpc>
              <a:spcBef>
                <a:spcPct val="0"/>
              </a:spcBef>
            </a:pPr>
            <a:r>
              <a:rPr lang="en-US" sz="2400" spc="-72">
                <a:solidFill>
                  <a:srgbClr val="21211F"/>
                </a:solidFill>
                <a:latin typeface="Arimo"/>
                <a:ea typeface="Arimo"/>
                <a:cs typeface="Arimo"/>
                <a:sym typeface="Arimo"/>
              </a:rPr>
              <a:t>Design Mockup</a:t>
            </a:r>
          </a:p>
        </p:txBody>
      </p:sp>
      <p:sp>
        <p:nvSpPr>
          <p:cNvPr id="30" name="TextBox 30"/>
          <p:cNvSpPr txBox="1"/>
          <p:nvPr/>
        </p:nvSpPr>
        <p:spPr>
          <a:xfrm>
            <a:off x="12388479" y="7411671"/>
            <a:ext cx="2296615" cy="371475"/>
          </a:xfrm>
          <a:prstGeom prst="rect">
            <a:avLst/>
          </a:prstGeom>
        </p:spPr>
        <p:txBody>
          <a:bodyPr lIns="0" tIns="0" rIns="0" bIns="0" rtlCol="0" anchor="t">
            <a:spAutoFit/>
          </a:bodyPr>
          <a:lstStyle/>
          <a:p>
            <a:pPr algn="ctr">
              <a:lnSpc>
                <a:spcPts val="2879"/>
              </a:lnSpc>
              <a:spcBef>
                <a:spcPct val="0"/>
              </a:spcBef>
            </a:pPr>
            <a:r>
              <a:rPr lang="en-US" sz="2400" spc="-72">
                <a:solidFill>
                  <a:srgbClr val="21211F"/>
                </a:solidFill>
                <a:latin typeface="Arimo"/>
                <a:ea typeface="Arimo"/>
                <a:cs typeface="Arimo"/>
                <a:sym typeface="Arimo"/>
              </a:rPr>
              <a:t>Prototype Testing</a:t>
            </a:r>
          </a:p>
        </p:txBody>
      </p:sp>
      <p:sp>
        <p:nvSpPr>
          <p:cNvPr id="31" name="TextBox 31"/>
          <p:cNvSpPr txBox="1"/>
          <p:nvPr/>
        </p:nvSpPr>
        <p:spPr>
          <a:xfrm>
            <a:off x="11517110" y="8967608"/>
            <a:ext cx="4039354" cy="371475"/>
          </a:xfrm>
          <a:prstGeom prst="rect">
            <a:avLst/>
          </a:prstGeom>
        </p:spPr>
        <p:txBody>
          <a:bodyPr lIns="0" tIns="0" rIns="0" bIns="0" rtlCol="0" anchor="t">
            <a:spAutoFit/>
          </a:bodyPr>
          <a:lstStyle/>
          <a:p>
            <a:pPr algn="ctr">
              <a:lnSpc>
                <a:spcPts val="2879"/>
              </a:lnSpc>
              <a:spcBef>
                <a:spcPct val="0"/>
              </a:spcBef>
            </a:pPr>
            <a:r>
              <a:rPr lang="en-US" sz="2400" spc="-72">
                <a:solidFill>
                  <a:srgbClr val="FFFFFF"/>
                </a:solidFill>
                <a:latin typeface="Arimo"/>
                <a:ea typeface="Arimo"/>
                <a:cs typeface="Arimo"/>
                <a:sym typeface="Arimo"/>
              </a:rPr>
              <a:t>Implementation and Revision</a:t>
            </a:r>
          </a:p>
        </p:txBody>
      </p:sp>
      <p:sp>
        <p:nvSpPr>
          <p:cNvPr id="32" name="Freeform 32"/>
          <p:cNvSpPr/>
          <p:nvPr/>
        </p:nvSpPr>
        <p:spPr>
          <a:xfrm rot="5400000" flipH="1" flipV="1">
            <a:off x="8973693" y="4907384"/>
            <a:ext cx="1790377" cy="961773"/>
          </a:xfrm>
          <a:custGeom>
            <a:avLst/>
            <a:gdLst/>
            <a:ahLst/>
            <a:cxnLst/>
            <a:rect l="l" t="t" r="r" b="b"/>
            <a:pathLst>
              <a:path w="1790377" h="961773">
                <a:moveTo>
                  <a:pt x="1790377" y="961772"/>
                </a:moveTo>
                <a:lnTo>
                  <a:pt x="0" y="961772"/>
                </a:lnTo>
                <a:lnTo>
                  <a:pt x="0" y="0"/>
                </a:lnTo>
                <a:lnTo>
                  <a:pt x="1790377" y="0"/>
                </a:lnTo>
                <a:lnTo>
                  <a:pt x="1790377" y="961772"/>
                </a:lnTo>
                <a:close/>
              </a:path>
            </a:pathLst>
          </a:custGeom>
          <a:blipFill>
            <a:blip>
              <a:extLst>
                <a:ext uri="{96DAC541-7B7A-43D3-8B79-37D633B846F1}">
                  <asvg:svgBlip xmlns:asvg="http://schemas.microsoft.com/office/drawing/2016/SVG/main" r:embed="rId2"/>
                </a:ext>
              </a:extLst>
            </a:blip>
            <a:stretch>
              <a:fillRect/>
            </a:stretch>
          </a:blipFill>
        </p:spPr>
      </p:sp>
      <p:sp>
        <p:nvSpPr>
          <p:cNvPr id="33" name="Freeform 33"/>
          <p:cNvSpPr/>
          <p:nvPr/>
        </p:nvSpPr>
        <p:spPr>
          <a:xfrm rot="5400000">
            <a:off x="16364112" y="6462393"/>
            <a:ext cx="1790377" cy="961773"/>
          </a:xfrm>
          <a:custGeom>
            <a:avLst/>
            <a:gdLst/>
            <a:ahLst/>
            <a:cxnLst/>
            <a:rect l="l" t="t" r="r" b="b"/>
            <a:pathLst>
              <a:path w="1790377" h="961773">
                <a:moveTo>
                  <a:pt x="0" y="0"/>
                </a:moveTo>
                <a:lnTo>
                  <a:pt x="1790376" y="0"/>
                </a:lnTo>
                <a:lnTo>
                  <a:pt x="1790376" y="961772"/>
                </a:lnTo>
                <a:lnTo>
                  <a:pt x="0" y="9617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4" name="Freeform 34"/>
          <p:cNvSpPr/>
          <p:nvPr/>
        </p:nvSpPr>
        <p:spPr>
          <a:xfrm rot="5400000" flipH="1" flipV="1">
            <a:off x="8973693" y="8017402"/>
            <a:ext cx="1790377" cy="961773"/>
          </a:xfrm>
          <a:custGeom>
            <a:avLst/>
            <a:gdLst/>
            <a:ahLst/>
            <a:cxnLst/>
            <a:rect l="l" t="t" r="r" b="b"/>
            <a:pathLst>
              <a:path w="1790377" h="961773">
                <a:moveTo>
                  <a:pt x="1790377" y="961772"/>
                </a:moveTo>
                <a:lnTo>
                  <a:pt x="0" y="961772"/>
                </a:lnTo>
                <a:lnTo>
                  <a:pt x="0" y="0"/>
                </a:lnTo>
                <a:lnTo>
                  <a:pt x="1790377" y="0"/>
                </a:lnTo>
                <a:lnTo>
                  <a:pt x="1790377" y="961772"/>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1965402" y="797649"/>
            <a:ext cx="841559" cy="1044825"/>
          </a:xfrm>
          <a:custGeom>
            <a:avLst/>
            <a:gdLst/>
            <a:ahLst/>
            <a:cxnLst/>
            <a:rect l="l" t="t" r="r" b="b"/>
            <a:pathLst>
              <a:path w="841559" h="1044825">
                <a:moveTo>
                  <a:pt x="0" y="0"/>
                </a:moveTo>
                <a:lnTo>
                  <a:pt x="841559" y="0"/>
                </a:lnTo>
                <a:lnTo>
                  <a:pt x="841559" y="1044826"/>
                </a:lnTo>
                <a:lnTo>
                  <a:pt x="0" y="1044826"/>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11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87775"/>
            <a:ext cx="9349685" cy="6770525"/>
            <a:chOff x="0" y="0"/>
            <a:chExt cx="2462469" cy="1783184"/>
          </a:xfrm>
        </p:grpSpPr>
        <p:sp>
          <p:nvSpPr>
            <p:cNvPr id="3" name="Freeform 3"/>
            <p:cNvSpPr/>
            <p:nvPr/>
          </p:nvSpPr>
          <p:spPr>
            <a:xfrm>
              <a:off x="0" y="0"/>
              <a:ext cx="2462468" cy="1783184"/>
            </a:xfrm>
            <a:custGeom>
              <a:avLst/>
              <a:gdLst/>
              <a:ahLst/>
              <a:cxnLst/>
              <a:rect l="l" t="t" r="r" b="b"/>
              <a:pathLst>
                <a:path w="2462468" h="1783184">
                  <a:moveTo>
                    <a:pt x="59619" y="0"/>
                  </a:moveTo>
                  <a:lnTo>
                    <a:pt x="2402850" y="0"/>
                  </a:lnTo>
                  <a:cubicBezTo>
                    <a:pt x="2418661" y="0"/>
                    <a:pt x="2433826" y="6281"/>
                    <a:pt x="2445007" y="17462"/>
                  </a:cubicBezTo>
                  <a:cubicBezTo>
                    <a:pt x="2456187" y="28643"/>
                    <a:pt x="2462468" y="43807"/>
                    <a:pt x="2462468" y="59619"/>
                  </a:cubicBezTo>
                  <a:lnTo>
                    <a:pt x="2462468" y="1723565"/>
                  </a:lnTo>
                  <a:cubicBezTo>
                    <a:pt x="2462468" y="1739377"/>
                    <a:pt x="2456187" y="1754541"/>
                    <a:pt x="2445007" y="1765722"/>
                  </a:cubicBezTo>
                  <a:cubicBezTo>
                    <a:pt x="2433826" y="1776902"/>
                    <a:pt x="2418661" y="1783184"/>
                    <a:pt x="2402850" y="1783184"/>
                  </a:cubicBezTo>
                  <a:lnTo>
                    <a:pt x="59619" y="1783184"/>
                  </a:lnTo>
                  <a:cubicBezTo>
                    <a:pt x="26692" y="1783184"/>
                    <a:pt x="0" y="1756491"/>
                    <a:pt x="0" y="1723565"/>
                  </a:cubicBezTo>
                  <a:lnTo>
                    <a:pt x="0" y="59619"/>
                  </a:lnTo>
                  <a:cubicBezTo>
                    <a:pt x="0" y="43807"/>
                    <a:pt x="6281" y="28643"/>
                    <a:pt x="17462" y="17462"/>
                  </a:cubicBezTo>
                  <a:cubicBezTo>
                    <a:pt x="28643" y="6281"/>
                    <a:pt x="43807" y="0"/>
                    <a:pt x="59619" y="0"/>
                  </a:cubicBezTo>
                  <a:close/>
                </a:path>
              </a:pathLst>
            </a:custGeom>
            <a:solidFill>
              <a:srgbClr val="D7FF8A"/>
            </a:solidFill>
          </p:spPr>
        </p:sp>
        <p:sp>
          <p:nvSpPr>
            <p:cNvPr id="4" name="TextBox 4"/>
            <p:cNvSpPr txBox="1"/>
            <p:nvPr/>
          </p:nvSpPr>
          <p:spPr>
            <a:xfrm>
              <a:off x="0" y="-9525"/>
              <a:ext cx="2462469" cy="1792709"/>
            </a:xfrm>
            <a:prstGeom prst="rect">
              <a:avLst/>
            </a:prstGeom>
          </p:spPr>
          <p:txBody>
            <a:bodyPr lIns="50800" tIns="50800" rIns="50800" bIns="50800" rtlCol="0" anchor="ctr"/>
            <a:lstStyle/>
            <a:p>
              <a:pPr algn="ctr">
                <a:lnSpc>
                  <a:spcPts val="2879"/>
                </a:lnSpc>
              </a:pPr>
              <a:endParaRPr/>
            </a:p>
          </p:txBody>
        </p:sp>
      </p:grpSp>
      <p:sp>
        <p:nvSpPr>
          <p:cNvPr id="5" name="Freeform 5"/>
          <p:cNvSpPr/>
          <p:nvPr/>
        </p:nvSpPr>
        <p:spPr>
          <a:xfrm>
            <a:off x="14972312" y="8439143"/>
            <a:ext cx="2286988" cy="819157"/>
          </a:xfrm>
          <a:custGeom>
            <a:avLst/>
            <a:gdLst/>
            <a:ahLst/>
            <a:cxnLst/>
            <a:rect l="l" t="t" r="r" b="b"/>
            <a:pathLst>
              <a:path w="2286988" h="819157">
                <a:moveTo>
                  <a:pt x="0" y="0"/>
                </a:moveTo>
                <a:lnTo>
                  <a:pt x="2286988" y="0"/>
                </a:lnTo>
                <a:lnTo>
                  <a:pt x="2286988" y="819157"/>
                </a:lnTo>
                <a:lnTo>
                  <a:pt x="0" y="8191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028700" y="971550"/>
            <a:ext cx="841559" cy="1044825"/>
          </a:xfrm>
          <a:custGeom>
            <a:avLst/>
            <a:gdLst/>
            <a:ahLst/>
            <a:cxnLst/>
            <a:rect l="l" t="t" r="r" b="b"/>
            <a:pathLst>
              <a:path w="841559" h="1044825">
                <a:moveTo>
                  <a:pt x="0" y="0"/>
                </a:moveTo>
                <a:lnTo>
                  <a:pt x="841559" y="0"/>
                </a:lnTo>
                <a:lnTo>
                  <a:pt x="841559" y="1044825"/>
                </a:lnTo>
                <a:lnTo>
                  <a:pt x="0" y="104482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2101532" y="1269701"/>
            <a:ext cx="2466412" cy="478548"/>
          </a:xfrm>
          <a:prstGeom prst="rect">
            <a:avLst/>
          </a:prstGeom>
        </p:spPr>
        <p:txBody>
          <a:bodyPr lIns="0" tIns="0" rIns="0" bIns="0" rtlCol="0" anchor="t">
            <a:spAutoFit/>
          </a:bodyPr>
          <a:lstStyle/>
          <a:p>
            <a:pPr algn="l">
              <a:lnSpc>
                <a:spcPts val="3595"/>
              </a:lnSpc>
            </a:pPr>
            <a:r>
              <a:rPr lang="en-US" sz="3595" spc="-107">
                <a:solidFill>
                  <a:srgbClr val="FFFFFF"/>
                </a:solidFill>
                <a:latin typeface="Radio"/>
                <a:ea typeface="Radio"/>
                <a:cs typeface="Radio"/>
                <a:sym typeface="Radio"/>
              </a:rPr>
              <a:t>Larana, Inc.</a:t>
            </a:r>
          </a:p>
        </p:txBody>
      </p:sp>
      <p:sp>
        <p:nvSpPr>
          <p:cNvPr id="8" name="TextBox 8"/>
          <p:cNvSpPr txBox="1"/>
          <p:nvPr/>
        </p:nvSpPr>
        <p:spPr>
          <a:xfrm>
            <a:off x="14368253" y="1303463"/>
            <a:ext cx="2891047" cy="371475"/>
          </a:xfrm>
          <a:prstGeom prst="rect">
            <a:avLst/>
          </a:prstGeom>
        </p:spPr>
        <p:txBody>
          <a:bodyPr lIns="0" tIns="0" rIns="0" bIns="0" rtlCol="0" anchor="t">
            <a:spAutoFit/>
          </a:bodyPr>
          <a:lstStyle/>
          <a:p>
            <a:pPr algn="r">
              <a:lnSpc>
                <a:spcPts val="2879"/>
              </a:lnSpc>
            </a:pPr>
            <a:r>
              <a:rPr lang="en-US" sz="2400" spc="-72">
                <a:solidFill>
                  <a:srgbClr val="FFFFFF"/>
                </a:solidFill>
                <a:latin typeface="Arimo"/>
                <a:ea typeface="Arimo"/>
                <a:cs typeface="Arimo"/>
                <a:sym typeface="Arimo"/>
              </a:rPr>
              <a:t>November 20th, 2025</a:t>
            </a:r>
          </a:p>
        </p:txBody>
      </p:sp>
      <p:sp>
        <p:nvSpPr>
          <p:cNvPr id="9" name="TextBox 9"/>
          <p:cNvSpPr txBox="1"/>
          <p:nvPr/>
        </p:nvSpPr>
        <p:spPr>
          <a:xfrm>
            <a:off x="12354430" y="1303463"/>
            <a:ext cx="2013823" cy="371475"/>
          </a:xfrm>
          <a:prstGeom prst="rect">
            <a:avLst/>
          </a:prstGeom>
        </p:spPr>
        <p:txBody>
          <a:bodyPr lIns="0" tIns="0" rIns="0" bIns="0" rtlCol="0" anchor="t">
            <a:spAutoFit/>
          </a:bodyPr>
          <a:lstStyle/>
          <a:p>
            <a:pPr algn="l">
              <a:lnSpc>
                <a:spcPts val="2879"/>
              </a:lnSpc>
            </a:pPr>
            <a:r>
              <a:rPr lang="en-US" sz="2400" b="1" spc="-72">
                <a:solidFill>
                  <a:srgbClr val="FFFFFF"/>
                </a:solidFill>
                <a:latin typeface="Arimo Bold"/>
                <a:ea typeface="Arimo Bold"/>
                <a:cs typeface="Arimo Bold"/>
                <a:sym typeface="Arimo Bold"/>
              </a:rPr>
              <a:t>Chiaki Sato</a:t>
            </a:r>
          </a:p>
        </p:txBody>
      </p:sp>
      <p:sp>
        <p:nvSpPr>
          <p:cNvPr id="10" name="TextBox 10"/>
          <p:cNvSpPr txBox="1"/>
          <p:nvPr/>
        </p:nvSpPr>
        <p:spPr>
          <a:xfrm>
            <a:off x="13210823" y="2494586"/>
            <a:ext cx="4048477" cy="992505"/>
          </a:xfrm>
          <a:prstGeom prst="rect">
            <a:avLst/>
          </a:prstGeom>
        </p:spPr>
        <p:txBody>
          <a:bodyPr lIns="0" tIns="0" rIns="0" bIns="0" rtlCol="0" anchor="t">
            <a:spAutoFit/>
          </a:bodyPr>
          <a:lstStyle/>
          <a:p>
            <a:pPr algn="r">
              <a:lnSpc>
                <a:spcPts val="7200"/>
              </a:lnSpc>
            </a:pPr>
            <a:r>
              <a:rPr lang="en-US" sz="7200" b="1" spc="-215">
                <a:solidFill>
                  <a:srgbClr val="A3D435"/>
                </a:solidFill>
                <a:latin typeface="Arimo Bold"/>
                <a:ea typeface="Arimo Bold"/>
                <a:cs typeface="Arimo Bold"/>
                <a:sym typeface="Arimo Bold"/>
              </a:rPr>
              <a:t>Module 9</a:t>
            </a:r>
          </a:p>
        </p:txBody>
      </p:sp>
      <p:sp>
        <p:nvSpPr>
          <p:cNvPr id="11" name="TextBox 11"/>
          <p:cNvSpPr txBox="1"/>
          <p:nvPr/>
        </p:nvSpPr>
        <p:spPr>
          <a:xfrm>
            <a:off x="11874762" y="3591866"/>
            <a:ext cx="5384538" cy="2821305"/>
          </a:xfrm>
          <a:prstGeom prst="rect">
            <a:avLst/>
          </a:prstGeom>
        </p:spPr>
        <p:txBody>
          <a:bodyPr lIns="0" tIns="0" rIns="0" bIns="0" rtlCol="0" anchor="t">
            <a:spAutoFit/>
          </a:bodyPr>
          <a:lstStyle/>
          <a:p>
            <a:pPr algn="r">
              <a:lnSpc>
                <a:spcPts val="7200"/>
              </a:lnSpc>
            </a:pPr>
            <a:r>
              <a:rPr lang="en-US" sz="7200" spc="-215">
                <a:solidFill>
                  <a:srgbClr val="E6EBEB"/>
                </a:solidFill>
                <a:latin typeface="Arimo"/>
                <a:ea typeface="Arimo"/>
                <a:cs typeface="Arimo"/>
                <a:sym typeface="Arimo"/>
              </a:rPr>
              <a:t>Portfolio &amp; Career Preparation</a:t>
            </a:r>
          </a:p>
        </p:txBody>
      </p:sp>
      <p:sp>
        <p:nvSpPr>
          <p:cNvPr id="12" name="TextBox 12"/>
          <p:cNvSpPr txBox="1"/>
          <p:nvPr/>
        </p:nvSpPr>
        <p:spPr>
          <a:xfrm>
            <a:off x="1912932" y="3326541"/>
            <a:ext cx="7581221" cy="254317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Lorem ipsum dolor sit amet, consectetur adipiscing elit. Nunc ac felis nisi. Quisque condimentum consequat lorem, sit amet facilisis purus hendrerit varius. Aenean sit amet varius metus. Vivamus tristique ante et facilisis mollis. Maecenas velit urna, mollis vitae nisl id, lobortis rutrum nibh. Nullam justo elit, porttitor fermentum ante quis, molestie ornare neque. Pellentesque at sapien ligula.</a:t>
            </a:r>
          </a:p>
        </p:txBody>
      </p:sp>
      <p:sp>
        <p:nvSpPr>
          <p:cNvPr id="13" name="TextBox 13"/>
          <p:cNvSpPr txBox="1"/>
          <p:nvPr/>
        </p:nvSpPr>
        <p:spPr>
          <a:xfrm>
            <a:off x="1912932" y="6289346"/>
            <a:ext cx="7581221" cy="2181225"/>
          </a:xfrm>
          <a:prstGeom prst="rect">
            <a:avLst/>
          </a:prstGeom>
        </p:spPr>
        <p:txBody>
          <a:bodyPr lIns="0" tIns="0" rIns="0" bIns="0" rtlCol="0" anchor="t">
            <a:spAutoFit/>
          </a:bodyPr>
          <a:lstStyle/>
          <a:p>
            <a:pPr algn="just">
              <a:lnSpc>
                <a:spcPts val="2879"/>
              </a:lnSpc>
              <a:spcBef>
                <a:spcPct val="0"/>
              </a:spcBef>
            </a:pPr>
            <a:r>
              <a:rPr lang="en-US" sz="2400" spc="-72">
                <a:solidFill>
                  <a:srgbClr val="21211F"/>
                </a:solidFill>
                <a:latin typeface="Arimo"/>
                <a:ea typeface="Arimo"/>
                <a:cs typeface="Arimo"/>
                <a:sym typeface="Arimo"/>
              </a:rPr>
              <a:t>Duis at tellus ligula. Vestibulum commodo, est id facilisis dictum, nisi felis fermentum dolor, quis rhoncus tortor felis sed nulla. Vestibulum non tincidunt arcu, vel bibendum nunc. Quisque sed ipsum ornare, maximus massa in, auctor mauris. Phasellus consequat massa ut ultrices vulputate. Ut mollis ante vel enim pellentesque, 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1196</Words>
  <Application>Microsoft Office PowerPoint</Application>
  <PresentationFormat>Произвольный</PresentationFormat>
  <Paragraphs>72</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Arimo Bold</vt:lpstr>
      <vt:lpstr>Calibri</vt:lpstr>
      <vt:lpstr>Arimo</vt:lpstr>
      <vt:lpstr>Arial</vt:lpstr>
      <vt:lpstr>Radio</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Green Simple Module Overviews Presentation</dc:title>
  <cp:lastModifiedBy>sekal sekal</cp:lastModifiedBy>
  <cp:revision>2</cp:revision>
  <dcterms:created xsi:type="dcterms:W3CDTF">2006-08-16T00:00:00Z</dcterms:created>
  <dcterms:modified xsi:type="dcterms:W3CDTF">2026-04-20T00:26:15Z</dcterms:modified>
  <dc:identifier>DAHHVozHmyw</dc:identifier>
</cp:coreProperties>
</file>