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Poppins" panose="000005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492"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9501831" cy="8229600"/>
            <a:chOff x="0" y="0"/>
            <a:chExt cx="2502540" cy="2167467"/>
          </a:xfrm>
        </p:grpSpPr>
        <p:sp>
          <p:nvSpPr>
            <p:cNvPr id="3" name="Freeform 3"/>
            <p:cNvSpPr/>
            <p:nvPr/>
          </p:nvSpPr>
          <p:spPr>
            <a:xfrm>
              <a:off x="0" y="0"/>
              <a:ext cx="2502540" cy="2167467"/>
            </a:xfrm>
            <a:custGeom>
              <a:avLst/>
              <a:gdLst/>
              <a:ahLst/>
              <a:cxnLst/>
              <a:rect l="l" t="t" r="r" b="b"/>
              <a:pathLst>
                <a:path w="2502540" h="2167467">
                  <a:moveTo>
                    <a:pt x="0" y="0"/>
                  </a:moveTo>
                  <a:lnTo>
                    <a:pt x="2502540" y="0"/>
                  </a:lnTo>
                  <a:lnTo>
                    <a:pt x="2502540" y="2167467"/>
                  </a:lnTo>
                  <a:lnTo>
                    <a:pt x="0" y="2167467"/>
                  </a:lnTo>
                  <a:close/>
                </a:path>
              </a:pathLst>
            </a:custGeom>
            <a:solidFill>
              <a:srgbClr val="000000"/>
            </a:solidFill>
            <a:ln w="19050" cap="sq">
              <a:solidFill>
                <a:srgbClr val="FF3131"/>
              </a:solidFill>
              <a:prstDash val="solid"/>
              <a:miter/>
            </a:ln>
          </p:spPr>
        </p:sp>
        <p:sp>
          <p:nvSpPr>
            <p:cNvPr id="4" name="TextBox 4"/>
            <p:cNvSpPr txBox="1"/>
            <p:nvPr/>
          </p:nvSpPr>
          <p:spPr>
            <a:xfrm>
              <a:off x="0" y="-57150"/>
              <a:ext cx="2502540" cy="2224617"/>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9144000" y="1028700"/>
            <a:ext cx="8115300" cy="8229600"/>
            <a:chOff x="0" y="0"/>
            <a:chExt cx="1257272" cy="1274980"/>
          </a:xfrm>
        </p:grpSpPr>
        <p:sp>
          <p:nvSpPr>
            <p:cNvPr id="6" name="Freeform 6"/>
            <p:cNvSpPr/>
            <p:nvPr/>
          </p:nvSpPr>
          <p:spPr>
            <a:xfrm>
              <a:off x="0" y="0"/>
              <a:ext cx="1257272" cy="1274980"/>
            </a:xfrm>
            <a:custGeom>
              <a:avLst/>
              <a:gdLst/>
              <a:ahLst/>
              <a:cxnLst/>
              <a:rect l="l" t="t" r="r" b="b"/>
              <a:pathLst>
                <a:path w="1257272" h="1274980">
                  <a:moveTo>
                    <a:pt x="0" y="0"/>
                  </a:moveTo>
                  <a:lnTo>
                    <a:pt x="1257272" y="0"/>
                  </a:lnTo>
                  <a:lnTo>
                    <a:pt x="1257272" y="1274980"/>
                  </a:lnTo>
                  <a:lnTo>
                    <a:pt x="0" y="1274980"/>
                  </a:lnTo>
                  <a:close/>
                </a:path>
              </a:pathLst>
            </a:custGeom>
            <a:blipFill>
              <a:blip r:embed="rId2"/>
              <a:stretch>
                <a:fillRect l="-40250" r="-40250"/>
              </a:stretch>
            </a:blipFill>
            <a:ln w="19050" cap="sq">
              <a:solidFill>
                <a:srgbClr val="FF3131"/>
              </a:solidFill>
              <a:prstDash val="solid"/>
              <a:miter/>
            </a:ln>
          </p:spPr>
        </p:sp>
      </p:grpSp>
      <p:grpSp>
        <p:nvGrpSpPr>
          <p:cNvPr id="7" name="Group 7"/>
          <p:cNvGrpSpPr/>
          <p:nvPr/>
        </p:nvGrpSpPr>
        <p:grpSpPr>
          <a:xfrm>
            <a:off x="5842758" y="668623"/>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a:off x="1028700" y="8898223"/>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a:off x="2432541" y="5695087"/>
            <a:ext cx="5377547" cy="837236"/>
            <a:chOff x="0" y="0"/>
            <a:chExt cx="1416309" cy="220507"/>
          </a:xfrm>
        </p:grpSpPr>
        <p:sp>
          <p:nvSpPr>
            <p:cNvPr id="28" name="Freeform 28"/>
            <p:cNvSpPr/>
            <p:nvPr/>
          </p:nvSpPr>
          <p:spPr>
            <a:xfrm>
              <a:off x="0" y="0"/>
              <a:ext cx="1416309" cy="220507"/>
            </a:xfrm>
            <a:custGeom>
              <a:avLst/>
              <a:gdLst/>
              <a:ahLst/>
              <a:cxnLst/>
              <a:rect l="l" t="t" r="r" b="b"/>
              <a:pathLst>
                <a:path w="1416309" h="220507">
                  <a:moveTo>
                    <a:pt x="0" y="0"/>
                  </a:moveTo>
                  <a:lnTo>
                    <a:pt x="1416309" y="0"/>
                  </a:lnTo>
                  <a:lnTo>
                    <a:pt x="1416309" y="220507"/>
                  </a:lnTo>
                  <a:lnTo>
                    <a:pt x="0" y="220507"/>
                  </a:lnTo>
                  <a:close/>
                </a:path>
              </a:pathLst>
            </a:custGeom>
            <a:solidFill>
              <a:srgbClr val="FF3131"/>
            </a:solidFill>
          </p:spPr>
        </p:sp>
        <p:sp>
          <p:nvSpPr>
            <p:cNvPr id="29" name="TextBox 29"/>
            <p:cNvSpPr txBox="1"/>
            <p:nvPr/>
          </p:nvSpPr>
          <p:spPr>
            <a:xfrm>
              <a:off x="0" y="-66675"/>
              <a:ext cx="1416309"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Innovate, Design, Build the Future</a:t>
              </a:r>
            </a:p>
          </p:txBody>
        </p:sp>
      </p:grpSp>
      <p:grpSp>
        <p:nvGrpSpPr>
          <p:cNvPr id="30" name="Group 30"/>
          <p:cNvGrpSpPr/>
          <p:nvPr/>
        </p:nvGrpSpPr>
        <p:grpSpPr>
          <a:xfrm>
            <a:off x="13309621" y="8193526"/>
            <a:ext cx="2995645" cy="704697"/>
            <a:chOff x="0" y="0"/>
            <a:chExt cx="788976" cy="185599"/>
          </a:xfrm>
        </p:grpSpPr>
        <p:sp>
          <p:nvSpPr>
            <p:cNvPr id="31" name="Freeform 31"/>
            <p:cNvSpPr/>
            <p:nvPr/>
          </p:nvSpPr>
          <p:spPr>
            <a:xfrm>
              <a:off x="0" y="0"/>
              <a:ext cx="788976" cy="185599"/>
            </a:xfrm>
            <a:custGeom>
              <a:avLst/>
              <a:gdLst/>
              <a:ahLst/>
              <a:cxnLst/>
              <a:rect l="l" t="t" r="r" b="b"/>
              <a:pathLst>
                <a:path w="788976" h="185599">
                  <a:moveTo>
                    <a:pt x="0" y="0"/>
                  </a:moveTo>
                  <a:lnTo>
                    <a:pt x="788976" y="0"/>
                  </a:lnTo>
                  <a:lnTo>
                    <a:pt x="788976" y="185599"/>
                  </a:lnTo>
                  <a:lnTo>
                    <a:pt x="0" y="185599"/>
                  </a:lnTo>
                  <a:close/>
                </a:path>
              </a:pathLst>
            </a:custGeom>
            <a:solidFill>
              <a:srgbClr val="FF3131"/>
            </a:solidFill>
            <a:ln w="19050" cap="sq">
              <a:solidFill>
                <a:srgbClr val="FFFFFF"/>
              </a:solidFill>
              <a:prstDash val="solid"/>
              <a:miter/>
            </a:ln>
          </p:spPr>
        </p:sp>
        <p:sp>
          <p:nvSpPr>
            <p:cNvPr id="32" name="TextBox 32"/>
            <p:cNvSpPr txBox="1"/>
            <p:nvPr/>
          </p:nvSpPr>
          <p:spPr>
            <a:xfrm>
              <a:off x="0" y="-66675"/>
              <a:ext cx="788976" cy="252274"/>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@reallygreatsite</a:t>
              </a:r>
            </a:p>
          </p:txBody>
        </p:sp>
      </p:grpSp>
      <p:grpSp>
        <p:nvGrpSpPr>
          <p:cNvPr id="33" name="Group 33"/>
          <p:cNvGrpSpPr/>
          <p:nvPr/>
        </p:nvGrpSpPr>
        <p:grpSpPr>
          <a:xfrm>
            <a:off x="10098035" y="8193526"/>
            <a:ext cx="2995645" cy="704697"/>
            <a:chOff x="0" y="0"/>
            <a:chExt cx="788976" cy="185599"/>
          </a:xfrm>
        </p:grpSpPr>
        <p:sp>
          <p:nvSpPr>
            <p:cNvPr id="34" name="Freeform 34"/>
            <p:cNvSpPr/>
            <p:nvPr/>
          </p:nvSpPr>
          <p:spPr>
            <a:xfrm>
              <a:off x="0" y="0"/>
              <a:ext cx="788976" cy="185599"/>
            </a:xfrm>
            <a:custGeom>
              <a:avLst/>
              <a:gdLst/>
              <a:ahLst/>
              <a:cxnLst/>
              <a:rect l="l" t="t" r="r" b="b"/>
              <a:pathLst>
                <a:path w="788976" h="185599">
                  <a:moveTo>
                    <a:pt x="0" y="0"/>
                  </a:moveTo>
                  <a:lnTo>
                    <a:pt x="788976" y="0"/>
                  </a:lnTo>
                  <a:lnTo>
                    <a:pt x="788976" y="185599"/>
                  </a:lnTo>
                  <a:lnTo>
                    <a:pt x="0" y="185599"/>
                  </a:lnTo>
                  <a:close/>
                </a:path>
              </a:pathLst>
            </a:custGeom>
            <a:solidFill>
              <a:srgbClr val="FF3131"/>
            </a:solidFill>
            <a:ln w="19050" cap="sq">
              <a:solidFill>
                <a:srgbClr val="FFFFFF"/>
              </a:solidFill>
              <a:prstDash val="solid"/>
              <a:miter/>
            </a:ln>
          </p:spPr>
        </p:sp>
        <p:sp>
          <p:nvSpPr>
            <p:cNvPr id="35" name="TextBox 35"/>
            <p:cNvSpPr txBox="1"/>
            <p:nvPr/>
          </p:nvSpPr>
          <p:spPr>
            <a:xfrm>
              <a:off x="0" y="-66675"/>
              <a:ext cx="788976" cy="252274"/>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Thynk Unlimited</a:t>
              </a:r>
            </a:p>
          </p:txBody>
        </p:sp>
      </p:grpSp>
      <p:grpSp>
        <p:nvGrpSpPr>
          <p:cNvPr id="36" name="Group 36"/>
          <p:cNvGrpSpPr/>
          <p:nvPr/>
        </p:nvGrpSpPr>
        <p:grpSpPr>
          <a:xfrm>
            <a:off x="4681327" y="2310863"/>
            <a:ext cx="879973" cy="879973"/>
            <a:chOff x="0" y="0"/>
            <a:chExt cx="736600" cy="736600"/>
          </a:xfrm>
        </p:grpSpPr>
        <p:sp>
          <p:nvSpPr>
            <p:cNvPr id="37" name="Freeform 37"/>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38" name="TextBox 38"/>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39" name="Group 39"/>
          <p:cNvGrpSpPr/>
          <p:nvPr/>
        </p:nvGrpSpPr>
        <p:grpSpPr>
          <a:xfrm>
            <a:off x="4681327" y="7096164"/>
            <a:ext cx="879973" cy="879973"/>
            <a:chOff x="0" y="0"/>
            <a:chExt cx="736600" cy="736600"/>
          </a:xfrm>
        </p:grpSpPr>
        <p:sp>
          <p:nvSpPr>
            <p:cNvPr id="40" name="Freeform 40"/>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1" name="TextBox 41"/>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42" name="TextBox 42"/>
          <p:cNvSpPr txBox="1"/>
          <p:nvPr/>
        </p:nvSpPr>
        <p:spPr>
          <a:xfrm>
            <a:off x="1566945" y="3449877"/>
            <a:ext cx="7108738" cy="1970343"/>
          </a:xfrm>
          <a:prstGeom prst="rect">
            <a:avLst/>
          </a:prstGeom>
        </p:spPr>
        <p:txBody>
          <a:bodyPr lIns="0" tIns="0" rIns="0" bIns="0" rtlCol="0" anchor="t">
            <a:spAutoFit/>
          </a:bodyPr>
          <a:lstStyle/>
          <a:p>
            <a:pPr algn="ctr">
              <a:lnSpc>
                <a:spcPts val="15345"/>
              </a:lnSpc>
              <a:spcBef>
                <a:spcPct val="0"/>
              </a:spcBef>
            </a:pPr>
            <a:r>
              <a:rPr lang="en-US" sz="10961" spc="-865">
                <a:solidFill>
                  <a:srgbClr val="FFFFFF"/>
                </a:solidFill>
                <a:latin typeface="Poppins"/>
                <a:ea typeface="Poppins"/>
                <a:cs typeface="Poppins"/>
                <a:sym typeface="Poppins"/>
              </a:rPr>
              <a:t>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360077" y="360077"/>
            <a:ext cx="17567845" cy="9566845"/>
            <a:chOff x="0" y="0"/>
            <a:chExt cx="4626922" cy="2519663"/>
          </a:xfrm>
        </p:grpSpPr>
        <p:sp>
          <p:nvSpPr>
            <p:cNvPr id="3" name="Freeform 3"/>
            <p:cNvSpPr/>
            <p:nvPr/>
          </p:nvSpPr>
          <p:spPr>
            <a:xfrm>
              <a:off x="0" y="0"/>
              <a:ext cx="4626922" cy="2519663"/>
            </a:xfrm>
            <a:custGeom>
              <a:avLst/>
              <a:gdLst/>
              <a:ahLst/>
              <a:cxnLst/>
              <a:rect l="l" t="t" r="r" b="b"/>
              <a:pathLst>
                <a:path w="4626922" h="2519663">
                  <a:moveTo>
                    <a:pt x="0" y="0"/>
                  </a:moveTo>
                  <a:lnTo>
                    <a:pt x="4626922" y="0"/>
                  </a:lnTo>
                  <a:lnTo>
                    <a:pt x="4626922" y="2519663"/>
                  </a:lnTo>
                  <a:lnTo>
                    <a:pt x="0" y="2519663"/>
                  </a:lnTo>
                  <a:close/>
                </a:path>
              </a:pathLst>
            </a:custGeom>
            <a:solidFill>
              <a:srgbClr val="000000"/>
            </a:solidFill>
            <a:ln w="19050" cap="sq">
              <a:solidFill>
                <a:srgbClr val="FF3131"/>
              </a:solidFill>
              <a:prstDash val="solid"/>
              <a:miter/>
            </a:ln>
          </p:spPr>
        </p:sp>
        <p:sp>
          <p:nvSpPr>
            <p:cNvPr id="4" name="TextBox 4"/>
            <p:cNvSpPr txBox="1"/>
            <p:nvPr/>
          </p:nvSpPr>
          <p:spPr>
            <a:xfrm>
              <a:off x="0" y="-57150"/>
              <a:ext cx="4626922" cy="257681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0062073" y="1028700"/>
            <a:ext cx="7197227" cy="8229600"/>
            <a:chOff x="0" y="0"/>
            <a:chExt cx="1410126" cy="1612395"/>
          </a:xfrm>
        </p:grpSpPr>
        <p:sp>
          <p:nvSpPr>
            <p:cNvPr id="6" name="Freeform 6"/>
            <p:cNvSpPr/>
            <p:nvPr/>
          </p:nvSpPr>
          <p:spPr>
            <a:xfrm>
              <a:off x="0" y="0"/>
              <a:ext cx="1410126" cy="1612395"/>
            </a:xfrm>
            <a:custGeom>
              <a:avLst/>
              <a:gdLst/>
              <a:ahLst/>
              <a:cxnLst/>
              <a:rect l="l" t="t" r="r" b="b"/>
              <a:pathLst>
                <a:path w="1410126" h="1612395">
                  <a:moveTo>
                    <a:pt x="0" y="0"/>
                  </a:moveTo>
                  <a:lnTo>
                    <a:pt x="1410126" y="0"/>
                  </a:lnTo>
                  <a:lnTo>
                    <a:pt x="1410126" y="1612395"/>
                  </a:lnTo>
                  <a:lnTo>
                    <a:pt x="0" y="1612395"/>
                  </a:lnTo>
                  <a:close/>
                </a:path>
              </a:pathLst>
            </a:custGeom>
            <a:blipFill>
              <a:blip r:embed="rId2"/>
              <a:stretch>
                <a:fillRect l="-35680" r="-35680"/>
              </a:stretch>
            </a:blipFill>
            <a:ln w="19050" cap="sq">
              <a:solidFill>
                <a:srgbClr val="FF3131"/>
              </a:solidFill>
              <a:prstDash val="solid"/>
              <a:miter/>
            </a:ln>
          </p:spPr>
        </p:sp>
      </p:grpSp>
      <p:grpSp>
        <p:nvGrpSpPr>
          <p:cNvPr id="7" name="Group 7"/>
          <p:cNvGrpSpPr/>
          <p:nvPr/>
        </p:nvGrpSpPr>
        <p:grpSpPr>
          <a:xfrm>
            <a:off x="13958058" y="-360077"/>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rot="5400000">
            <a:off x="16637379" y="7916224"/>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rot="5400000">
            <a:off x="-1650621" y="1650621"/>
            <a:ext cx="3301242" cy="720155"/>
            <a:chOff x="0" y="0"/>
            <a:chExt cx="4401656" cy="960206"/>
          </a:xfrm>
        </p:grpSpPr>
        <p:grpSp>
          <p:nvGrpSpPr>
            <p:cNvPr id="28" name="Group 28"/>
            <p:cNvGrpSpPr/>
            <p:nvPr/>
          </p:nvGrpSpPr>
          <p:grpSpPr>
            <a:xfrm>
              <a:off x="0" y="0"/>
              <a:ext cx="2057400" cy="960206"/>
              <a:chOff x="0" y="0"/>
              <a:chExt cx="406400" cy="189670"/>
            </a:xfrm>
          </p:grpSpPr>
          <p:sp>
            <p:nvSpPr>
              <p:cNvPr id="29" name="Freeform 2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0" name="TextBox 3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1" name="Group 31"/>
            <p:cNvGrpSpPr/>
            <p:nvPr/>
          </p:nvGrpSpPr>
          <p:grpSpPr>
            <a:xfrm>
              <a:off x="1172128" y="0"/>
              <a:ext cx="2057400" cy="960206"/>
              <a:chOff x="0" y="0"/>
              <a:chExt cx="406400" cy="189670"/>
            </a:xfrm>
          </p:grpSpPr>
          <p:sp>
            <p:nvSpPr>
              <p:cNvPr id="32" name="Freeform 3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3" name="TextBox 3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2344256" y="0"/>
              <a:ext cx="2057400" cy="960206"/>
              <a:chOff x="0" y="0"/>
              <a:chExt cx="406400" cy="189670"/>
            </a:xfrm>
          </p:grpSpPr>
          <p:sp>
            <p:nvSpPr>
              <p:cNvPr id="35" name="Freeform 3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6" name="TextBox 3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37" name="Group 37"/>
          <p:cNvGrpSpPr/>
          <p:nvPr/>
        </p:nvGrpSpPr>
        <p:grpSpPr>
          <a:xfrm>
            <a:off x="1028700" y="9926923"/>
            <a:ext cx="3301242" cy="720155"/>
            <a:chOff x="0" y="0"/>
            <a:chExt cx="4401656" cy="960206"/>
          </a:xfrm>
        </p:grpSpPr>
        <p:grpSp>
          <p:nvGrpSpPr>
            <p:cNvPr id="38" name="Group 38"/>
            <p:cNvGrpSpPr/>
            <p:nvPr/>
          </p:nvGrpSpPr>
          <p:grpSpPr>
            <a:xfrm>
              <a:off x="0" y="0"/>
              <a:ext cx="2057400" cy="960206"/>
              <a:chOff x="0" y="0"/>
              <a:chExt cx="406400" cy="189670"/>
            </a:xfrm>
          </p:grpSpPr>
          <p:sp>
            <p:nvSpPr>
              <p:cNvPr id="39" name="Freeform 3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0" name="TextBox 4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1" name="Group 41"/>
            <p:cNvGrpSpPr/>
            <p:nvPr/>
          </p:nvGrpSpPr>
          <p:grpSpPr>
            <a:xfrm>
              <a:off x="1172128" y="0"/>
              <a:ext cx="2057400" cy="960206"/>
              <a:chOff x="0" y="0"/>
              <a:chExt cx="406400" cy="189670"/>
            </a:xfrm>
          </p:grpSpPr>
          <p:sp>
            <p:nvSpPr>
              <p:cNvPr id="42" name="Freeform 4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3" name="TextBox 4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4" name="Group 44"/>
            <p:cNvGrpSpPr/>
            <p:nvPr/>
          </p:nvGrpSpPr>
          <p:grpSpPr>
            <a:xfrm>
              <a:off x="2344256" y="0"/>
              <a:ext cx="2057400" cy="960206"/>
              <a:chOff x="0" y="0"/>
              <a:chExt cx="406400" cy="189670"/>
            </a:xfrm>
          </p:grpSpPr>
          <p:sp>
            <p:nvSpPr>
              <p:cNvPr id="45" name="Freeform 4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6" name="TextBox 4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47" name="Group 47"/>
          <p:cNvGrpSpPr/>
          <p:nvPr/>
        </p:nvGrpSpPr>
        <p:grpSpPr>
          <a:xfrm>
            <a:off x="2035262" y="5143500"/>
            <a:ext cx="4739779" cy="837236"/>
            <a:chOff x="0" y="0"/>
            <a:chExt cx="1248337" cy="220507"/>
          </a:xfrm>
        </p:grpSpPr>
        <p:sp>
          <p:nvSpPr>
            <p:cNvPr id="48" name="Freeform 48"/>
            <p:cNvSpPr/>
            <p:nvPr/>
          </p:nvSpPr>
          <p:spPr>
            <a:xfrm>
              <a:off x="0" y="0"/>
              <a:ext cx="1248337" cy="220507"/>
            </a:xfrm>
            <a:custGeom>
              <a:avLst/>
              <a:gdLst/>
              <a:ahLst/>
              <a:cxnLst/>
              <a:rect l="l" t="t" r="r" b="b"/>
              <a:pathLst>
                <a:path w="1248337" h="220507">
                  <a:moveTo>
                    <a:pt x="0" y="0"/>
                  </a:moveTo>
                  <a:lnTo>
                    <a:pt x="1248337" y="0"/>
                  </a:lnTo>
                  <a:lnTo>
                    <a:pt x="1248337" y="220507"/>
                  </a:lnTo>
                  <a:lnTo>
                    <a:pt x="0" y="220507"/>
                  </a:lnTo>
                  <a:close/>
                </a:path>
              </a:pathLst>
            </a:custGeom>
            <a:solidFill>
              <a:srgbClr val="FF3131"/>
            </a:solidFill>
          </p:spPr>
        </p:sp>
        <p:sp>
          <p:nvSpPr>
            <p:cNvPr id="49" name="TextBox 49"/>
            <p:cNvSpPr txBox="1"/>
            <p:nvPr/>
          </p:nvSpPr>
          <p:spPr>
            <a:xfrm>
              <a:off x="0" y="-66675"/>
              <a:ext cx="1248337"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Turning Ideas Into Reality</a:t>
              </a:r>
            </a:p>
          </p:txBody>
        </p:sp>
      </p:grpSp>
      <p:grpSp>
        <p:nvGrpSpPr>
          <p:cNvPr id="50" name="Group 50"/>
          <p:cNvGrpSpPr/>
          <p:nvPr/>
        </p:nvGrpSpPr>
        <p:grpSpPr>
          <a:xfrm>
            <a:off x="1155289" y="1130725"/>
            <a:ext cx="879973" cy="879973"/>
            <a:chOff x="0" y="0"/>
            <a:chExt cx="736600" cy="736600"/>
          </a:xfrm>
        </p:grpSpPr>
        <p:sp>
          <p:nvSpPr>
            <p:cNvPr id="51" name="Freeform 51"/>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2" name="TextBox 52"/>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53" name="Group 53"/>
          <p:cNvGrpSpPr/>
          <p:nvPr/>
        </p:nvGrpSpPr>
        <p:grpSpPr>
          <a:xfrm>
            <a:off x="8883095" y="8465910"/>
            <a:ext cx="879973" cy="879973"/>
            <a:chOff x="0" y="0"/>
            <a:chExt cx="736600" cy="736600"/>
          </a:xfrm>
        </p:grpSpPr>
        <p:sp>
          <p:nvSpPr>
            <p:cNvPr id="54" name="Freeform 54"/>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5" name="TextBox 55"/>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56" name="TextBox 56"/>
          <p:cNvSpPr txBox="1"/>
          <p:nvPr/>
        </p:nvSpPr>
        <p:spPr>
          <a:xfrm>
            <a:off x="2035262" y="2144049"/>
            <a:ext cx="7108738" cy="1789176"/>
          </a:xfrm>
          <a:prstGeom prst="rect">
            <a:avLst/>
          </a:prstGeom>
        </p:spPr>
        <p:txBody>
          <a:bodyPr lIns="0" tIns="0" rIns="0" bIns="0" rtlCol="0" anchor="t">
            <a:spAutoFit/>
          </a:bodyPr>
          <a:lstStyle/>
          <a:p>
            <a:pPr algn="l">
              <a:lnSpc>
                <a:spcPts val="6552"/>
              </a:lnSpc>
            </a:pPr>
            <a:r>
              <a:rPr lang="en-US" sz="7200" spc="-568">
                <a:solidFill>
                  <a:srgbClr val="FFFFFF"/>
                </a:solidFill>
                <a:latin typeface="Poppins"/>
                <a:ea typeface="Poppins"/>
                <a:cs typeface="Poppins"/>
                <a:sym typeface="Poppins"/>
              </a:rPr>
              <a:t>What is Engineering?</a:t>
            </a:r>
          </a:p>
        </p:txBody>
      </p:sp>
      <p:sp>
        <p:nvSpPr>
          <p:cNvPr id="57" name="TextBox 57"/>
          <p:cNvSpPr txBox="1"/>
          <p:nvPr/>
        </p:nvSpPr>
        <p:spPr>
          <a:xfrm>
            <a:off x="2073102" y="6568530"/>
            <a:ext cx="7070898" cy="1897380"/>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 Donec elementum commodo elit, id laoreet diam. In bibendum eget urna et elementum.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360077" y="360077"/>
            <a:ext cx="17567845" cy="9566845"/>
            <a:chOff x="0" y="0"/>
            <a:chExt cx="4626922" cy="2519663"/>
          </a:xfrm>
        </p:grpSpPr>
        <p:sp>
          <p:nvSpPr>
            <p:cNvPr id="3" name="Freeform 3"/>
            <p:cNvSpPr/>
            <p:nvPr/>
          </p:nvSpPr>
          <p:spPr>
            <a:xfrm>
              <a:off x="0" y="0"/>
              <a:ext cx="4626922" cy="2519663"/>
            </a:xfrm>
            <a:custGeom>
              <a:avLst/>
              <a:gdLst/>
              <a:ahLst/>
              <a:cxnLst/>
              <a:rect l="l" t="t" r="r" b="b"/>
              <a:pathLst>
                <a:path w="4626922" h="2519663">
                  <a:moveTo>
                    <a:pt x="0" y="0"/>
                  </a:moveTo>
                  <a:lnTo>
                    <a:pt x="4626922" y="0"/>
                  </a:lnTo>
                  <a:lnTo>
                    <a:pt x="4626922" y="2519663"/>
                  </a:lnTo>
                  <a:lnTo>
                    <a:pt x="0" y="2519663"/>
                  </a:lnTo>
                  <a:close/>
                </a:path>
              </a:pathLst>
            </a:custGeom>
            <a:solidFill>
              <a:srgbClr val="000000"/>
            </a:solidFill>
            <a:ln w="19050" cap="sq">
              <a:solidFill>
                <a:srgbClr val="FF3131"/>
              </a:solidFill>
              <a:prstDash val="solid"/>
              <a:miter/>
            </a:ln>
          </p:spPr>
        </p:sp>
        <p:sp>
          <p:nvSpPr>
            <p:cNvPr id="4" name="TextBox 4"/>
            <p:cNvSpPr txBox="1"/>
            <p:nvPr/>
          </p:nvSpPr>
          <p:spPr>
            <a:xfrm>
              <a:off x="0" y="-57150"/>
              <a:ext cx="4626922" cy="257681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028700" y="1028700"/>
            <a:ext cx="7197227" cy="8229600"/>
            <a:chOff x="0" y="0"/>
            <a:chExt cx="1410126" cy="1612395"/>
          </a:xfrm>
        </p:grpSpPr>
        <p:sp>
          <p:nvSpPr>
            <p:cNvPr id="6" name="Freeform 6"/>
            <p:cNvSpPr/>
            <p:nvPr/>
          </p:nvSpPr>
          <p:spPr>
            <a:xfrm>
              <a:off x="0" y="0"/>
              <a:ext cx="1410126" cy="1612395"/>
            </a:xfrm>
            <a:custGeom>
              <a:avLst/>
              <a:gdLst/>
              <a:ahLst/>
              <a:cxnLst/>
              <a:rect l="l" t="t" r="r" b="b"/>
              <a:pathLst>
                <a:path w="1410126" h="1612395">
                  <a:moveTo>
                    <a:pt x="0" y="0"/>
                  </a:moveTo>
                  <a:lnTo>
                    <a:pt x="1410126" y="0"/>
                  </a:lnTo>
                  <a:lnTo>
                    <a:pt x="1410126" y="1612395"/>
                  </a:lnTo>
                  <a:lnTo>
                    <a:pt x="0" y="1612395"/>
                  </a:lnTo>
                  <a:close/>
                </a:path>
              </a:pathLst>
            </a:custGeom>
            <a:blipFill>
              <a:blip r:embed="rId2"/>
              <a:stretch>
                <a:fillRect l="-35680" r="-35680"/>
              </a:stretch>
            </a:blipFill>
            <a:ln w="19050" cap="sq">
              <a:solidFill>
                <a:srgbClr val="FF3131"/>
              </a:solidFill>
              <a:prstDash val="solid"/>
              <a:miter/>
            </a:ln>
          </p:spPr>
        </p:sp>
      </p:grpSp>
      <p:grpSp>
        <p:nvGrpSpPr>
          <p:cNvPr id="7" name="Group 7"/>
          <p:cNvGrpSpPr/>
          <p:nvPr/>
        </p:nvGrpSpPr>
        <p:grpSpPr>
          <a:xfrm>
            <a:off x="13958058" y="-360077"/>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rot="5400000">
            <a:off x="16637379" y="7916224"/>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rot="5400000">
            <a:off x="-1650621" y="1650621"/>
            <a:ext cx="3301242" cy="720155"/>
            <a:chOff x="0" y="0"/>
            <a:chExt cx="4401656" cy="960206"/>
          </a:xfrm>
        </p:grpSpPr>
        <p:grpSp>
          <p:nvGrpSpPr>
            <p:cNvPr id="28" name="Group 28"/>
            <p:cNvGrpSpPr/>
            <p:nvPr/>
          </p:nvGrpSpPr>
          <p:grpSpPr>
            <a:xfrm>
              <a:off x="0" y="0"/>
              <a:ext cx="2057400" cy="960206"/>
              <a:chOff x="0" y="0"/>
              <a:chExt cx="406400" cy="189670"/>
            </a:xfrm>
          </p:grpSpPr>
          <p:sp>
            <p:nvSpPr>
              <p:cNvPr id="29" name="Freeform 2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0" name="TextBox 3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1" name="Group 31"/>
            <p:cNvGrpSpPr/>
            <p:nvPr/>
          </p:nvGrpSpPr>
          <p:grpSpPr>
            <a:xfrm>
              <a:off x="1172128" y="0"/>
              <a:ext cx="2057400" cy="960206"/>
              <a:chOff x="0" y="0"/>
              <a:chExt cx="406400" cy="189670"/>
            </a:xfrm>
          </p:grpSpPr>
          <p:sp>
            <p:nvSpPr>
              <p:cNvPr id="32" name="Freeform 3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3" name="TextBox 3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2344256" y="0"/>
              <a:ext cx="2057400" cy="960206"/>
              <a:chOff x="0" y="0"/>
              <a:chExt cx="406400" cy="189670"/>
            </a:xfrm>
          </p:grpSpPr>
          <p:sp>
            <p:nvSpPr>
              <p:cNvPr id="35" name="Freeform 3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6" name="TextBox 3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37" name="Group 37"/>
          <p:cNvGrpSpPr/>
          <p:nvPr/>
        </p:nvGrpSpPr>
        <p:grpSpPr>
          <a:xfrm>
            <a:off x="1028700" y="9926923"/>
            <a:ext cx="3301242" cy="720155"/>
            <a:chOff x="0" y="0"/>
            <a:chExt cx="4401656" cy="960206"/>
          </a:xfrm>
        </p:grpSpPr>
        <p:grpSp>
          <p:nvGrpSpPr>
            <p:cNvPr id="38" name="Group 38"/>
            <p:cNvGrpSpPr/>
            <p:nvPr/>
          </p:nvGrpSpPr>
          <p:grpSpPr>
            <a:xfrm>
              <a:off x="0" y="0"/>
              <a:ext cx="2057400" cy="960206"/>
              <a:chOff x="0" y="0"/>
              <a:chExt cx="406400" cy="189670"/>
            </a:xfrm>
          </p:grpSpPr>
          <p:sp>
            <p:nvSpPr>
              <p:cNvPr id="39" name="Freeform 3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0" name="TextBox 4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1" name="Group 41"/>
            <p:cNvGrpSpPr/>
            <p:nvPr/>
          </p:nvGrpSpPr>
          <p:grpSpPr>
            <a:xfrm>
              <a:off x="1172128" y="0"/>
              <a:ext cx="2057400" cy="960206"/>
              <a:chOff x="0" y="0"/>
              <a:chExt cx="406400" cy="189670"/>
            </a:xfrm>
          </p:grpSpPr>
          <p:sp>
            <p:nvSpPr>
              <p:cNvPr id="42" name="Freeform 4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3" name="TextBox 4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4" name="Group 44"/>
            <p:cNvGrpSpPr/>
            <p:nvPr/>
          </p:nvGrpSpPr>
          <p:grpSpPr>
            <a:xfrm>
              <a:off x="2344256" y="0"/>
              <a:ext cx="2057400" cy="960206"/>
              <a:chOff x="0" y="0"/>
              <a:chExt cx="406400" cy="189670"/>
            </a:xfrm>
          </p:grpSpPr>
          <p:sp>
            <p:nvSpPr>
              <p:cNvPr id="45" name="Freeform 4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6" name="TextBox 4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47" name="Group 47"/>
          <p:cNvGrpSpPr/>
          <p:nvPr/>
        </p:nvGrpSpPr>
        <p:grpSpPr>
          <a:xfrm>
            <a:off x="15991833" y="1570712"/>
            <a:ext cx="879973" cy="879973"/>
            <a:chOff x="0" y="0"/>
            <a:chExt cx="736600" cy="736600"/>
          </a:xfrm>
        </p:grpSpPr>
        <p:sp>
          <p:nvSpPr>
            <p:cNvPr id="48" name="Freeform 48"/>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9" name="TextBox 49"/>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50" name="Group 50"/>
          <p:cNvGrpSpPr/>
          <p:nvPr/>
        </p:nvGrpSpPr>
        <p:grpSpPr>
          <a:xfrm>
            <a:off x="8434255" y="8818313"/>
            <a:ext cx="879973" cy="879973"/>
            <a:chOff x="0" y="0"/>
            <a:chExt cx="736600" cy="736600"/>
          </a:xfrm>
        </p:grpSpPr>
        <p:sp>
          <p:nvSpPr>
            <p:cNvPr id="51" name="Freeform 51"/>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2" name="TextBox 52"/>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53" name="TextBox 53"/>
          <p:cNvSpPr txBox="1"/>
          <p:nvPr/>
        </p:nvSpPr>
        <p:spPr>
          <a:xfrm>
            <a:off x="9522556" y="2144049"/>
            <a:ext cx="7108738" cy="1789176"/>
          </a:xfrm>
          <a:prstGeom prst="rect">
            <a:avLst/>
          </a:prstGeom>
        </p:spPr>
        <p:txBody>
          <a:bodyPr lIns="0" tIns="0" rIns="0" bIns="0" rtlCol="0" anchor="t">
            <a:spAutoFit/>
          </a:bodyPr>
          <a:lstStyle/>
          <a:p>
            <a:pPr algn="l">
              <a:lnSpc>
                <a:spcPts val="6552"/>
              </a:lnSpc>
            </a:pPr>
            <a:r>
              <a:rPr lang="en-US" sz="7200" spc="-568">
                <a:solidFill>
                  <a:srgbClr val="FFFFFF"/>
                </a:solidFill>
                <a:latin typeface="Poppins"/>
                <a:ea typeface="Poppins"/>
                <a:cs typeface="Poppins"/>
                <a:sym typeface="Poppins"/>
              </a:rPr>
              <a:t>Branches of Engineering</a:t>
            </a:r>
          </a:p>
        </p:txBody>
      </p:sp>
      <p:grpSp>
        <p:nvGrpSpPr>
          <p:cNvPr id="54" name="Group 54"/>
          <p:cNvGrpSpPr/>
          <p:nvPr/>
        </p:nvGrpSpPr>
        <p:grpSpPr>
          <a:xfrm>
            <a:off x="9522556" y="5580870"/>
            <a:ext cx="7108738" cy="3322410"/>
            <a:chOff x="0" y="0"/>
            <a:chExt cx="9478317" cy="4429881"/>
          </a:xfrm>
        </p:grpSpPr>
        <p:grpSp>
          <p:nvGrpSpPr>
            <p:cNvPr id="55" name="Group 55"/>
            <p:cNvGrpSpPr/>
            <p:nvPr/>
          </p:nvGrpSpPr>
          <p:grpSpPr>
            <a:xfrm>
              <a:off x="0" y="0"/>
              <a:ext cx="5546653" cy="1116315"/>
              <a:chOff x="0" y="0"/>
              <a:chExt cx="1095635" cy="220507"/>
            </a:xfrm>
          </p:grpSpPr>
          <p:sp>
            <p:nvSpPr>
              <p:cNvPr id="56" name="Freeform 56"/>
              <p:cNvSpPr/>
              <p:nvPr/>
            </p:nvSpPr>
            <p:spPr>
              <a:xfrm>
                <a:off x="0" y="0"/>
                <a:ext cx="1095635" cy="220507"/>
              </a:xfrm>
              <a:custGeom>
                <a:avLst/>
                <a:gdLst/>
                <a:ahLst/>
                <a:cxnLst/>
                <a:rect l="l" t="t" r="r" b="b"/>
                <a:pathLst>
                  <a:path w="1095635" h="220507">
                    <a:moveTo>
                      <a:pt x="0" y="0"/>
                    </a:moveTo>
                    <a:lnTo>
                      <a:pt x="1095635" y="0"/>
                    </a:lnTo>
                    <a:lnTo>
                      <a:pt x="1095635" y="220507"/>
                    </a:lnTo>
                    <a:lnTo>
                      <a:pt x="0" y="220507"/>
                    </a:lnTo>
                    <a:close/>
                  </a:path>
                </a:pathLst>
              </a:custGeom>
              <a:solidFill>
                <a:srgbClr val="FF3131"/>
              </a:solidFill>
            </p:spPr>
          </p:sp>
          <p:sp>
            <p:nvSpPr>
              <p:cNvPr id="57" name="TextBox 57"/>
              <p:cNvSpPr txBox="1"/>
              <p:nvPr/>
            </p:nvSpPr>
            <p:spPr>
              <a:xfrm>
                <a:off x="0" y="-66675"/>
                <a:ext cx="1095635"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Fields That Drive Progress</a:t>
                </a:r>
              </a:p>
            </p:txBody>
          </p:sp>
        </p:grpSp>
        <p:sp>
          <p:nvSpPr>
            <p:cNvPr id="58" name="TextBox 58"/>
            <p:cNvSpPr txBox="1"/>
            <p:nvPr/>
          </p:nvSpPr>
          <p:spPr>
            <a:xfrm>
              <a:off x="50454" y="1919091"/>
              <a:ext cx="9427864" cy="2510790"/>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 Donec elementum commodo elit, id laoreet diam. In bibendum eget urna et elementum.</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360077" y="360077"/>
            <a:ext cx="17567845" cy="9566845"/>
            <a:chOff x="0" y="0"/>
            <a:chExt cx="4626922" cy="2519663"/>
          </a:xfrm>
        </p:grpSpPr>
        <p:sp>
          <p:nvSpPr>
            <p:cNvPr id="3" name="Freeform 3"/>
            <p:cNvSpPr/>
            <p:nvPr/>
          </p:nvSpPr>
          <p:spPr>
            <a:xfrm>
              <a:off x="0" y="0"/>
              <a:ext cx="4626922" cy="2519663"/>
            </a:xfrm>
            <a:custGeom>
              <a:avLst/>
              <a:gdLst/>
              <a:ahLst/>
              <a:cxnLst/>
              <a:rect l="l" t="t" r="r" b="b"/>
              <a:pathLst>
                <a:path w="4626922" h="2519663">
                  <a:moveTo>
                    <a:pt x="0" y="0"/>
                  </a:moveTo>
                  <a:lnTo>
                    <a:pt x="4626922" y="0"/>
                  </a:lnTo>
                  <a:lnTo>
                    <a:pt x="4626922" y="2519663"/>
                  </a:lnTo>
                  <a:lnTo>
                    <a:pt x="0" y="2519663"/>
                  </a:lnTo>
                  <a:close/>
                </a:path>
              </a:pathLst>
            </a:custGeom>
            <a:solidFill>
              <a:srgbClr val="000000"/>
            </a:solidFill>
            <a:ln w="19050" cap="sq">
              <a:solidFill>
                <a:srgbClr val="FF3131"/>
              </a:solidFill>
              <a:prstDash val="solid"/>
              <a:miter/>
            </a:ln>
          </p:spPr>
        </p:sp>
        <p:sp>
          <p:nvSpPr>
            <p:cNvPr id="4" name="TextBox 4"/>
            <p:cNvSpPr txBox="1"/>
            <p:nvPr/>
          </p:nvSpPr>
          <p:spPr>
            <a:xfrm>
              <a:off x="0" y="-57150"/>
              <a:ext cx="4626922" cy="257681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028700" y="5143500"/>
            <a:ext cx="16230600" cy="4114800"/>
            <a:chOff x="0" y="0"/>
            <a:chExt cx="3180001" cy="806197"/>
          </a:xfrm>
        </p:grpSpPr>
        <p:sp>
          <p:nvSpPr>
            <p:cNvPr id="6" name="Freeform 6"/>
            <p:cNvSpPr/>
            <p:nvPr/>
          </p:nvSpPr>
          <p:spPr>
            <a:xfrm>
              <a:off x="0" y="0"/>
              <a:ext cx="3180001" cy="806197"/>
            </a:xfrm>
            <a:custGeom>
              <a:avLst/>
              <a:gdLst/>
              <a:ahLst/>
              <a:cxnLst/>
              <a:rect l="l" t="t" r="r" b="b"/>
              <a:pathLst>
                <a:path w="3180001" h="806197">
                  <a:moveTo>
                    <a:pt x="0" y="0"/>
                  </a:moveTo>
                  <a:lnTo>
                    <a:pt x="3180001" y="0"/>
                  </a:lnTo>
                  <a:lnTo>
                    <a:pt x="3180001" y="806197"/>
                  </a:lnTo>
                  <a:lnTo>
                    <a:pt x="0" y="806197"/>
                  </a:lnTo>
                  <a:close/>
                </a:path>
              </a:pathLst>
            </a:custGeom>
            <a:blipFill>
              <a:blip r:embed="rId2"/>
              <a:stretch>
                <a:fillRect t="-42852" b="-120349"/>
              </a:stretch>
            </a:blipFill>
            <a:ln w="19050" cap="sq">
              <a:solidFill>
                <a:srgbClr val="FF3131"/>
              </a:solidFill>
              <a:prstDash val="solid"/>
              <a:miter/>
            </a:ln>
          </p:spPr>
        </p:sp>
      </p:grpSp>
      <p:grpSp>
        <p:nvGrpSpPr>
          <p:cNvPr id="7" name="Group 7"/>
          <p:cNvGrpSpPr/>
          <p:nvPr/>
        </p:nvGrpSpPr>
        <p:grpSpPr>
          <a:xfrm>
            <a:off x="13958058" y="-360077"/>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rot="5400000">
            <a:off x="16637379" y="7916224"/>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rot="5400000">
            <a:off x="-1650621" y="1650621"/>
            <a:ext cx="3301242" cy="720155"/>
            <a:chOff x="0" y="0"/>
            <a:chExt cx="4401656" cy="960206"/>
          </a:xfrm>
        </p:grpSpPr>
        <p:grpSp>
          <p:nvGrpSpPr>
            <p:cNvPr id="28" name="Group 28"/>
            <p:cNvGrpSpPr/>
            <p:nvPr/>
          </p:nvGrpSpPr>
          <p:grpSpPr>
            <a:xfrm>
              <a:off x="0" y="0"/>
              <a:ext cx="2057400" cy="960206"/>
              <a:chOff x="0" y="0"/>
              <a:chExt cx="406400" cy="189670"/>
            </a:xfrm>
          </p:grpSpPr>
          <p:sp>
            <p:nvSpPr>
              <p:cNvPr id="29" name="Freeform 2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0" name="TextBox 3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1" name="Group 31"/>
            <p:cNvGrpSpPr/>
            <p:nvPr/>
          </p:nvGrpSpPr>
          <p:grpSpPr>
            <a:xfrm>
              <a:off x="1172128" y="0"/>
              <a:ext cx="2057400" cy="960206"/>
              <a:chOff x="0" y="0"/>
              <a:chExt cx="406400" cy="189670"/>
            </a:xfrm>
          </p:grpSpPr>
          <p:sp>
            <p:nvSpPr>
              <p:cNvPr id="32" name="Freeform 3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3" name="TextBox 3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2344256" y="0"/>
              <a:ext cx="2057400" cy="960206"/>
              <a:chOff x="0" y="0"/>
              <a:chExt cx="406400" cy="189670"/>
            </a:xfrm>
          </p:grpSpPr>
          <p:sp>
            <p:nvSpPr>
              <p:cNvPr id="35" name="Freeform 3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6" name="TextBox 3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37" name="Group 37"/>
          <p:cNvGrpSpPr/>
          <p:nvPr/>
        </p:nvGrpSpPr>
        <p:grpSpPr>
          <a:xfrm>
            <a:off x="1028700" y="9926923"/>
            <a:ext cx="3301242" cy="720155"/>
            <a:chOff x="0" y="0"/>
            <a:chExt cx="4401656" cy="960206"/>
          </a:xfrm>
        </p:grpSpPr>
        <p:grpSp>
          <p:nvGrpSpPr>
            <p:cNvPr id="38" name="Group 38"/>
            <p:cNvGrpSpPr/>
            <p:nvPr/>
          </p:nvGrpSpPr>
          <p:grpSpPr>
            <a:xfrm>
              <a:off x="0" y="0"/>
              <a:ext cx="2057400" cy="960206"/>
              <a:chOff x="0" y="0"/>
              <a:chExt cx="406400" cy="189670"/>
            </a:xfrm>
          </p:grpSpPr>
          <p:sp>
            <p:nvSpPr>
              <p:cNvPr id="39" name="Freeform 3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0" name="TextBox 4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1" name="Group 41"/>
            <p:cNvGrpSpPr/>
            <p:nvPr/>
          </p:nvGrpSpPr>
          <p:grpSpPr>
            <a:xfrm>
              <a:off x="1172128" y="0"/>
              <a:ext cx="2057400" cy="960206"/>
              <a:chOff x="0" y="0"/>
              <a:chExt cx="406400" cy="189670"/>
            </a:xfrm>
          </p:grpSpPr>
          <p:sp>
            <p:nvSpPr>
              <p:cNvPr id="42" name="Freeform 4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3" name="TextBox 4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4" name="Group 44"/>
            <p:cNvGrpSpPr/>
            <p:nvPr/>
          </p:nvGrpSpPr>
          <p:grpSpPr>
            <a:xfrm>
              <a:off x="2344256" y="0"/>
              <a:ext cx="2057400" cy="960206"/>
              <a:chOff x="0" y="0"/>
              <a:chExt cx="406400" cy="189670"/>
            </a:xfrm>
          </p:grpSpPr>
          <p:sp>
            <p:nvSpPr>
              <p:cNvPr id="45" name="Freeform 4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6" name="TextBox 4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47" name="Group 47"/>
          <p:cNvGrpSpPr/>
          <p:nvPr/>
        </p:nvGrpSpPr>
        <p:grpSpPr>
          <a:xfrm>
            <a:off x="17487936" y="588713"/>
            <a:ext cx="879973" cy="879973"/>
            <a:chOff x="0" y="0"/>
            <a:chExt cx="736600" cy="736600"/>
          </a:xfrm>
        </p:grpSpPr>
        <p:sp>
          <p:nvSpPr>
            <p:cNvPr id="48" name="Freeform 48"/>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9" name="TextBox 49"/>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50" name="Group 50"/>
          <p:cNvGrpSpPr/>
          <p:nvPr/>
        </p:nvGrpSpPr>
        <p:grpSpPr>
          <a:xfrm>
            <a:off x="-79909" y="8818313"/>
            <a:ext cx="879973" cy="879973"/>
            <a:chOff x="0" y="0"/>
            <a:chExt cx="736600" cy="736600"/>
          </a:xfrm>
        </p:grpSpPr>
        <p:sp>
          <p:nvSpPr>
            <p:cNvPr id="51" name="Freeform 51"/>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2" name="TextBox 52"/>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53" name="TextBox 53"/>
          <p:cNvSpPr txBox="1"/>
          <p:nvPr/>
        </p:nvSpPr>
        <p:spPr>
          <a:xfrm>
            <a:off x="1492120" y="2020655"/>
            <a:ext cx="5108466" cy="1789176"/>
          </a:xfrm>
          <a:prstGeom prst="rect">
            <a:avLst/>
          </a:prstGeom>
        </p:spPr>
        <p:txBody>
          <a:bodyPr lIns="0" tIns="0" rIns="0" bIns="0" rtlCol="0" anchor="t">
            <a:spAutoFit/>
          </a:bodyPr>
          <a:lstStyle/>
          <a:p>
            <a:pPr algn="l">
              <a:lnSpc>
                <a:spcPts val="6552"/>
              </a:lnSpc>
            </a:pPr>
            <a:r>
              <a:rPr lang="en-US" sz="7200" spc="-568">
                <a:solidFill>
                  <a:srgbClr val="FFFFFF"/>
                </a:solidFill>
                <a:latin typeface="Poppins"/>
                <a:ea typeface="Poppins"/>
                <a:cs typeface="Poppins"/>
                <a:sym typeface="Poppins"/>
              </a:rPr>
              <a:t>The Design Process</a:t>
            </a:r>
          </a:p>
        </p:txBody>
      </p:sp>
      <p:grpSp>
        <p:nvGrpSpPr>
          <p:cNvPr id="54" name="Group 54"/>
          <p:cNvGrpSpPr/>
          <p:nvPr/>
        </p:nvGrpSpPr>
        <p:grpSpPr>
          <a:xfrm>
            <a:off x="8988352" y="1468687"/>
            <a:ext cx="4536852" cy="837236"/>
            <a:chOff x="0" y="0"/>
            <a:chExt cx="1194891" cy="220507"/>
          </a:xfrm>
        </p:grpSpPr>
        <p:sp>
          <p:nvSpPr>
            <p:cNvPr id="55" name="Freeform 55"/>
            <p:cNvSpPr/>
            <p:nvPr/>
          </p:nvSpPr>
          <p:spPr>
            <a:xfrm>
              <a:off x="0" y="0"/>
              <a:ext cx="1194891" cy="220507"/>
            </a:xfrm>
            <a:custGeom>
              <a:avLst/>
              <a:gdLst/>
              <a:ahLst/>
              <a:cxnLst/>
              <a:rect l="l" t="t" r="r" b="b"/>
              <a:pathLst>
                <a:path w="1194891" h="220507">
                  <a:moveTo>
                    <a:pt x="0" y="0"/>
                  </a:moveTo>
                  <a:lnTo>
                    <a:pt x="1194891" y="0"/>
                  </a:lnTo>
                  <a:lnTo>
                    <a:pt x="1194891" y="220507"/>
                  </a:lnTo>
                  <a:lnTo>
                    <a:pt x="0" y="220507"/>
                  </a:lnTo>
                  <a:close/>
                </a:path>
              </a:pathLst>
            </a:custGeom>
            <a:solidFill>
              <a:srgbClr val="FF3131"/>
            </a:solidFill>
          </p:spPr>
        </p:sp>
        <p:sp>
          <p:nvSpPr>
            <p:cNvPr id="56" name="TextBox 56"/>
            <p:cNvSpPr txBox="1"/>
            <p:nvPr/>
          </p:nvSpPr>
          <p:spPr>
            <a:xfrm>
              <a:off x="0" y="-66675"/>
              <a:ext cx="1194891"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From Concept to Creation</a:t>
              </a:r>
            </a:p>
          </p:txBody>
        </p:sp>
      </p:grpSp>
      <p:sp>
        <p:nvSpPr>
          <p:cNvPr id="57" name="TextBox 57"/>
          <p:cNvSpPr txBox="1"/>
          <p:nvPr/>
        </p:nvSpPr>
        <p:spPr>
          <a:xfrm>
            <a:off x="9040833" y="2791418"/>
            <a:ext cx="7755048" cy="1268730"/>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360077" y="360077"/>
            <a:ext cx="17567845" cy="9566845"/>
            <a:chOff x="0" y="0"/>
            <a:chExt cx="4626922" cy="2519663"/>
          </a:xfrm>
        </p:grpSpPr>
        <p:sp>
          <p:nvSpPr>
            <p:cNvPr id="3" name="Freeform 3"/>
            <p:cNvSpPr/>
            <p:nvPr/>
          </p:nvSpPr>
          <p:spPr>
            <a:xfrm>
              <a:off x="0" y="0"/>
              <a:ext cx="4626922" cy="2519663"/>
            </a:xfrm>
            <a:custGeom>
              <a:avLst/>
              <a:gdLst/>
              <a:ahLst/>
              <a:cxnLst/>
              <a:rect l="l" t="t" r="r" b="b"/>
              <a:pathLst>
                <a:path w="4626922" h="2519663">
                  <a:moveTo>
                    <a:pt x="0" y="0"/>
                  </a:moveTo>
                  <a:lnTo>
                    <a:pt x="4626922" y="0"/>
                  </a:lnTo>
                  <a:lnTo>
                    <a:pt x="4626922" y="2519663"/>
                  </a:lnTo>
                  <a:lnTo>
                    <a:pt x="0" y="2519663"/>
                  </a:lnTo>
                  <a:close/>
                </a:path>
              </a:pathLst>
            </a:custGeom>
            <a:solidFill>
              <a:srgbClr val="000000"/>
            </a:solidFill>
            <a:ln w="19050" cap="sq">
              <a:solidFill>
                <a:srgbClr val="FF3131"/>
              </a:solidFill>
              <a:prstDash val="solid"/>
              <a:miter/>
            </a:ln>
          </p:spPr>
        </p:sp>
        <p:sp>
          <p:nvSpPr>
            <p:cNvPr id="4" name="TextBox 4"/>
            <p:cNvSpPr txBox="1"/>
            <p:nvPr/>
          </p:nvSpPr>
          <p:spPr>
            <a:xfrm>
              <a:off x="0" y="-57150"/>
              <a:ext cx="4626922" cy="257681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028700" y="3422380"/>
            <a:ext cx="7311253" cy="5835920"/>
            <a:chOff x="0" y="0"/>
            <a:chExt cx="1432466" cy="1143410"/>
          </a:xfrm>
        </p:grpSpPr>
        <p:sp>
          <p:nvSpPr>
            <p:cNvPr id="6" name="Freeform 6"/>
            <p:cNvSpPr/>
            <p:nvPr/>
          </p:nvSpPr>
          <p:spPr>
            <a:xfrm>
              <a:off x="0" y="0"/>
              <a:ext cx="1432466" cy="1143410"/>
            </a:xfrm>
            <a:custGeom>
              <a:avLst/>
              <a:gdLst/>
              <a:ahLst/>
              <a:cxnLst/>
              <a:rect l="l" t="t" r="r" b="b"/>
              <a:pathLst>
                <a:path w="1432466" h="1143410">
                  <a:moveTo>
                    <a:pt x="0" y="0"/>
                  </a:moveTo>
                  <a:lnTo>
                    <a:pt x="1432466" y="0"/>
                  </a:lnTo>
                  <a:lnTo>
                    <a:pt x="1432466" y="1143410"/>
                  </a:lnTo>
                  <a:lnTo>
                    <a:pt x="0" y="1143410"/>
                  </a:lnTo>
                  <a:close/>
                </a:path>
              </a:pathLst>
            </a:custGeom>
            <a:blipFill>
              <a:blip r:embed="rId2"/>
              <a:stretch>
                <a:fillRect l="-9811" r="-9811"/>
              </a:stretch>
            </a:blipFill>
            <a:ln w="19050" cap="sq">
              <a:solidFill>
                <a:srgbClr val="FF3131"/>
              </a:solidFill>
              <a:prstDash val="solid"/>
              <a:miter/>
            </a:ln>
          </p:spPr>
        </p:sp>
      </p:grpSp>
      <p:grpSp>
        <p:nvGrpSpPr>
          <p:cNvPr id="7" name="Group 7"/>
          <p:cNvGrpSpPr/>
          <p:nvPr/>
        </p:nvGrpSpPr>
        <p:grpSpPr>
          <a:xfrm>
            <a:off x="13958058" y="-360077"/>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rot="5400000">
            <a:off x="16637379" y="7916224"/>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rot="5400000">
            <a:off x="-1650621" y="1650621"/>
            <a:ext cx="3301242" cy="720155"/>
            <a:chOff x="0" y="0"/>
            <a:chExt cx="4401656" cy="960206"/>
          </a:xfrm>
        </p:grpSpPr>
        <p:grpSp>
          <p:nvGrpSpPr>
            <p:cNvPr id="28" name="Group 28"/>
            <p:cNvGrpSpPr/>
            <p:nvPr/>
          </p:nvGrpSpPr>
          <p:grpSpPr>
            <a:xfrm>
              <a:off x="0" y="0"/>
              <a:ext cx="2057400" cy="960206"/>
              <a:chOff x="0" y="0"/>
              <a:chExt cx="406400" cy="189670"/>
            </a:xfrm>
          </p:grpSpPr>
          <p:sp>
            <p:nvSpPr>
              <p:cNvPr id="29" name="Freeform 2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0" name="TextBox 3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1" name="Group 31"/>
            <p:cNvGrpSpPr/>
            <p:nvPr/>
          </p:nvGrpSpPr>
          <p:grpSpPr>
            <a:xfrm>
              <a:off x="1172128" y="0"/>
              <a:ext cx="2057400" cy="960206"/>
              <a:chOff x="0" y="0"/>
              <a:chExt cx="406400" cy="189670"/>
            </a:xfrm>
          </p:grpSpPr>
          <p:sp>
            <p:nvSpPr>
              <p:cNvPr id="32" name="Freeform 3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3" name="TextBox 3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2344256" y="0"/>
              <a:ext cx="2057400" cy="960206"/>
              <a:chOff x="0" y="0"/>
              <a:chExt cx="406400" cy="189670"/>
            </a:xfrm>
          </p:grpSpPr>
          <p:sp>
            <p:nvSpPr>
              <p:cNvPr id="35" name="Freeform 3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6" name="TextBox 3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37" name="Group 37"/>
          <p:cNvGrpSpPr/>
          <p:nvPr/>
        </p:nvGrpSpPr>
        <p:grpSpPr>
          <a:xfrm>
            <a:off x="1028700" y="9926923"/>
            <a:ext cx="3301242" cy="720155"/>
            <a:chOff x="0" y="0"/>
            <a:chExt cx="4401656" cy="960206"/>
          </a:xfrm>
        </p:grpSpPr>
        <p:grpSp>
          <p:nvGrpSpPr>
            <p:cNvPr id="38" name="Group 38"/>
            <p:cNvGrpSpPr/>
            <p:nvPr/>
          </p:nvGrpSpPr>
          <p:grpSpPr>
            <a:xfrm>
              <a:off x="0" y="0"/>
              <a:ext cx="2057400" cy="960206"/>
              <a:chOff x="0" y="0"/>
              <a:chExt cx="406400" cy="189670"/>
            </a:xfrm>
          </p:grpSpPr>
          <p:sp>
            <p:nvSpPr>
              <p:cNvPr id="39" name="Freeform 3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0" name="TextBox 4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1" name="Group 41"/>
            <p:cNvGrpSpPr/>
            <p:nvPr/>
          </p:nvGrpSpPr>
          <p:grpSpPr>
            <a:xfrm>
              <a:off x="1172128" y="0"/>
              <a:ext cx="2057400" cy="960206"/>
              <a:chOff x="0" y="0"/>
              <a:chExt cx="406400" cy="189670"/>
            </a:xfrm>
          </p:grpSpPr>
          <p:sp>
            <p:nvSpPr>
              <p:cNvPr id="42" name="Freeform 4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3" name="TextBox 4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4" name="Group 44"/>
            <p:cNvGrpSpPr/>
            <p:nvPr/>
          </p:nvGrpSpPr>
          <p:grpSpPr>
            <a:xfrm>
              <a:off x="2344256" y="0"/>
              <a:ext cx="2057400" cy="960206"/>
              <a:chOff x="0" y="0"/>
              <a:chExt cx="406400" cy="189670"/>
            </a:xfrm>
          </p:grpSpPr>
          <p:sp>
            <p:nvSpPr>
              <p:cNvPr id="45" name="Freeform 4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6" name="TextBox 4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47" name="Group 47"/>
          <p:cNvGrpSpPr/>
          <p:nvPr/>
        </p:nvGrpSpPr>
        <p:grpSpPr>
          <a:xfrm>
            <a:off x="16394789" y="1570712"/>
            <a:ext cx="879973" cy="879973"/>
            <a:chOff x="0" y="0"/>
            <a:chExt cx="736600" cy="736600"/>
          </a:xfrm>
        </p:grpSpPr>
        <p:sp>
          <p:nvSpPr>
            <p:cNvPr id="48" name="Freeform 48"/>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9" name="TextBox 49"/>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50" name="Group 50"/>
          <p:cNvGrpSpPr/>
          <p:nvPr/>
        </p:nvGrpSpPr>
        <p:grpSpPr>
          <a:xfrm>
            <a:off x="1028700" y="1570712"/>
            <a:ext cx="879973" cy="879973"/>
            <a:chOff x="0" y="0"/>
            <a:chExt cx="736600" cy="736600"/>
          </a:xfrm>
        </p:grpSpPr>
        <p:sp>
          <p:nvSpPr>
            <p:cNvPr id="51" name="Freeform 51"/>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2" name="TextBox 52"/>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53" name="TextBox 53"/>
          <p:cNvSpPr txBox="1"/>
          <p:nvPr/>
        </p:nvSpPr>
        <p:spPr>
          <a:xfrm>
            <a:off x="1260204" y="1606317"/>
            <a:ext cx="15574571" cy="960501"/>
          </a:xfrm>
          <a:prstGeom prst="rect">
            <a:avLst/>
          </a:prstGeom>
        </p:spPr>
        <p:txBody>
          <a:bodyPr lIns="0" tIns="0" rIns="0" bIns="0" rtlCol="0" anchor="t">
            <a:spAutoFit/>
          </a:bodyPr>
          <a:lstStyle/>
          <a:p>
            <a:pPr algn="ctr">
              <a:lnSpc>
                <a:spcPts val="6552"/>
              </a:lnSpc>
            </a:pPr>
            <a:r>
              <a:rPr lang="en-US" sz="7200" spc="-568">
                <a:solidFill>
                  <a:srgbClr val="FFFFFF"/>
                </a:solidFill>
                <a:latin typeface="Poppins"/>
                <a:ea typeface="Poppins"/>
                <a:cs typeface="Poppins"/>
                <a:sym typeface="Poppins"/>
              </a:rPr>
              <a:t>Famous Engineering Feats</a:t>
            </a:r>
          </a:p>
        </p:txBody>
      </p:sp>
      <p:grpSp>
        <p:nvGrpSpPr>
          <p:cNvPr id="54" name="Group 54"/>
          <p:cNvGrpSpPr/>
          <p:nvPr/>
        </p:nvGrpSpPr>
        <p:grpSpPr>
          <a:xfrm>
            <a:off x="9433100" y="3681243"/>
            <a:ext cx="4391905" cy="837236"/>
            <a:chOff x="0" y="0"/>
            <a:chExt cx="1156716" cy="220507"/>
          </a:xfrm>
        </p:grpSpPr>
        <p:sp>
          <p:nvSpPr>
            <p:cNvPr id="55" name="Freeform 55"/>
            <p:cNvSpPr/>
            <p:nvPr/>
          </p:nvSpPr>
          <p:spPr>
            <a:xfrm>
              <a:off x="0" y="0"/>
              <a:ext cx="1156716" cy="220507"/>
            </a:xfrm>
            <a:custGeom>
              <a:avLst/>
              <a:gdLst/>
              <a:ahLst/>
              <a:cxnLst/>
              <a:rect l="l" t="t" r="r" b="b"/>
              <a:pathLst>
                <a:path w="1156716" h="220507">
                  <a:moveTo>
                    <a:pt x="0" y="0"/>
                  </a:moveTo>
                  <a:lnTo>
                    <a:pt x="1156716" y="0"/>
                  </a:lnTo>
                  <a:lnTo>
                    <a:pt x="1156716" y="220507"/>
                  </a:lnTo>
                  <a:lnTo>
                    <a:pt x="0" y="220507"/>
                  </a:lnTo>
                  <a:close/>
                </a:path>
              </a:pathLst>
            </a:custGeom>
            <a:solidFill>
              <a:srgbClr val="FF3131"/>
            </a:solidFill>
          </p:spPr>
        </p:sp>
        <p:sp>
          <p:nvSpPr>
            <p:cNvPr id="56" name="TextBox 56"/>
            <p:cNvSpPr txBox="1"/>
            <p:nvPr/>
          </p:nvSpPr>
          <p:spPr>
            <a:xfrm>
              <a:off x="0" y="-66675"/>
              <a:ext cx="1156716"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Wonders Large and Small</a:t>
              </a:r>
            </a:p>
          </p:txBody>
        </p:sp>
      </p:grpSp>
      <p:sp>
        <p:nvSpPr>
          <p:cNvPr id="57" name="TextBox 57"/>
          <p:cNvSpPr txBox="1"/>
          <p:nvPr/>
        </p:nvSpPr>
        <p:spPr>
          <a:xfrm>
            <a:off x="9485580" y="5003974"/>
            <a:ext cx="7349195" cy="1583055"/>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
        <p:nvSpPr>
          <p:cNvPr id="58" name="TextBox 58"/>
          <p:cNvSpPr txBox="1"/>
          <p:nvPr/>
        </p:nvSpPr>
        <p:spPr>
          <a:xfrm>
            <a:off x="9485580" y="6856354"/>
            <a:ext cx="7349195" cy="1583055"/>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360077" y="360077"/>
            <a:ext cx="17567845" cy="9566845"/>
            <a:chOff x="0" y="0"/>
            <a:chExt cx="4626922" cy="2519663"/>
          </a:xfrm>
        </p:grpSpPr>
        <p:sp>
          <p:nvSpPr>
            <p:cNvPr id="3" name="Freeform 3"/>
            <p:cNvSpPr/>
            <p:nvPr/>
          </p:nvSpPr>
          <p:spPr>
            <a:xfrm>
              <a:off x="0" y="0"/>
              <a:ext cx="4626922" cy="2519663"/>
            </a:xfrm>
            <a:custGeom>
              <a:avLst/>
              <a:gdLst/>
              <a:ahLst/>
              <a:cxnLst/>
              <a:rect l="l" t="t" r="r" b="b"/>
              <a:pathLst>
                <a:path w="4626922" h="2519663">
                  <a:moveTo>
                    <a:pt x="0" y="0"/>
                  </a:moveTo>
                  <a:lnTo>
                    <a:pt x="4626922" y="0"/>
                  </a:lnTo>
                  <a:lnTo>
                    <a:pt x="4626922" y="2519663"/>
                  </a:lnTo>
                  <a:lnTo>
                    <a:pt x="0" y="2519663"/>
                  </a:lnTo>
                  <a:close/>
                </a:path>
              </a:pathLst>
            </a:custGeom>
            <a:solidFill>
              <a:srgbClr val="000000"/>
            </a:solidFill>
            <a:ln w="19050" cap="sq">
              <a:solidFill>
                <a:srgbClr val="FF3131"/>
              </a:solidFill>
              <a:prstDash val="solid"/>
              <a:miter/>
            </a:ln>
          </p:spPr>
        </p:sp>
        <p:sp>
          <p:nvSpPr>
            <p:cNvPr id="4" name="TextBox 4"/>
            <p:cNvSpPr txBox="1"/>
            <p:nvPr/>
          </p:nvSpPr>
          <p:spPr>
            <a:xfrm>
              <a:off x="0" y="-57150"/>
              <a:ext cx="4626922" cy="257681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9948047" y="1098128"/>
            <a:ext cx="7311253" cy="8160172"/>
            <a:chOff x="0" y="0"/>
            <a:chExt cx="1432466" cy="1598792"/>
          </a:xfrm>
        </p:grpSpPr>
        <p:sp>
          <p:nvSpPr>
            <p:cNvPr id="6" name="Freeform 6"/>
            <p:cNvSpPr/>
            <p:nvPr/>
          </p:nvSpPr>
          <p:spPr>
            <a:xfrm>
              <a:off x="0" y="0"/>
              <a:ext cx="1432466" cy="1598792"/>
            </a:xfrm>
            <a:custGeom>
              <a:avLst/>
              <a:gdLst/>
              <a:ahLst/>
              <a:cxnLst/>
              <a:rect l="l" t="t" r="r" b="b"/>
              <a:pathLst>
                <a:path w="1432466" h="1598792">
                  <a:moveTo>
                    <a:pt x="0" y="0"/>
                  </a:moveTo>
                  <a:lnTo>
                    <a:pt x="1432466" y="0"/>
                  </a:lnTo>
                  <a:lnTo>
                    <a:pt x="1432466" y="1598792"/>
                  </a:lnTo>
                  <a:lnTo>
                    <a:pt x="0" y="1598792"/>
                  </a:lnTo>
                  <a:close/>
                </a:path>
              </a:pathLst>
            </a:custGeom>
            <a:blipFill>
              <a:blip r:embed="rId2"/>
              <a:stretch>
                <a:fillRect l="-33632" r="-33632"/>
              </a:stretch>
            </a:blipFill>
            <a:ln w="19050" cap="sq">
              <a:solidFill>
                <a:srgbClr val="FF3131"/>
              </a:solidFill>
              <a:prstDash val="solid"/>
              <a:miter/>
            </a:ln>
          </p:spPr>
        </p:sp>
      </p:grpSp>
      <p:grpSp>
        <p:nvGrpSpPr>
          <p:cNvPr id="7" name="Group 7"/>
          <p:cNvGrpSpPr/>
          <p:nvPr/>
        </p:nvGrpSpPr>
        <p:grpSpPr>
          <a:xfrm>
            <a:off x="13958058" y="-360077"/>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rot="5400000">
            <a:off x="16637379" y="7916224"/>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rot="5400000">
            <a:off x="-1650621" y="1650621"/>
            <a:ext cx="3301242" cy="720155"/>
            <a:chOff x="0" y="0"/>
            <a:chExt cx="4401656" cy="960206"/>
          </a:xfrm>
        </p:grpSpPr>
        <p:grpSp>
          <p:nvGrpSpPr>
            <p:cNvPr id="28" name="Group 28"/>
            <p:cNvGrpSpPr/>
            <p:nvPr/>
          </p:nvGrpSpPr>
          <p:grpSpPr>
            <a:xfrm>
              <a:off x="0" y="0"/>
              <a:ext cx="2057400" cy="960206"/>
              <a:chOff x="0" y="0"/>
              <a:chExt cx="406400" cy="189670"/>
            </a:xfrm>
          </p:grpSpPr>
          <p:sp>
            <p:nvSpPr>
              <p:cNvPr id="29" name="Freeform 2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0" name="TextBox 3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1" name="Group 31"/>
            <p:cNvGrpSpPr/>
            <p:nvPr/>
          </p:nvGrpSpPr>
          <p:grpSpPr>
            <a:xfrm>
              <a:off x="1172128" y="0"/>
              <a:ext cx="2057400" cy="960206"/>
              <a:chOff x="0" y="0"/>
              <a:chExt cx="406400" cy="189670"/>
            </a:xfrm>
          </p:grpSpPr>
          <p:sp>
            <p:nvSpPr>
              <p:cNvPr id="32" name="Freeform 3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3" name="TextBox 3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2344256" y="0"/>
              <a:ext cx="2057400" cy="960206"/>
              <a:chOff x="0" y="0"/>
              <a:chExt cx="406400" cy="189670"/>
            </a:xfrm>
          </p:grpSpPr>
          <p:sp>
            <p:nvSpPr>
              <p:cNvPr id="35" name="Freeform 3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6" name="TextBox 3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37" name="Group 37"/>
          <p:cNvGrpSpPr/>
          <p:nvPr/>
        </p:nvGrpSpPr>
        <p:grpSpPr>
          <a:xfrm>
            <a:off x="1028700" y="9926923"/>
            <a:ext cx="3301242" cy="720155"/>
            <a:chOff x="0" y="0"/>
            <a:chExt cx="4401656" cy="960206"/>
          </a:xfrm>
        </p:grpSpPr>
        <p:grpSp>
          <p:nvGrpSpPr>
            <p:cNvPr id="38" name="Group 38"/>
            <p:cNvGrpSpPr/>
            <p:nvPr/>
          </p:nvGrpSpPr>
          <p:grpSpPr>
            <a:xfrm>
              <a:off x="0" y="0"/>
              <a:ext cx="2057400" cy="960206"/>
              <a:chOff x="0" y="0"/>
              <a:chExt cx="406400" cy="189670"/>
            </a:xfrm>
          </p:grpSpPr>
          <p:sp>
            <p:nvSpPr>
              <p:cNvPr id="39" name="Freeform 3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0" name="TextBox 4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1" name="Group 41"/>
            <p:cNvGrpSpPr/>
            <p:nvPr/>
          </p:nvGrpSpPr>
          <p:grpSpPr>
            <a:xfrm>
              <a:off x="1172128" y="0"/>
              <a:ext cx="2057400" cy="960206"/>
              <a:chOff x="0" y="0"/>
              <a:chExt cx="406400" cy="189670"/>
            </a:xfrm>
          </p:grpSpPr>
          <p:sp>
            <p:nvSpPr>
              <p:cNvPr id="42" name="Freeform 4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3" name="TextBox 4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4" name="Group 44"/>
            <p:cNvGrpSpPr/>
            <p:nvPr/>
          </p:nvGrpSpPr>
          <p:grpSpPr>
            <a:xfrm>
              <a:off x="2344256" y="0"/>
              <a:ext cx="2057400" cy="960206"/>
              <a:chOff x="0" y="0"/>
              <a:chExt cx="406400" cy="189670"/>
            </a:xfrm>
          </p:grpSpPr>
          <p:sp>
            <p:nvSpPr>
              <p:cNvPr id="45" name="Freeform 4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6" name="TextBox 4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47" name="Group 47"/>
          <p:cNvGrpSpPr/>
          <p:nvPr/>
        </p:nvGrpSpPr>
        <p:grpSpPr>
          <a:xfrm>
            <a:off x="8264027" y="1130725"/>
            <a:ext cx="879973" cy="879973"/>
            <a:chOff x="0" y="0"/>
            <a:chExt cx="736600" cy="736600"/>
          </a:xfrm>
        </p:grpSpPr>
        <p:sp>
          <p:nvSpPr>
            <p:cNvPr id="48" name="Freeform 48"/>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9" name="TextBox 49"/>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50" name="Group 50"/>
          <p:cNvGrpSpPr/>
          <p:nvPr/>
        </p:nvGrpSpPr>
        <p:grpSpPr>
          <a:xfrm>
            <a:off x="784747" y="8638995"/>
            <a:ext cx="879973" cy="879973"/>
            <a:chOff x="0" y="0"/>
            <a:chExt cx="736600" cy="736600"/>
          </a:xfrm>
        </p:grpSpPr>
        <p:sp>
          <p:nvSpPr>
            <p:cNvPr id="51" name="Freeform 51"/>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2" name="TextBox 52"/>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53" name="TextBox 53"/>
          <p:cNvSpPr txBox="1"/>
          <p:nvPr/>
        </p:nvSpPr>
        <p:spPr>
          <a:xfrm>
            <a:off x="2011755" y="1960397"/>
            <a:ext cx="4790493" cy="1789176"/>
          </a:xfrm>
          <a:prstGeom prst="rect">
            <a:avLst/>
          </a:prstGeom>
        </p:spPr>
        <p:txBody>
          <a:bodyPr lIns="0" tIns="0" rIns="0" bIns="0" rtlCol="0" anchor="t">
            <a:spAutoFit/>
          </a:bodyPr>
          <a:lstStyle/>
          <a:p>
            <a:pPr algn="l">
              <a:lnSpc>
                <a:spcPts val="6552"/>
              </a:lnSpc>
            </a:pPr>
            <a:r>
              <a:rPr lang="en-US" sz="7200" spc="-568">
                <a:solidFill>
                  <a:srgbClr val="FFFFFF"/>
                </a:solidFill>
                <a:latin typeface="Poppins"/>
                <a:ea typeface="Poppins"/>
                <a:cs typeface="Poppins"/>
                <a:sym typeface="Poppins"/>
              </a:rPr>
              <a:t>Modern Challenges</a:t>
            </a:r>
          </a:p>
        </p:txBody>
      </p:sp>
      <p:grpSp>
        <p:nvGrpSpPr>
          <p:cNvPr id="54" name="Group 54"/>
          <p:cNvGrpSpPr/>
          <p:nvPr/>
        </p:nvGrpSpPr>
        <p:grpSpPr>
          <a:xfrm>
            <a:off x="2011755" y="5554167"/>
            <a:ext cx="5329754" cy="837236"/>
            <a:chOff x="0" y="0"/>
            <a:chExt cx="1403721" cy="220507"/>
          </a:xfrm>
        </p:grpSpPr>
        <p:sp>
          <p:nvSpPr>
            <p:cNvPr id="55" name="Freeform 55"/>
            <p:cNvSpPr/>
            <p:nvPr/>
          </p:nvSpPr>
          <p:spPr>
            <a:xfrm>
              <a:off x="0" y="0"/>
              <a:ext cx="1403721" cy="220507"/>
            </a:xfrm>
            <a:custGeom>
              <a:avLst/>
              <a:gdLst/>
              <a:ahLst/>
              <a:cxnLst/>
              <a:rect l="l" t="t" r="r" b="b"/>
              <a:pathLst>
                <a:path w="1403721" h="220507">
                  <a:moveTo>
                    <a:pt x="0" y="0"/>
                  </a:moveTo>
                  <a:lnTo>
                    <a:pt x="1403721" y="0"/>
                  </a:lnTo>
                  <a:lnTo>
                    <a:pt x="1403721" y="220507"/>
                  </a:lnTo>
                  <a:lnTo>
                    <a:pt x="0" y="220507"/>
                  </a:lnTo>
                  <a:close/>
                </a:path>
              </a:pathLst>
            </a:custGeom>
            <a:solidFill>
              <a:srgbClr val="FF3131"/>
            </a:solidFill>
          </p:spPr>
        </p:sp>
        <p:sp>
          <p:nvSpPr>
            <p:cNvPr id="56" name="TextBox 56"/>
            <p:cNvSpPr txBox="1"/>
            <p:nvPr/>
          </p:nvSpPr>
          <p:spPr>
            <a:xfrm>
              <a:off x="0" y="-66675"/>
              <a:ext cx="1403721"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Solving Problems for Tomorrow</a:t>
              </a:r>
            </a:p>
          </p:txBody>
        </p:sp>
      </p:grpSp>
      <p:sp>
        <p:nvSpPr>
          <p:cNvPr id="57" name="TextBox 57"/>
          <p:cNvSpPr txBox="1"/>
          <p:nvPr/>
        </p:nvSpPr>
        <p:spPr>
          <a:xfrm>
            <a:off x="2064236" y="6876898"/>
            <a:ext cx="6247596" cy="1583055"/>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9501831" cy="8229600"/>
            <a:chOff x="0" y="0"/>
            <a:chExt cx="2502540" cy="2167467"/>
          </a:xfrm>
        </p:grpSpPr>
        <p:sp>
          <p:nvSpPr>
            <p:cNvPr id="3" name="Freeform 3"/>
            <p:cNvSpPr/>
            <p:nvPr/>
          </p:nvSpPr>
          <p:spPr>
            <a:xfrm>
              <a:off x="0" y="0"/>
              <a:ext cx="2502540" cy="2167467"/>
            </a:xfrm>
            <a:custGeom>
              <a:avLst/>
              <a:gdLst/>
              <a:ahLst/>
              <a:cxnLst/>
              <a:rect l="l" t="t" r="r" b="b"/>
              <a:pathLst>
                <a:path w="2502540" h="2167467">
                  <a:moveTo>
                    <a:pt x="0" y="0"/>
                  </a:moveTo>
                  <a:lnTo>
                    <a:pt x="2502540" y="0"/>
                  </a:lnTo>
                  <a:lnTo>
                    <a:pt x="2502540" y="2167467"/>
                  </a:lnTo>
                  <a:lnTo>
                    <a:pt x="0" y="2167467"/>
                  </a:lnTo>
                  <a:close/>
                </a:path>
              </a:pathLst>
            </a:custGeom>
            <a:solidFill>
              <a:srgbClr val="000000"/>
            </a:solidFill>
            <a:ln w="19050" cap="sq">
              <a:solidFill>
                <a:srgbClr val="FF3131"/>
              </a:solidFill>
              <a:prstDash val="solid"/>
              <a:miter/>
            </a:ln>
          </p:spPr>
        </p:sp>
        <p:sp>
          <p:nvSpPr>
            <p:cNvPr id="4" name="TextBox 4"/>
            <p:cNvSpPr txBox="1"/>
            <p:nvPr/>
          </p:nvSpPr>
          <p:spPr>
            <a:xfrm>
              <a:off x="0" y="-57150"/>
              <a:ext cx="2502540" cy="2224617"/>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9144000" y="1028700"/>
            <a:ext cx="8115300" cy="8229600"/>
            <a:chOff x="0" y="0"/>
            <a:chExt cx="1257272" cy="1274980"/>
          </a:xfrm>
        </p:grpSpPr>
        <p:sp>
          <p:nvSpPr>
            <p:cNvPr id="6" name="Freeform 6"/>
            <p:cNvSpPr/>
            <p:nvPr/>
          </p:nvSpPr>
          <p:spPr>
            <a:xfrm>
              <a:off x="0" y="0"/>
              <a:ext cx="1257272" cy="1274980"/>
            </a:xfrm>
            <a:custGeom>
              <a:avLst/>
              <a:gdLst/>
              <a:ahLst/>
              <a:cxnLst/>
              <a:rect l="l" t="t" r="r" b="b"/>
              <a:pathLst>
                <a:path w="1257272" h="1274980">
                  <a:moveTo>
                    <a:pt x="0" y="0"/>
                  </a:moveTo>
                  <a:lnTo>
                    <a:pt x="1257272" y="0"/>
                  </a:lnTo>
                  <a:lnTo>
                    <a:pt x="1257272" y="1274980"/>
                  </a:lnTo>
                  <a:lnTo>
                    <a:pt x="0" y="1274980"/>
                  </a:lnTo>
                  <a:close/>
                </a:path>
              </a:pathLst>
            </a:custGeom>
            <a:blipFill>
              <a:blip r:embed="rId2"/>
              <a:stretch>
                <a:fillRect l="-32570" r="-19404"/>
              </a:stretch>
            </a:blipFill>
            <a:ln w="19050" cap="sq">
              <a:solidFill>
                <a:srgbClr val="FF3131"/>
              </a:solidFill>
              <a:prstDash val="solid"/>
              <a:miter/>
            </a:ln>
          </p:spPr>
        </p:sp>
      </p:grpSp>
      <p:grpSp>
        <p:nvGrpSpPr>
          <p:cNvPr id="7" name="Group 7"/>
          <p:cNvGrpSpPr/>
          <p:nvPr/>
        </p:nvGrpSpPr>
        <p:grpSpPr>
          <a:xfrm>
            <a:off x="5842758" y="668623"/>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a:off x="1028700" y="8898223"/>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a:off x="2679321" y="5625911"/>
            <a:ext cx="4758422" cy="837236"/>
            <a:chOff x="0" y="0"/>
            <a:chExt cx="1253247" cy="220507"/>
          </a:xfrm>
        </p:grpSpPr>
        <p:sp>
          <p:nvSpPr>
            <p:cNvPr id="28" name="Freeform 28"/>
            <p:cNvSpPr/>
            <p:nvPr/>
          </p:nvSpPr>
          <p:spPr>
            <a:xfrm>
              <a:off x="0" y="0"/>
              <a:ext cx="1253247" cy="220507"/>
            </a:xfrm>
            <a:custGeom>
              <a:avLst/>
              <a:gdLst/>
              <a:ahLst/>
              <a:cxnLst/>
              <a:rect l="l" t="t" r="r" b="b"/>
              <a:pathLst>
                <a:path w="1253247" h="220507">
                  <a:moveTo>
                    <a:pt x="0" y="0"/>
                  </a:moveTo>
                  <a:lnTo>
                    <a:pt x="1253247" y="0"/>
                  </a:lnTo>
                  <a:lnTo>
                    <a:pt x="1253247" y="220507"/>
                  </a:lnTo>
                  <a:lnTo>
                    <a:pt x="0" y="220507"/>
                  </a:lnTo>
                  <a:close/>
                </a:path>
              </a:pathLst>
            </a:custGeom>
            <a:solidFill>
              <a:srgbClr val="FF3131"/>
            </a:solidFill>
          </p:spPr>
        </p:sp>
        <p:sp>
          <p:nvSpPr>
            <p:cNvPr id="29" name="TextBox 29"/>
            <p:cNvSpPr txBox="1"/>
            <p:nvPr/>
          </p:nvSpPr>
          <p:spPr>
            <a:xfrm>
              <a:off x="0" y="-66675"/>
              <a:ext cx="1253247"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Let’s Take a Break 5 Minutes!</a:t>
              </a:r>
            </a:p>
          </p:txBody>
        </p:sp>
      </p:grpSp>
      <p:grpSp>
        <p:nvGrpSpPr>
          <p:cNvPr id="30" name="Group 30"/>
          <p:cNvGrpSpPr/>
          <p:nvPr/>
        </p:nvGrpSpPr>
        <p:grpSpPr>
          <a:xfrm>
            <a:off x="13309621" y="8193526"/>
            <a:ext cx="2995645" cy="704697"/>
            <a:chOff x="0" y="0"/>
            <a:chExt cx="788976" cy="185599"/>
          </a:xfrm>
        </p:grpSpPr>
        <p:sp>
          <p:nvSpPr>
            <p:cNvPr id="31" name="Freeform 31"/>
            <p:cNvSpPr/>
            <p:nvPr/>
          </p:nvSpPr>
          <p:spPr>
            <a:xfrm>
              <a:off x="0" y="0"/>
              <a:ext cx="788976" cy="185599"/>
            </a:xfrm>
            <a:custGeom>
              <a:avLst/>
              <a:gdLst/>
              <a:ahLst/>
              <a:cxnLst/>
              <a:rect l="l" t="t" r="r" b="b"/>
              <a:pathLst>
                <a:path w="788976" h="185599">
                  <a:moveTo>
                    <a:pt x="0" y="0"/>
                  </a:moveTo>
                  <a:lnTo>
                    <a:pt x="788976" y="0"/>
                  </a:lnTo>
                  <a:lnTo>
                    <a:pt x="788976" y="185599"/>
                  </a:lnTo>
                  <a:lnTo>
                    <a:pt x="0" y="185599"/>
                  </a:lnTo>
                  <a:close/>
                </a:path>
              </a:pathLst>
            </a:custGeom>
            <a:solidFill>
              <a:srgbClr val="FF3131"/>
            </a:solidFill>
            <a:ln w="19050" cap="sq">
              <a:solidFill>
                <a:srgbClr val="FFFFFF"/>
              </a:solidFill>
              <a:prstDash val="solid"/>
              <a:miter/>
            </a:ln>
          </p:spPr>
        </p:sp>
        <p:sp>
          <p:nvSpPr>
            <p:cNvPr id="32" name="TextBox 32"/>
            <p:cNvSpPr txBox="1"/>
            <p:nvPr/>
          </p:nvSpPr>
          <p:spPr>
            <a:xfrm>
              <a:off x="0" y="-66675"/>
              <a:ext cx="788976" cy="252274"/>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@reallygreatsite</a:t>
              </a:r>
            </a:p>
          </p:txBody>
        </p:sp>
      </p:grpSp>
      <p:grpSp>
        <p:nvGrpSpPr>
          <p:cNvPr id="33" name="Group 33"/>
          <p:cNvGrpSpPr/>
          <p:nvPr/>
        </p:nvGrpSpPr>
        <p:grpSpPr>
          <a:xfrm>
            <a:off x="10098035" y="8193526"/>
            <a:ext cx="2995645" cy="704697"/>
            <a:chOff x="0" y="0"/>
            <a:chExt cx="788976" cy="185599"/>
          </a:xfrm>
        </p:grpSpPr>
        <p:sp>
          <p:nvSpPr>
            <p:cNvPr id="34" name="Freeform 34"/>
            <p:cNvSpPr/>
            <p:nvPr/>
          </p:nvSpPr>
          <p:spPr>
            <a:xfrm>
              <a:off x="0" y="0"/>
              <a:ext cx="788976" cy="185599"/>
            </a:xfrm>
            <a:custGeom>
              <a:avLst/>
              <a:gdLst/>
              <a:ahLst/>
              <a:cxnLst/>
              <a:rect l="l" t="t" r="r" b="b"/>
              <a:pathLst>
                <a:path w="788976" h="185599">
                  <a:moveTo>
                    <a:pt x="0" y="0"/>
                  </a:moveTo>
                  <a:lnTo>
                    <a:pt x="788976" y="0"/>
                  </a:lnTo>
                  <a:lnTo>
                    <a:pt x="788976" y="185599"/>
                  </a:lnTo>
                  <a:lnTo>
                    <a:pt x="0" y="185599"/>
                  </a:lnTo>
                  <a:close/>
                </a:path>
              </a:pathLst>
            </a:custGeom>
            <a:solidFill>
              <a:srgbClr val="FF3131"/>
            </a:solidFill>
            <a:ln w="19050" cap="sq">
              <a:solidFill>
                <a:srgbClr val="FFFFFF"/>
              </a:solidFill>
              <a:prstDash val="solid"/>
              <a:miter/>
            </a:ln>
          </p:spPr>
        </p:sp>
        <p:sp>
          <p:nvSpPr>
            <p:cNvPr id="35" name="TextBox 35"/>
            <p:cNvSpPr txBox="1"/>
            <p:nvPr/>
          </p:nvSpPr>
          <p:spPr>
            <a:xfrm>
              <a:off x="0" y="-66675"/>
              <a:ext cx="788976" cy="252274"/>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Thynk Unlimited</a:t>
              </a:r>
            </a:p>
          </p:txBody>
        </p:sp>
      </p:grpSp>
      <p:grpSp>
        <p:nvGrpSpPr>
          <p:cNvPr id="36" name="Group 36"/>
          <p:cNvGrpSpPr/>
          <p:nvPr/>
        </p:nvGrpSpPr>
        <p:grpSpPr>
          <a:xfrm>
            <a:off x="4681327" y="2310863"/>
            <a:ext cx="879973" cy="879973"/>
            <a:chOff x="0" y="0"/>
            <a:chExt cx="736600" cy="736600"/>
          </a:xfrm>
        </p:grpSpPr>
        <p:sp>
          <p:nvSpPr>
            <p:cNvPr id="37" name="Freeform 37"/>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38" name="TextBox 38"/>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39" name="Group 39"/>
          <p:cNvGrpSpPr/>
          <p:nvPr/>
        </p:nvGrpSpPr>
        <p:grpSpPr>
          <a:xfrm>
            <a:off x="4681327" y="7096164"/>
            <a:ext cx="879973" cy="879973"/>
            <a:chOff x="0" y="0"/>
            <a:chExt cx="736600" cy="736600"/>
          </a:xfrm>
        </p:grpSpPr>
        <p:sp>
          <p:nvSpPr>
            <p:cNvPr id="40" name="Freeform 40"/>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1" name="TextBox 41"/>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42" name="TextBox 42"/>
          <p:cNvSpPr txBox="1"/>
          <p:nvPr/>
        </p:nvSpPr>
        <p:spPr>
          <a:xfrm>
            <a:off x="1566945" y="3449877"/>
            <a:ext cx="7108738" cy="1970343"/>
          </a:xfrm>
          <a:prstGeom prst="rect">
            <a:avLst/>
          </a:prstGeom>
        </p:spPr>
        <p:txBody>
          <a:bodyPr lIns="0" tIns="0" rIns="0" bIns="0" rtlCol="0" anchor="t">
            <a:spAutoFit/>
          </a:bodyPr>
          <a:lstStyle/>
          <a:p>
            <a:pPr algn="ctr">
              <a:lnSpc>
                <a:spcPts val="15345"/>
              </a:lnSpc>
              <a:spcBef>
                <a:spcPct val="0"/>
              </a:spcBef>
            </a:pPr>
            <a:r>
              <a:rPr lang="en-US" sz="10961" spc="-865">
                <a:solidFill>
                  <a:srgbClr val="FFFFFF"/>
                </a:solidFill>
                <a:latin typeface="Poppins"/>
                <a:ea typeface="Poppins"/>
                <a:cs typeface="Poppins"/>
                <a:sym typeface="Poppins"/>
              </a:rPr>
              <a:t>Breakslides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360077" y="360077"/>
            <a:ext cx="17567845" cy="9566845"/>
            <a:chOff x="0" y="0"/>
            <a:chExt cx="4626922" cy="2519663"/>
          </a:xfrm>
        </p:grpSpPr>
        <p:sp>
          <p:nvSpPr>
            <p:cNvPr id="3" name="Freeform 3"/>
            <p:cNvSpPr/>
            <p:nvPr/>
          </p:nvSpPr>
          <p:spPr>
            <a:xfrm>
              <a:off x="0" y="0"/>
              <a:ext cx="4626922" cy="2519663"/>
            </a:xfrm>
            <a:custGeom>
              <a:avLst/>
              <a:gdLst/>
              <a:ahLst/>
              <a:cxnLst/>
              <a:rect l="l" t="t" r="r" b="b"/>
              <a:pathLst>
                <a:path w="4626922" h="2519663">
                  <a:moveTo>
                    <a:pt x="0" y="0"/>
                  </a:moveTo>
                  <a:lnTo>
                    <a:pt x="4626922" y="0"/>
                  </a:lnTo>
                  <a:lnTo>
                    <a:pt x="4626922" y="2519663"/>
                  </a:lnTo>
                  <a:lnTo>
                    <a:pt x="0" y="2519663"/>
                  </a:lnTo>
                  <a:close/>
                </a:path>
              </a:pathLst>
            </a:custGeom>
            <a:solidFill>
              <a:srgbClr val="000000"/>
            </a:solidFill>
            <a:ln w="19050" cap="sq">
              <a:solidFill>
                <a:srgbClr val="FF3131"/>
              </a:solidFill>
              <a:prstDash val="solid"/>
              <a:miter/>
            </a:ln>
          </p:spPr>
        </p:sp>
        <p:sp>
          <p:nvSpPr>
            <p:cNvPr id="4" name="TextBox 4"/>
            <p:cNvSpPr txBox="1"/>
            <p:nvPr/>
          </p:nvSpPr>
          <p:spPr>
            <a:xfrm>
              <a:off x="0" y="-57150"/>
              <a:ext cx="4626922" cy="257681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2011755" y="4679669"/>
            <a:ext cx="6900329" cy="4142433"/>
            <a:chOff x="0" y="0"/>
            <a:chExt cx="1351956" cy="811611"/>
          </a:xfrm>
        </p:grpSpPr>
        <p:sp>
          <p:nvSpPr>
            <p:cNvPr id="6" name="Freeform 6"/>
            <p:cNvSpPr/>
            <p:nvPr/>
          </p:nvSpPr>
          <p:spPr>
            <a:xfrm>
              <a:off x="0" y="0"/>
              <a:ext cx="1351956" cy="811611"/>
            </a:xfrm>
            <a:custGeom>
              <a:avLst/>
              <a:gdLst/>
              <a:ahLst/>
              <a:cxnLst/>
              <a:rect l="l" t="t" r="r" b="b"/>
              <a:pathLst>
                <a:path w="1351956" h="811611">
                  <a:moveTo>
                    <a:pt x="0" y="0"/>
                  </a:moveTo>
                  <a:lnTo>
                    <a:pt x="1351956" y="0"/>
                  </a:lnTo>
                  <a:lnTo>
                    <a:pt x="1351956" y="811611"/>
                  </a:lnTo>
                  <a:lnTo>
                    <a:pt x="0" y="811611"/>
                  </a:lnTo>
                  <a:close/>
                </a:path>
              </a:pathLst>
            </a:custGeom>
            <a:blipFill>
              <a:blip r:embed="rId2"/>
              <a:stretch>
                <a:fillRect t="-5576" b="-5576"/>
              </a:stretch>
            </a:blipFill>
            <a:ln w="19050" cap="sq">
              <a:solidFill>
                <a:srgbClr val="FF3131"/>
              </a:solidFill>
              <a:prstDash val="solid"/>
              <a:miter/>
            </a:ln>
          </p:spPr>
        </p:sp>
      </p:grpSp>
      <p:grpSp>
        <p:nvGrpSpPr>
          <p:cNvPr id="7" name="Group 7"/>
          <p:cNvGrpSpPr/>
          <p:nvPr/>
        </p:nvGrpSpPr>
        <p:grpSpPr>
          <a:xfrm>
            <a:off x="13958058" y="-360077"/>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rot="5400000">
            <a:off x="16637379" y="7916224"/>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rot="5400000">
            <a:off x="-1650621" y="1650621"/>
            <a:ext cx="3301242" cy="720155"/>
            <a:chOff x="0" y="0"/>
            <a:chExt cx="4401656" cy="960206"/>
          </a:xfrm>
        </p:grpSpPr>
        <p:grpSp>
          <p:nvGrpSpPr>
            <p:cNvPr id="28" name="Group 28"/>
            <p:cNvGrpSpPr/>
            <p:nvPr/>
          </p:nvGrpSpPr>
          <p:grpSpPr>
            <a:xfrm>
              <a:off x="0" y="0"/>
              <a:ext cx="2057400" cy="960206"/>
              <a:chOff x="0" y="0"/>
              <a:chExt cx="406400" cy="189670"/>
            </a:xfrm>
          </p:grpSpPr>
          <p:sp>
            <p:nvSpPr>
              <p:cNvPr id="29" name="Freeform 2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0" name="TextBox 3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1" name="Group 31"/>
            <p:cNvGrpSpPr/>
            <p:nvPr/>
          </p:nvGrpSpPr>
          <p:grpSpPr>
            <a:xfrm>
              <a:off x="1172128" y="0"/>
              <a:ext cx="2057400" cy="960206"/>
              <a:chOff x="0" y="0"/>
              <a:chExt cx="406400" cy="189670"/>
            </a:xfrm>
          </p:grpSpPr>
          <p:sp>
            <p:nvSpPr>
              <p:cNvPr id="32" name="Freeform 3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3" name="TextBox 3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2344256" y="0"/>
              <a:ext cx="2057400" cy="960206"/>
              <a:chOff x="0" y="0"/>
              <a:chExt cx="406400" cy="189670"/>
            </a:xfrm>
          </p:grpSpPr>
          <p:sp>
            <p:nvSpPr>
              <p:cNvPr id="35" name="Freeform 3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6" name="TextBox 3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37" name="Group 37"/>
          <p:cNvGrpSpPr/>
          <p:nvPr/>
        </p:nvGrpSpPr>
        <p:grpSpPr>
          <a:xfrm>
            <a:off x="1028700" y="9926923"/>
            <a:ext cx="3301242" cy="720155"/>
            <a:chOff x="0" y="0"/>
            <a:chExt cx="4401656" cy="960206"/>
          </a:xfrm>
        </p:grpSpPr>
        <p:grpSp>
          <p:nvGrpSpPr>
            <p:cNvPr id="38" name="Group 38"/>
            <p:cNvGrpSpPr/>
            <p:nvPr/>
          </p:nvGrpSpPr>
          <p:grpSpPr>
            <a:xfrm>
              <a:off x="0" y="0"/>
              <a:ext cx="2057400" cy="960206"/>
              <a:chOff x="0" y="0"/>
              <a:chExt cx="406400" cy="189670"/>
            </a:xfrm>
          </p:grpSpPr>
          <p:sp>
            <p:nvSpPr>
              <p:cNvPr id="39" name="Freeform 3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0" name="TextBox 4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1" name="Group 41"/>
            <p:cNvGrpSpPr/>
            <p:nvPr/>
          </p:nvGrpSpPr>
          <p:grpSpPr>
            <a:xfrm>
              <a:off x="1172128" y="0"/>
              <a:ext cx="2057400" cy="960206"/>
              <a:chOff x="0" y="0"/>
              <a:chExt cx="406400" cy="189670"/>
            </a:xfrm>
          </p:grpSpPr>
          <p:sp>
            <p:nvSpPr>
              <p:cNvPr id="42" name="Freeform 4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3" name="TextBox 4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4" name="Group 44"/>
            <p:cNvGrpSpPr/>
            <p:nvPr/>
          </p:nvGrpSpPr>
          <p:grpSpPr>
            <a:xfrm>
              <a:off x="2344256" y="0"/>
              <a:ext cx="2057400" cy="960206"/>
              <a:chOff x="0" y="0"/>
              <a:chExt cx="406400" cy="189670"/>
            </a:xfrm>
          </p:grpSpPr>
          <p:sp>
            <p:nvSpPr>
              <p:cNvPr id="45" name="Freeform 4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6" name="TextBox 4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47" name="Group 47"/>
          <p:cNvGrpSpPr/>
          <p:nvPr/>
        </p:nvGrpSpPr>
        <p:grpSpPr>
          <a:xfrm>
            <a:off x="784747" y="658141"/>
            <a:ext cx="879973" cy="879973"/>
            <a:chOff x="0" y="0"/>
            <a:chExt cx="736600" cy="736600"/>
          </a:xfrm>
        </p:grpSpPr>
        <p:sp>
          <p:nvSpPr>
            <p:cNvPr id="48" name="Freeform 48"/>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9" name="TextBox 49"/>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50" name="Group 50"/>
          <p:cNvGrpSpPr/>
          <p:nvPr/>
        </p:nvGrpSpPr>
        <p:grpSpPr>
          <a:xfrm>
            <a:off x="784747" y="8638995"/>
            <a:ext cx="879973" cy="879973"/>
            <a:chOff x="0" y="0"/>
            <a:chExt cx="736600" cy="736600"/>
          </a:xfrm>
        </p:grpSpPr>
        <p:sp>
          <p:nvSpPr>
            <p:cNvPr id="51" name="Freeform 51"/>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2" name="TextBox 52"/>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53" name="TextBox 53"/>
          <p:cNvSpPr txBox="1"/>
          <p:nvPr/>
        </p:nvSpPr>
        <p:spPr>
          <a:xfrm>
            <a:off x="2011755" y="1960397"/>
            <a:ext cx="6900329" cy="1789176"/>
          </a:xfrm>
          <a:prstGeom prst="rect">
            <a:avLst/>
          </a:prstGeom>
        </p:spPr>
        <p:txBody>
          <a:bodyPr lIns="0" tIns="0" rIns="0" bIns="0" rtlCol="0" anchor="t">
            <a:spAutoFit/>
          </a:bodyPr>
          <a:lstStyle/>
          <a:p>
            <a:pPr algn="l">
              <a:lnSpc>
                <a:spcPts val="6552"/>
              </a:lnSpc>
            </a:pPr>
            <a:r>
              <a:rPr lang="en-US" sz="7200" spc="-568">
                <a:solidFill>
                  <a:srgbClr val="FFFFFF"/>
                </a:solidFill>
                <a:latin typeface="Poppins"/>
                <a:ea typeface="Poppins"/>
                <a:cs typeface="Poppins"/>
                <a:sym typeface="Poppins"/>
              </a:rPr>
              <a:t>Engineering Tools &amp; Technology</a:t>
            </a:r>
          </a:p>
        </p:txBody>
      </p:sp>
      <p:grpSp>
        <p:nvGrpSpPr>
          <p:cNvPr id="54" name="Group 54"/>
          <p:cNvGrpSpPr/>
          <p:nvPr/>
        </p:nvGrpSpPr>
        <p:grpSpPr>
          <a:xfrm>
            <a:off x="10269965" y="2843338"/>
            <a:ext cx="5029673" cy="837236"/>
            <a:chOff x="0" y="0"/>
            <a:chExt cx="1324688" cy="220507"/>
          </a:xfrm>
        </p:grpSpPr>
        <p:sp>
          <p:nvSpPr>
            <p:cNvPr id="55" name="Freeform 55"/>
            <p:cNvSpPr/>
            <p:nvPr/>
          </p:nvSpPr>
          <p:spPr>
            <a:xfrm>
              <a:off x="0" y="0"/>
              <a:ext cx="1324688" cy="220507"/>
            </a:xfrm>
            <a:custGeom>
              <a:avLst/>
              <a:gdLst/>
              <a:ahLst/>
              <a:cxnLst/>
              <a:rect l="l" t="t" r="r" b="b"/>
              <a:pathLst>
                <a:path w="1324688" h="220507">
                  <a:moveTo>
                    <a:pt x="0" y="0"/>
                  </a:moveTo>
                  <a:lnTo>
                    <a:pt x="1324688" y="0"/>
                  </a:lnTo>
                  <a:lnTo>
                    <a:pt x="1324688" y="220507"/>
                  </a:lnTo>
                  <a:lnTo>
                    <a:pt x="0" y="220507"/>
                  </a:lnTo>
                  <a:close/>
                </a:path>
              </a:pathLst>
            </a:custGeom>
            <a:solidFill>
              <a:srgbClr val="FF3131"/>
            </a:solidFill>
          </p:spPr>
        </p:sp>
        <p:sp>
          <p:nvSpPr>
            <p:cNvPr id="56" name="TextBox 56"/>
            <p:cNvSpPr txBox="1"/>
            <p:nvPr/>
          </p:nvSpPr>
          <p:spPr>
            <a:xfrm>
              <a:off x="0" y="-66675"/>
              <a:ext cx="1324688"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Powering Creative Solutions</a:t>
              </a:r>
            </a:p>
          </p:txBody>
        </p:sp>
      </p:grpSp>
      <p:sp>
        <p:nvSpPr>
          <p:cNvPr id="57" name="TextBox 57"/>
          <p:cNvSpPr txBox="1"/>
          <p:nvPr/>
        </p:nvSpPr>
        <p:spPr>
          <a:xfrm>
            <a:off x="10322446" y="4166070"/>
            <a:ext cx="6247596" cy="1583055"/>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
        <p:nvSpPr>
          <p:cNvPr id="58" name="TextBox 58"/>
          <p:cNvSpPr txBox="1"/>
          <p:nvPr/>
        </p:nvSpPr>
        <p:spPr>
          <a:xfrm>
            <a:off x="10322446" y="5930783"/>
            <a:ext cx="6247596" cy="1583055"/>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360077" y="360077"/>
            <a:ext cx="17567845" cy="9566845"/>
            <a:chOff x="0" y="0"/>
            <a:chExt cx="4626922" cy="2519663"/>
          </a:xfrm>
        </p:grpSpPr>
        <p:sp>
          <p:nvSpPr>
            <p:cNvPr id="3" name="Freeform 3"/>
            <p:cNvSpPr/>
            <p:nvPr/>
          </p:nvSpPr>
          <p:spPr>
            <a:xfrm>
              <a:off x="0" y="0"/>
              <a:ext cx="4626922" cy="2519663"/>
            </a:xfrm>
            <a:custGeom>
              <a:avLst/>
              <a:gdLst/>
              <a:ahLst/>
              <a:cxnLst/>
              <a:rect l="l" t="t" r="r" b="b"/>
              <a:pathLst>
                <a:path w="4626922" h="2519663">
                  <a:moveTo>
                    <a:pt x="0" y="0"/>
                  </a:moveTo>
                  <a:lnTo>
                    <a:pt x="4626922" y="0"/>
                  </a:lnTo>
                  <a:lnTo>
                    <a:pt x="4626922" y="2519663"/>
                  </a:lnTo>
                  <a:lnTo>
                    <a:pt x="0" y="2519663"/>
                  </a:lnTo>
                  <a:close/>
                </a:path>
              </a:pathLst>
            </a:custGeom>
            <a:solidFill>
              <a:srgbClr val="000000"/>
            </a:solidFill>
            <a:ln w="19050" cap="sq">
              <a:solidFill>
                <a:srgbClr val="FF3131"/>
              </a:solidFill>
              <a:prstDash val="solid"/>
              <a:miter/>
            </a:ln>
          </p:spPr>
        </p:sp>
        <p:sp>
          <p:nvSpPr>
            <p:cNvPr id="4" name="TextBox 4"/>
            <p:cNvSpPr txBox="1"/>
            <p:nvPr/>
          </p:nvSpPr>
          <p:spPr>
            <a:xfrm>
              <a:off x="0" y="-57150"/>
              <a:ext cx="4626922" cy="257681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0010014" y="360077"/>
            <a:ext cx="7249286" cy="6265603"/>
            <a:chOff x="0" y="0"/>
            <a:chExt cx="1420325" cy="1227596"/>
          </a:xfrm>
        </p:grpSpPr>
        <p:sp>
          <p:nvSpPr>
            <p:cNvPr id="6" name="Freeform 6"/>
            <p:cNvSpPr/>
            <p:nvPr/>
          </p:nvSpPr>
          <p:spPr>
            <a:xfrm>
              <a:off x="0" y="0"/>
              <a:ext cx="1420325" cy="1227596"/>
            </a:xfrm>
            <a:custGeom>
              <a:avLst/>
              <a:gdLst/>
              <a:ahLst/>
              <a:cxnLst/>
              <a:rect l="l" t="t" r="r" b="b"/>
              <a:pathLst>
                <a:path w="1420325" h="1227596">
                  <a:moveTo>
                    <a:pt x="0" y="0"/>
                  </a:moveTo>
                  <a:lnTo>
                    <a:pt x="1420325" y="0"/>
                  </a:lnTo>
                  <a:lnTo>
                    <a:pt x="1420325" y="1227596"/>
                  </a:lnTo>
                  <a:lnTo>
                    <a:pt x="0" y="1227596"/>
                  </a:lnTo>
                  <a:close/>
                </a:path>
              </a:pathLst>
            </a:custGeom>
            <a:blipFill>
              <a:blip r:embed="rId2"/>
              <a:stretch>
                <a:fillRect l="-14764" r="-14764"/>
              </a:stretch>
            </a:blipFill>
            <a:ln w="19050" cap="sq">
              <a:solidFill>
                <a:srgbClr val="FF3131"/>
              </a:solidFill>
              <a:prstDash val="solid"/>
              <a:miter/>
            </a:ln>
          </p:spPr>
        </p:sp>
      </p:grpSp>
      <p:grpSp>
        <p:nvGrpSpPr>
          <p:cNvPr id="7" name="Group 7"/>
          <p:cNvGrpSpPr/>
          <p:nvPr/>
        </p:nvGrpSpPr>
        <p:grpSpPr>
          <a:xfrm>
            <a:off x="13958058" y="-360077"/>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rot="5400000">
            <a:off x="16637379" y="7916224"/>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rot="5400000">
            <a:off x="-1650621" y="1650621"/>
            <a:ext cx="3301242" cy="720155"/>
            <a:chOff x="0" y="0"/>
            <a:chExt cx="4401656" cy="960206"/>
          </a:xfrm>
        </p:grpSpPr>
        <p:grpSp>
          <p:nvGrpSpPr>
            <p:cNvPr id="28" name="Group 28"/>
            <p:cNvGrpSpPr/>
            <p:nvPr/>
          </p:nvGrpSpPr>
          <p:grpSpPr>
            <a:xfrm>
              <a:off x="0" y="0"/>
              <a:ext cx="2057400" cy="960206"/>
              <a:chOff x="0" y="0"/>
              <a:chExt cx="406400" cy="189670"/>
            </a:xfrm>
          </p:grpSpPr>
          <p:sp>
            <p:nvSpPr>
              <p:cNvPr id="29" name="Freeform 2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0" name="TextBox 3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1" name="Group 31"/>
            <p:cNvGrpSpPr/>
            <p:nvPr/>
          </p:nvGrpSpPr>
          <p:grpSpPr>
            <a:xfrm>
              <a:off x="1172128" y="0"/>
              <a:ext cx="2057400" cy="960206"/>
              <a:chOff x="0" y="0"/>
              <a:chExt cx="406400" cy="189670"/>
            </a:xfrm>
          </p:grpSpPr>
          <p:sp>
            <p:nvSpPr>
              <p:cNvPr id="32" name="Freeform 3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3" name="TextBox 3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2344256" y="0"/>
              <a:ext cx="2057400" cy="960206"/>
              <a:chOff x="0" y="0"/>
              <a:chExt cx="406400" cy="189670"/>
            </a:xfrm>
          </p:grpSpPr>
          <p:sp>
            <p:nvSpPr>
              <p:cNvPr id="35" name="Freeform 3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36" name="TextBox 3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37" name="Group 37"/>
          <p:cNvGrpSpPr/>
          <p:nvPr/>
        </p:nvGrpSpPr>
        <p:grpSpPr>
          <a:xfrm>
            <a:off x="1028700" y="9926923"/>
            <a:ext cx="3301242" cy="720155"/>
            <a:chOff x="0" y="0"/>
            <a:chExt cx="4401656" cy="960206"/>
          </a:xfrm>
        </p:grpSpPr>
        <p:grpSp>
          <p:nvGrpSpPr>
            <p:cNvPr id="38" name="Group 38"/>
            <p:cNvGrpSpPr/>
            <p:nvPr/>
          </p:nvGrpSpPr>
          <p:grpSpPr>
            <a:xfrm>
              <a:off x="0" y="0"/>
              <a:ext cx="2057400" cy="960206"/>
              <a:chOff x="0" y="0"/>
              <a:chExt cx="406400" cy="189670"/>
            </a:xfrm>
          </p:grpSpPr>
          <p:sp>
            <p:nvSpPr>
              <p:cNvPr id="39" name="Freeform 3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0" name="TextBox 4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1" name="Group 41"/>
            <p:cNvGrpSpPr/>
            <p:nvPr/>
          </p:nvGrpSpPr>
          <p:grpSpPr>
            <a:xfrm>
              <a:off x="1172128" y="0"/>
              <a:ext cx="2057400" cy="960206"/>
              <a:chOff x="0" y="0"/>
              <a:chExt cx="406400" cy="189670"/>
            </a:xfrm>
          </p:grpSpPr>
          <p:sp>
            <p:nvSpPr>
              <p:cNvPr id="42" name="Freeform 4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3" name="TextBox 4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44" name="Group 44"/>
            <p:cNvGrpSpPr/>
            <p:nvPr/>
          </p:nvGrpSpPr>
          <p:grpSpPr>
            <a:xfrm>
              <a:off x="2344256" y="0"/>
              <a:ext cx="2057400" cy="960206"/>
              <a:chOff x="0" y="0"/>
              <a:chExt cx="406400" cy="189670"/>
            </a:xfrm>
          </p:grpSpPr>
          <p:sp>
            <p:nvSpPr>
              <p:cNvPr id="45" name="Freeform 4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000000"/>
              </a:solidFill>
            </p:spPr>
          </p:sp>
          <p:sp>
            <p:nvSpPr>
              <p:cNvPr id="46" name="TextBox 4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47" name="Group 47"/>
          <p:cNvGrpSpPr/>
          <p:nvPr/>
        </p:nvGrpSpPr>
        <p:grpSpPr>
          <a:xfrm>
            <a:off x="1028700" y="947074"/>
            <a:ext cx="879973" cy="879973"/>
            <a:chOff x="0" y="0"/>
            <a:chExt cx="736600" cy="736600"/>
          </a:xfrm>
        </p:grpSpPr>
        <p:sp>
          <p:nvSpPr>
            <p:cNvPr id="48" name="Freeform 48"/>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9" name="TextBox 49"/>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50" name="Group 50"/>
          <p:cNvGrpSpPr/>
          <p:nvPr/>
        </p:nvGrpSpPr>
        <p:grpSpPr>
          <a:xfrm>
            <a:off x="7800196" y="4263527"/>
            <a:ext cx="879973" cy="879973"/>
            <a:chOff x="0" y="0"/>
            <a:chExt cx="736600" cy="736600"/>
          </a:xfrm>
        </p:grpSpPr>
        <p:sp>
          <p:nvSpPr>
            <p:cNvPr id="51" name="Freeform 51"/>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52" name="TextBox 52"/>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53" name="TextBox 53"/>
          <p:cNvSpPr txBox="1"/>
          <p:nvPr/>
        </p:nvSpPr>
        <p:spPr>
          <a:xfrm>
            <a:off x="2011755" y="2144049"/>
            <a:ext cx="5276920" cy="1789176"/>
          </a:xfrm>
          <a:prstGeom prst="rect">
            <a:avLst/>
          </a:prstGeom>
        </p:spPr>
        <p:txBody>
          <a:bodyPr lIns="0" tIns="0" rIns="0" bIns="0" rtlCol="0" anchor="t">
            <a:spAutoFit/>
          </a:bodyPr>
          <a:lstStyle/>
          <a:p>
            <a:pPr algn="l">
              <a:lnSpc>
                <a:spcPts val="6552"/>
              </a:lnSpc>
            </a:pPr>
            <a:r>
              <a:rPr lang="en-US" sz="7200" spc="-568">
                <a:solidFill>
                  <a:srgbClr val="FFFFFF"/>
                </a:solidFill>
                <a:latin typeface="Poppins"/>
                <a:ea typeface="Poppins"/>
                <a:cs typeface="Poppins"/>
                <a:sym typeface="Poppins"/>
              </a:rPr>
              <a:t>Teamwork in Engineering</a:t>
            </a:r>
          </a:p>
        </p:txBody>
      </p:sp>
      <p:grpSp>
        <p:nvGrpSpPr>
          <p:cNvPr id="54" name="Group 54"/>
          <p:cNvGrpSpPr/>
          <p:nvPr/>
        </p:nvGrpSpPr>
        <p:grpSpPr>
          <a:xfrm>
            <a:off x="2011755" y="6009962"/>
            <a:ext cx="5029673" cy="837236"/>
            <a:chOff x="0" y="0"/>
            <a:chExt cx="1324688" cy="220507"/>
          </a:xfrm>
        </p:grpSpPr>
        <p:sp>
          <p:nvSpPr>
            <p:cNvPr id="55" name="Freeform 55"/>
            <p:cNvSpPr/>
            <p:nvPr/>
          </p:nvSpPr>
          <p:spPr>
            <a:xfrm>
              <a:off x="0" y="0"/>
              <a:ext cx="1324688" cy="220507"/>
            </a:xfrm>
            <a:custGeom>
              <a:avLst/>
              <a:gdLst/>
              <a:ahLst/>
              <a:cxnLst/>
              <a:rect l="l" t="t" r="r" b="b"/>
              <a:pathLst>
                <a:path w="1324688" h="220507">
                  <a:moveTo>
                    <a:pt x="0" y="0"/>
                  </a:moveTo>
                  <a:lnTo>
                    <a:pt x="1324688" y="0"/>
                  </a:lnTo>
                  <a:lnTo>
                    <a:pt x="1324688" y="220507"/>
                  </a:lnTo>
                  <a:lnTo>
                    <a:pt x="0" y="220507"/>
                  </a:lnTo>
                  <a:close/>
                </a:path>
              </a:pathLst>
            </a:custGeom>
            <a:solidFill>
              <a:srgbClr val="FF3131"/>
            </a:solidFill>
          </p:spPr>
        </p:sp>
        <p:sp>
          <p:nvSpPr>
            <p:cNvPr id="56" name="TextBox 56"/>
            <p:cNvSpPr txBox="1"/>
            <p:nvPr/>
          </p:nvSpPr>
          <p:spPr>
            <a:xfrm>
              <a:off x="0" y="-66675"/>
              <a:ext cx="1324688"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Collaboration for Innovation</a:t>
              </a:r>
            </a:p>
          </p:txBody>
        </p:sp>
      </p:grpSp>
      <p:sp>
        <p:nvSpPr>
          <p:cNvPr id="57" name="TextBox 57"/>
          <p:cNvSpPr txBox="1"/>
          <p:nvPr/>
        </p:nvSpPr>
        <p:spPr>
          <a:xfrm>
            <a:off x="2064236" y="7332693"/>
            <a:ext cx="7249286" cy="1583055"/>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
        <p:nvSpPr>
          <p:cNvPr id="58" name="TextBox 58"/>
          <p:cNvSpPr txBox="1"/>
          <p:nvPr/>
        </p:nvSpPr>
        <p:spPr>
          <a:xfrm>
            <a:off x="10010014" y="7332693"/>
            <a:ext cx="7249286" cy="1583055"/>
          </a:xfrm>
          <a:prstGeom prst="rect">
            <a:avLst/>
          </a:prstGeom>
        </p:spPr>
        <p:txBody>
          <a:bodyPr lIns="0" tIns="0" rIns="0" bIns="0" rtlCol="0" anchor="t">
            <a:spAutoFit/>
          </a:bodyPr>
          <a:lstStyle/>
          <a:p>
            <a:pPr algn="just">
              <a:lnSpc>
                <a:spcPts val="2520"/>
              </a:lnSpc>
              <a:spcBef>
                <a:spcPct val="0"/>
              </a:spcBef>
            </a:pPr>
            <a:r>
              <a:rPr lang="en-US" sz="1800">
                <a:solidFill>
                  <a:srgbClr val="FFFFFF"/>
                </a:solidFill>
                <a:latin typeface="Poppins"/>
                <a:ea typeface="Poppins"/>
                <a:cs typeface="Poppins"/>
                <a:sym typeface="Poppins"/>
              </a:rPr>
              <a:t>Lorem ipsum dolor sit amet, consectetur adipiscing elit. Duis ornare metus in felis tristique ullamcorper. Maecenas id porta nibh. Phasellus urna purus, porttitor in dapibus id, molestie eu ligula. Suspendisse nec accumsan lacus. Aenean finibus viverra tristique.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313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9501831" cy="8229600"/>
            <a:chOff x="0" y="0"/>
            <a:chExt cx="2502540" cy="2167467"/>
          </a:xfrm>
        </p:grpSpPr>
        <p:sp>
          <p:nvSpPr>
            <p:cNvPr id="3" name="Freeform 3"/>
            <p:cNvSpPr/>
            <p:nvPr/>
          </p:nvSpPr>
          <p:spPr>
            <a:xfrm>
              <a:off x="0" y="0"/>
              <a:ext cx="2502540" cy="2167467"/>
            </a:xfrm>
            <a:custGeom>
              <a:avLst/>
              <a:gdLst/>
              <a:ahLst/>
              <a:cxnLst/>
              <a:rect l="l" t="t" r="r" b="b"/>
              <a:pathLst>
                <a:path w="2502540" h="2167467">
                  <a:moveTo>
                    <a:pt x="0" y="0"/>
                  </a:moveTo>
                  <a:lnTo>
                    <a:pt x="2502540" y="0"/>
                  </a:lnTo>
                  <a:lnTo>
                    <a:pt x="2502540" y="2167467"/>
                  </a:lnTo>
                  <a:lnTo>
                    <a:pt x="0" y="2167467"/>
                  </a:lnTo>
                  <a:close/>
                </a:path>
              </a:pathLst>
            </a:custGeom>
            <a:solidFill>
              <a:srgbClr val="000000"/>
            </a:solidFill>
            <a:ln w="19050" cap="sq">
              <a:solidFill>
                <a:srgbClr val="FF3131"/>
              </a:solidFill>
              <a:prstDash val="solid"/>
              <a:miter/>
            </a:ln>
          </p:spPr>
        </p:sp>
        <p:sp>
          <p:nvSpPr>
            <p:cNvPr id="4" name="TextBox 4"/>
            <p:cNvSpPr txBox="1"/>
            <p:nvPr/>
          </p:nvSpPr>
          <p:spPr>
            <a:xfrm>
              <a:off x="0" y="-57150"/>
              <a:ext cx="2502540" cy="2224617"/>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9144000" y="1028700"/>
            <a:ext cx="8115300" cy="8229600"/>
            <a:chOff x="0" y="0"/>
            <a:chExt cx="1257272" cy="1274980"/>
          </a:xfrm>
        </p:grpSpPr>
        <p:sp>
          <p:nvSpPr>
            <p:cNvPr id="6" name="Freeform 6"/>
            <p:cNvSpPr/>
            <p:nvPr/>
          </p:nvSpPr>
          <p:spPr>
            <a:xfrm>
              <a:off x="0" y="0"/>
              <a:ext cx="1257272" cy="1274980"/>
            </a:xfrm>
            <a:custGeom>
              <a:avLst/>
              <a:gdLst/>
              <a:ahLst/>
              <a:cxnLst/>
              <a:rect l="l" t="t" r="r" b="b"/>
              <a:pathLst>
                <a:path w="1257272" h="1274980">
                  <a:moveTo>
                    <a:pt x="0" y="0"/>
                  </a:moveTo>
                  <a:lnTo>
                    <a:pt x="1257272" y="0"/>
                  </a:lnTo>
                  <a:lnTo>
                    <a:pt x="1257272" y="1274980"/>
                  </a:lnTo>
                  <a:lnTo>
                    <a:pt x="0" y="1274980"/>
                  </a:lnTo>
                  <a:close/>
                </a:path>
              </a:pathLst>
            </a:custGeom>
            <a:blipFill>
              <a:blip r:embed="rId2"/>
              <a:stretch>
                <a:fillRect l="-25987" r="-25987"/>
              </a:stretch>
            </a:blipFill>
            <a:ln w="19050" cap="sq">
              <a:solidFill>
                <a:srgbClr val="FF3131"/>
              </a:solidFill>
              <a:prstDash val="solid"/>
              <a:miter/>
            </a:ln>
          </p:spPr>
        </p:sp>
      </p:grpSp>
      <p:grpSp>
        <p:nvGrpSpPr>
          <p:cNvPr id="7" name="Group 7"/>
          <p:cNvGrpSpPr/>
          <p:nvPr/>
        </p:nvGrpSpPr>
        <p:grpSpPr>
          <a:xfrm>
            <a:off x="5842758" y="668623"/>
            <a:ext cx="3301242" cy="720155"/>
            <a:chOff x="0" y="0"/>
            <a:chExt cx="4401656" cy="960206"/>
          </a:xfrm>
        </p:grpSpPr>
        <p:grpSp>
          <p:nvGrpSpPr>
            <p:cNvPr id="8" name="Group 8"/>
            <p:cNvGrpSpPr/>
            <p:nvPr/>
          </p:nvGrpSpPr>
          <p:grpSpPr>
            <a:xfrm>
              <a:off x="0" y="0"/>
              <a:ext cx="2057400" cy="960206"/>
              <a:chOff x="0" y="0"/>
              <a:chExt cx="406400" cy="189670"/>
            </a:xfrm>
          </p:grpSpPr>
          <p:sp>
            <p:nvSpPr>
              <p:cNvPr id="9" name="Freeform 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0" name="TextBox 1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172128" y="0"/>
              <a:ext cx="2057400" cy="960206"/>
              <a:chOff x="0" y="0"/>
              <a:chExt cx="406400" cy="189670"/>
            </a:xfrm>
          </p:grpSpPr>
          <p:sp>
            <p:nvSpPr>
              <p:cNvPr id="12" name="Freeform 1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3" name="TextBox 1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2344256" y="0"/>
              <a:ext cx="2057400" cy="960206"/>
              <a:chOff x="0" y="0"/>
              <a:chExt cx="406400" cy="189670"/>
            </a:xfrm>
          </p:grpSpPr>
          <p:sp>
            <p:nvSpPr>
              <p:cNvPr id="15" name="Freeform 1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16" name="TextBox 1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17" name="Group 17"/>
          <p:cNvGrpSpPr/>
          <p:nvPr/>
        </p:nvGrpSpPr>
        <p:grpSpPr>
          <a:xfrm>
            <a:off x="1028700" y="8898223"/>
            <a:ext cx="3301242" cy="720155"/>
            <a:chOff x="0" y="0"/>
            <a:chExt cx="4401656" cy="960206"/>
          </a:xfrm>
        </p:grpSpPr>
        <p:grpSp>
          <p:nvGrpSpPr>
            <p:cNvPr id="18" name="Group 18"/>
            <p:cNvGrpSpPr/>
            <p:nvPr/>
          </p:nvGrpSpPr>
          <p:grpSpPr>
            <a:xfrm>
              <a:off x="0" y="0"/>
              <a:ext cx="2057400" cy="960206"/>
              <a:chOff x="0" y="0"/>
              <a:chExt cx="406400" cy="189670"/>
            </a:xfrm>
          </p:grpSpPr>
          <p:sp>
            <p:nvSpPr>
              <p:cNvPr id="19" name="Freeform 19"/>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0" name="TextBox 20"/>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1172128" y="0"/>
              <a:ext cx="2057400" cy="960206"/>
              <a:chOff x="0" y="0"/>
              <a:chExt cx="406400" cy="189670"/>
            </a:xfrm>
          </p:grpSpPr>
          <p:sp>
            <p:nvSpPr>
              <p:cNvPr id="22" name="Freeform 22"/>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3" name="TextBox 23"/>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2344256" y="0"/>
              <a:ext cx="2057400" cy="960206"/>
              <a:chOff x="0" y="0"/>
              <a:chExt cx="406400" cy="189670"/>
            </a:xfrm>
          </p:grpSpPr>
          <p:sp>
            <p:nvSpPr>
              <p:cNvPr id="25" name="Freeform 25"/>
              <p:cNvSpPr/>
              <p:nvPr/>
            </p:nvSpPr>
            <p:spPr>
              <a:xfrm>
                <a:off x="0" y="0"/>
                <a:ext cx="406400" cy="189670"/>
              </a:xfrm>
              <a:custGeom>
                <a:avLst/>
                <a:gdLst/>
                <a:ahLst/>
                <a:cxnLst/>
                <a:rect l="l" t="t" r="r" b="b"/>
                <a:pathLst>
                  <a:path w="406400" h="189670">
                    <a:moveTo>
                      <a:pt x="203200" y="0"/>
                    </a:moveTo>
                    <a:lnTo>
                      <a:pt x="406400" y="0"/>
                    </a:lnTo>
                    <a:lnTo>
                      <a:pt x="203200" y="189670"/>
                    </a:lnTo>
                    <a:lnTo>
                      <a:pt x="0" y="189670"/>
                    </a:lnTo>
                    <a:lnTo>
                      <a:pt x="203200" y="0"/>
                    </a:lnTo>
                    <a:close/>
                  </a:path>
                </a:pathLst>
              </a:custGeom>
              <a:solidFill>
                <a:srgbClr val="FF3131"/>
              </a:solidFill>
            </p:spPr>
          </p:sp>
          <p:sp>
            <p:nvSpPr>
              <p:cNvPr id="26" name="TextBox 26"/>
              <p:cNvSpPr txBox="1"/>
              <p:nvPr/>
            </p:nvSpPr>
            <p:spPr>
              <a:xfrm>
                <a:off x="101600" y="-57150"/>
                <a:ext cx="203200" cy="246820"/>
              </a:xfrm>
              <a:prstGeom prst="rect">
                <a:avLst/>
              </a:prstGeom>
            </p:spPr>
            <p:txBody>
              <a:bodyPr lIns="50800" tIns="50800" rIns="50800" bIns="50800" rtlCol="0" anchor="ctr"/>
              <a:lstStyle/>
              <a:p>
                <a:pPr algn="ctr">
                  <a:lnSpc>
                    <a:spcPts val="2520"/>
                  </a:lnSpc>
                </a:pPr>
                <a:endParaRPr/>
              </a:p>
            </p:txBody>
          </p:sp>
        </p:grpSp>
      </p:grpSp>
      <p:grpSp>
        <p:nvGrpSpPr>
          <p:cNvPr id="27" name="Group 27"/>
          <p:cNvGrpSpPr/>
          <p:nvPr/>
        </p:nvGrpSpPr>
        <p:grpSpPr>
          <a:xfrm>
            <a:off x="3158822" y="5625911"/>
            <a:ext cx="3924984" cy="837236"/>
            <a:chOff x="0" y="0"/>
            <a:chExt cx="1033741" cy="220507"/>
          </a:xfrm>
        </p:grpSpPr>
        <p:sp>
          <p:nvSpPr>
            <p:cNvPr id="28" name="Freeform 28"/>
            <p:cNvSpPr/>
            <p:nvPr/>
          </p:nvSpPr>
          <p:spPr>
            <a:xfrm>
              <a:off x="0" y="0"/>
              <a:ext cx="1033741" cy="220507"/>
            </a:xfrm>
            <a:custGeom>
              <a:avLst/>
              <a:gdLst/>
              <a:ahLst/>
              <a:cxnLst/>
              <a:rect l="l" t="t" r="r" b="b"/>
              <a:pathLst>
                <a:path w="1033741" h="220507">
                  <a:moveTo>
                    <a:pt x="0" y="0"/>
                  </a:moveTo>
                  <a:lnTo>
                    <a:pt x="1033741" y="0"/>
                  </a:lnTo>
                  <a:lnTo>
                    <a:pt x="1033741" y="220507"/>
                  </a:lnTo>
                  <a:lnTo>
                    <a:pt x="0" y="220507"/>
                  </a:lnTo>
                  <a:close/>
                </a:path>
              </a:pathLst>
            </a:custGeom>
            <a:solidFill>
              <a:srgbClr val="FF3131"/>
            </a:solidFill>
          </p:spPr>
        </p:sp>
        <p:sp>
          <p:nvSpPr>
            <p:cNvPr id="29" name="TextBox 29"/>
            <p:cNvSpPr txBox="1"/>
            <p:nvPr/>
          </p:nvSpPr>
          <p:spPr>
            <a:xfrm>
              <a:off x="0" y="-66675"/>
              <a:ext cx="1033741" cy="287182"/>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@powerpointrus</a:t>
              </a:r>
              <a:endParaRPr lang="en-US" sz="2399" dirty="0">
                <a:solidFill>
                  <a:srgbClr val="FFFFFF"/>
                </a:solidFill>
                <a:latin typeface="Poppins"/>
                <a:ea typeface="Poppins"/>
                <a:cs typeface="Poppins"/>
                <a:sym typeface="Poppins"/>
              </a:endParaRPr>
            </a:p>
          </p:txBody>
        </p:sp>
      </p:grpSp>
      <p:grpSp>
        <p:nvGrpSpPr>
          <p:cNvPr id="30" name="Group 30"/>
          <p:cNvGrpSpPr/>
          <p:nvPr/>
        </p:nvGrpSpPr>
        <p:grpSpPr>
          <a:xfrm>
            <a:off x="13309621" y="8193526"/>
            <a:ext cx="2995645" cy="704697"/>
            <a:chOff x="0" y="0"/>
            <a:chExt cx="788976" cy="185599"/>
          </a:xfrm>
        </p:grpSpPr>
        <p:sp>
          <p:nvSpPr>
            <p:cNvPr id="31" name="Freeform 31"/>
            <p:cNvSpPr/>
            <p:nvPr/>
          </p:nvSpPr>
          <p:spPr>
            <a:xfrm>
              <a:off x="0" y="0"/>
              <a:ext cx="788976" cy="185599"/>
            </a:xfrm>
            <a:custGeom>
              <a:avLst/>
              <a:gdLst/>
              <a:ahLst/>
              <a:cxnLst/>
              <a:rect l="l" t="t" r="r" b="b"/>
              <a:pathLst>
                <a:path w="788976" h="185599">
                  <a:moveTo>
                    <a:pt x="0" y="0"/>
                  </a:moveTo>
                  <a:lnTo>
                    <a:pt x="788976" y="0"/>
                  </a:lnTo>
                  <a:lnTo>
                    <a:pt x="788976" y="185599"/>
                  </a:lnTo>
                  <a:lnTo>
                    <a:pt x="0" y="185599"/>
                  </a:lnTo>
                  <a:close/>
                </a:path>
              </a:pathLst>
            </a:custGeom>
            <a:solidFill>
              <a:srgbClr val="FF3131"/>
            </a:solidFill>
            <a:ln w="19050" cap="sq">
              <a:solidFill>
                <a:srgbClr val="FFFFFF"/>
              </a:solidFill>
              <a:prstDash val="solid"/>
              <a:miter/>
            </a:ln>
          </p:spPr>
        </p:sp>
        <p:sp>
          <p:nvSpPr>
            <p:cNvPr id="32" name="TextBox 32"/>
            <p:cNvSpPr txBox="1"/>
            <p:nvPr/>
          </p:nvSpPr>
          <p:spPr>
            <a:xfrm>
              <a:off x="0" y="-66675"/>
              <a:ext cx="788976" cy="252274"/>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@reallygreatsite</a:t>
              </a:r>
            </a:p>
          </p:txBody>
        </p:sp>
      </p:grpSp>
      <p:grpSp>
        <p:nvGrpSpPr>
          <p:cNvPr id="33" name="Group 33"/>
          <p:cNvGrpSpPr/>
          <p:nvPr/>
        </p:nvGrpSpPr>
        <p:grpSpPr>
          <a:xfrm>
            <a:off x="10098035" y="8193526"/>
            <a:ext cx="2995645" cy="704697"/>
            <a:chOff x="0" y="0"/>
            <a:chExt cx="788976" cy="185599"/>
          </a:xfrm>
        </p:grpSpPr>
        <p:sp>
          <p:nvSpPr>
            <p:cNvPr id="34" name="Freeform 34"/>
            <p:cNvSpPr/>
            <p:nvPr/>
          </p:nvSpPr>
          <p:spPr>
            <a:xfrm>
              <a:off x="0" y="0"/>
              <a:ext cx="788976" cy="185599"/>
            </a:xfrm>
            <a:custGeom>
              <a:avLst/>
              <a:gdLst/>
              <a:ahLst/>
              <a:cxnLst/>
              <a:rect l="l" t="t" r="r" b="b"/>
              <a:pathLst>
                <a:path w="788976" h="185599">
                  <a:moveTo>
                    <a:pt x="0" y="0"/>
                  </a:moveTo>
                  <a:lnTo>
                    <a:pt x="788976" y="0"/>
                  </a:lnTo>
                  <a:lnTo>
                    <a:pt x="788976" y="185599"/>
                  </a:lnTo>
                  <a:lnTo>
                    <a:pt x="0" y="185599"/>
                  </a:lnTo>
                  <a:close/>
                </a:path>
              </a:pathLst>
            </a:custGeom>
            <a:solidFill>
              <a:srgbClr val="FF3131"/>
            </a:solidFill>
            <a:ln w="19050" cap="sq">
              <a:solidFill>
                <a:srgbClr val="FFFFFF"/>
              </a:solidFill>
              <a:prstDash val="solid"/>
              <a:miter/>
            </a:ln>
          </p:spPr>
        </p:sp>
        <p:sp>
          <p:nvSpPr>
            <p:cNvPr id="35" name="TextBox 35"/>
            <p:cNvSpPr txBox="1"/>
            <p:nvPr/>
          </p:nvSpPr>
          <p:spPr>
            <a:xfrm>
              <a:off x="0" y="-66675"/>
              <a:ext cx="788976" cy="252274"/>
            </a:xfrm>
            <a:prstGeom prst="rect">
              <a:avLst/>
            </a:prstGeom>
          </p:spPr>
          <p:txBody>
            <a:bodyPr lIns="50800" tIns="50800" rIns="50800" bIns="50800" rtlCol="0" anchor="ctr"/>
            <a:lstStyle/>
            <a:p>
              <a:pPr algn="ctr">
                <a:lnSpc>
                  <a:spcPts val="3359"/>
                </a:lnSpc>
              </a:pPr>
              <a:r>
                <a:rPr lang="en-US" sz="2399">
                  <a:solidFill>
                    <a:srgbClr val="FFFFFF"/>
                  </a:solidFill>
                  <a:latin typeface="Poppins"/>
                  <a:ea typeface="Poppins"/>
                  <a:cs typeface="Poppins"/>
                  <a:sym typeface="Poppins"/>
                </a:rPr>
                <a:t>Thynk Unlimited</a:t>
              </a:r>
            </a:p>
          </p:txBody>
        </p:sp>
      </p:grpSp>
      <p:grpSp>
        <p:nvGrpSpPr>
          <p:cNvPr id="36" name="Group 36"/>
          <p:cNvGrpSpPr/>
          <p:nvPr/>
        </p:nvGrpSpPr>
        <p:grpSpPr>
          <a:xfrm>
            <a:off x="4681327" y="2310863"/>
            <a:ext cx="879973" cy="879973"/>
            <a:chOff x="0" y="0"/>
            <a:chExt cx="736600" cy="736600"/>
          </a:xfrm>
        </p:grpSpPr>
        <p:sp>
          <p:nvSpPr>
            <p:cNvPr id="37" name="Freeform 37"/>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38" name="TextBox 38"/>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grpSp>
        <p:nvGrpSpPr>
          <p:cNvPr id="39" name="Group 39"/>
          <p:cNvGrpSpPr/>
          <p:nvPr/>
        </p:nvGrpSpPr>
        <p:grpSpPr>
          <a:xfrm>
            <a:off x="4681327" y="7096164"/>
            <a:ext cx="879973" cy="879973"/>
            <a:chOff x="0" y="0"/>
            <a:chExt cx="736600" cy="736600"/>
          </a:xfrm>
        </p:grpSpPr>
        <p:sp>
          <p:nvSpPr>
            <p:cNvPr id="40" name="Freeform 40"/>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FF3131"/>
            </a:solidFill>
          </p:spPr>
        </p:sp>
        <p:sp>
          <p:nvSpPr>
            <p:cNvPr id="41" name="TextBox 41"/>
            <p:cNvSpPr txBox="1"/>
            <p:nvPr/>
          </p:nvSpPr>
          <p:spPr>
            <a:xfrm>
              <a:off x="146050" y="88900"/>
              <a:ext cx="444500" cy="501650"/>
            </a:xfrm>
            <a:prstGeom prst="rect">
              <a:avLst/>
            </a:prstGeom>
          </p:spPr>
          <p:txBody>
            <a:bodyPr lIns="50800" tIns="50800" rIns="50800" bIns="50800" rtlCol="0" anchor="ctr"/>
            <a:lstStyle/>
            <a:p>
              <a:pPr algn="ctr">
                <a:lnSpc>
                  <a:spcPts val="2520"/>
                </a:lnSpc>
              </a:pPr>
              <a:endParaRPr/>
            </a:p>
          </p:txBody>
        </p:sp>
      </p:grpSp>
      <p:sp>
        <p:nvSpPr>
          <p:cNvPr id="42" name="TextBox 42"/>
          <p:cNvSpPr txBox="1"/>
          <p:nvPr/>
        </p:nvSpPr>
        <p:spPr>
          <a:xfrm>
            <a:off x="1566945" y="3449877"/>
            <a:ext cx="7108738" cy="1970343"/>
          </a:xfrm>
          <a:prstGeom prst="rect">
            <a:avLst/>
          </a:prstGeom>
        </p:spPr>
        <p:txBody>
          <a:bodyPr lIns="0" tIns="0" rIns="0" bIns="0" rtlCol="0" anchor="t">
            <a:spAutoFit/>
          </a:bodyPr>
          <a:lstStyle/>
          <a:p>
            <a:pPr algn="ctr">
              <a:lnSpc>
                <a:spcPts val="15345"/>
              </a:lnSpc>
              <a:spcBef>
                <a:spcPct val="0"/>
              </a:spcBef>
            </a:pPr>
            <a:r>
              <a:rPr lang="en-US" sz="10961" spc="-865">
                <a:solidFill>
                  <a:srgbClr val="FFFFFF"/>
                </a:solidFill>
                <a:latin typeface="Poppins"/>
                <a:ea typeface="Poppins"/>
                <a:cs typeface="Poppins"/>
                <a:sym typeface="Poppins"/>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571</Words>
  <Application>Microsoft Office PowerPoint</Application>
  <PresentationFormat>Произвольный</PresentationFormat>
  <Paragraphs>36</Paragraphs>
  <Slides>10</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Calibri</vt:lpstr>
      <vt:lpstr>Arial</vt:lpstr>
      <vt:lpstr>Poppins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and Black Modern Engineering Presentation</dc:title>
  <cp:lastModifiedBy>sekal sekal</cp:lastModifiedBy>
  <cp:revision>2</cp:revision>
  <dcterms:created xsi:type="dcterms:W3CDTF">2006-08-16T00:00:00Z</dcterms:created>
  <dcterms:modified xsi:type="dcterms:W3CDTF">2026-04-09T19:59:46Z</dcterms:modified>
  <dc:identifier>DAHGY26tmvY</dc:identifier>
</cp:coreProperties>
</file>