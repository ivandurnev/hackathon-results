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odec Pro" panose="020B0604020202020204" charset="0"/>
      <p:regular r:id="rId12"/>
    </p:embeddedFont>
    <p:embeddedFont>
      <p:font typeface="Codec Pro Bold" panose="020B0604020202020204" charset="0"/>
      <p:regular r:id="rId13"/>
    </p:embeddedFont>
    <p:embeddedFont>
      <p:font typeface="IBM Plex Sans" panose="020B0503050203000203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111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9.png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2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jpe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sv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17" Type="http://schemas.openxmlformats.org/officeDocument/2006/relationships/image" Target="../media/image41.svg"/><Relationship Id="rId2" Type="http://schemas.openxmlformats.org/officeDocument/2006/relationships/image" Target="../media/image30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eg"/><Relationship Id="rId11" Type="http://schemas.openxmlformats.org/officeDocument/2006/relationships/image" Target="../media/image36.png"/><Relationship Id="rId5" Type="http://schemas.openxmlformats.org/officeDocument/2006/relationships/image" Target="../media/image2.svg"/><Relationship Id="rId15" Type="http://schemas.openxmlformats.org/officeDocument/2006/relationships/image" Target="../media/image39.svg"/><Relationship Id="rId10" Type="http://schemas.openxmlformats.org/officeDocument/2006/relationships/image" Target="../media/image35.svg"/><Relationship Id="rId4" Type="http://schemas.openxmlformats.org/officeDocument/2006/relationships/image" Target="../media/image1.png"/><Relationship Id="rId9" Type="http://schemas.openxmlformats.org/officeDocument/2006/relationships/image" Target="../media/image34.png"/><Relationship Id="rId1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2971800"/>
            <a:ext cx="16230600" cy="162306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613935" y="-1386565"/>
            <a:ext cx="13060129" cy="1306012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290693" y="290193"/>
            <a:ext cx="9706614" cy="970661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8110115" y="2043029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4"/>
                </a:lnTo>
                <a:lnTo>
                  <a:pt x="0" y="4066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797783" y="7632904"/>
            <a:ext cx="2692434" cy="982738"/>
          </a:xfrm>
          <a:custGeom>
            <a:avLst/>
            <a:gdLst/>
            <a:ahLst/>
            <a:cxnLst/>
            <a:rect l="l" t="t" r="r" b="b"/>
            <a:pathLst>
              <a:path w="2692434" h="982738">
                <a:moveTo>
                  <a:pt x="0" y="0"/>
                </a:moveTo>
                <a:lnTo>
                  <a:pt x="2692434" y="0"/>
                </a:lnTo>
                <a:lnTo>
                  <a:pt x="2692434" y="982738"/>
                </a:lnTo>
                <a:lnTo>
                  <a:pt x="0" y="9827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7995848" y="7840901"/>
            <a:ext cx="2296303" cy="568695"/>
            <a:chOff x="0" y="0"/>
            <a:chExt cx="604788" cy="1497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04788" cy="149780"/>
            </a:xfrm>
            <a:custGeom>
              <a:avLst/>
              <a:gdLst/>
              <a:ahLst/>
              <a:cxnLst/>
              <a:rect l="l" t="t" r="r" b="b"/>
              <a:pathLst>
                <a:path w="604788" h="149780">
                  <a:moveTo>
                    <a:pt x="74890" y="0"/>
                  </a:moveTo>
                  <a:lnTo>
                    <a:pt x="529898" y="0"/>
                  </a:lnTo>
                  <a:cubicBezTo>
                    <a:pt x="549760" y="0"/>
                    <a:pt x="568808" y="7890"/>
                    <a:pt x="582853" y="21935"/>
                  </a:cubicBezTo>
                  <a:cubicBezTo>
                    <a:pt x="596897" y="35979"/>
                    <a:pt x="604788" y="55028"/>
                    <a:pt x="604788" y="74890"/>
                  </a:cubicBezTo>
                  <a:lnTo>
                    <a:pt x="604788" y="74890"/>
                  </a:lnTo>
                  <a:cubicBezTo>
                    <a:pt x="604788" y="116250"/>
                    <a:pt x="571258" y="149780"/>
                    <a:pt x="529898" y="149780"/>
                  </a:cubicBezTo>
                  <a:lnTo>
                    <a:pt x="74890" y="149780"/>
                  </a:lnTo>
                  <a:cubicBezTo>
                    <a:pt x="33529" y="149780"/>
                    <a:pt x="0" y="116250"/>
                    <a:pt x="0" y="74890"/>
                  </a:cubicBezTo>
                  <a:lnTo>
                    <a:pt x="0" y="74890"/>
                  </a:lnTo>
                  <a:cubicBezTo>
                    <a:pt x="0" y="33529"/>
                    <a:pt x="33529" y="0"/>
                    <a:pt x="7489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604788" cy="159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640914" y="4164359"/>
            <a:ext cx="1946042" cy="1958281"/>
          </a:xfrm>
          <a:custGeom>
            <a:avLst/>
            <a:gdLst/>
            <a:ahLst/>
            <a:cxnLst/>
            <a:rect l="l" t="t" r="r" b="b"/>
            <a:pathLst>
              <a:path w="1946042" h="1958281">
                <a:moveTo>
                  <a:pt x="0" y="0"/>
                </a:moveTo>
                <a:lnTo>
                  <a:pt x="1946042" y="0"/>
                </a:lnTo>
                <a:lnTo>
                  <a:pt x="1946042" y="1958282"/>
                </a:lnTo>
                <a:lnTo>
                  <a:pt x="0" y="19582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4368578" y="-867185"/>
            <a:ext cx="2300288" cy="2314755"/>
          </a:xfrm>
          <a:custGeom>
            <a:avLst/>
            <a:gdLst/>
            <a:ahLst/>
            <a:cxnLst/>
            <a:rect l="l" t="t" r="r" b="b"/>
            <a:pathLst>
              <a:path w="2300288" h="2314755">
                <a:moveTo>
                  <a:pt x="0" y="0"/>
                </a:moveTo>
                <a:lnTo>
                  <a:pt x="2300288" y="0"/>
                </a:lnTo>
                <a:lnTo>
                  <a:pt x="2300288" y="2314756"/>
                </a:lnTo>
                <a:lnTo>
                  <a:pt x="0" y="23147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2431536" y="7480212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8"/>
                </a:lnTo>
                <a:lnTo>
                  <a:pt x="0" y="10718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919422" y="2985501"/>
            <a:ext cx="10449156" cy="387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337"/>
              </a:lnSpc>
            </a:pPr>
            <a:r>
              <a:rPr lang="en-US" sz="13034" b="1" spc="-325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Strategic Plan 2026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627813" y="2114573"/>
            <a:ext cx="1814986" cy="29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Salford &amp; Co.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69220" y="7430218"/>
            <a:ext cx="2949560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spc="-8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Presentation By: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69220" y="7987581"/>
            <a:ext cx="2949560" cy="33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en-US" sz="2000" b="1" spc="-80">
                <a:solidFill>
                  <a:srgbClr val="F3FB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AVERY DAVIS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313954" y="-7620415"/>
            <a:ext cx="13867841" cy="1386784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559282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077853" y="6247426"/>
            <a:ext cx="6790962" cy="3200241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1"/>
                </a:lnTo>
                <a:lnTo>
                  <a:pt x="0" y="3200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077853" y="3543380"/>
            <a:ext cx="6790962" cy="3200241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0"/>
                </a:lnTo>
                <a:lnTo>
                  <a:pt x="0" y="32002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803415" y="6247426"/>
            <a:ext cx="6790962" cy="3200241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1"/>
                </a:lnTo>
                <a:lnTo>
                  <a:pt x="0" y="3200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803415" y="3543380"/>
            <a:ext cx="6790962" cy="3200241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0"/>
                </a:lnTo>
                <a:lnTo>
                  <a:pt x="0" y="32002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46397" y="1630826"/>
            <a:ext cx="1814986" cy="29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Salford &amp; Co.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6863296"/>
            <a:ext cx="3755665" cy="1930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spc="-162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Table of Content.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1077853" y="839333"/>
            <a:ext cx="6790962" cy="3200241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1"/>
                </a:lnTo>
                <a:lnTo>
                  <a:pt x="0" y="3200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803415" y="839333"/>
            <a:ext cx="6790962" cy="3200241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1"/>
                </a:lnTo>
                <a:lnTo>
                  <a:pt x="0" y="3200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2265125"/>
            <a:ext cx="3587969" cy="1278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Donec vitae elit sed est dapibus mattis est nisi arcu mauris diam.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86836" y="1774291"/>
            <a:ext cx="1537353" cy="12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spc="-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01.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86836" y="4478337"/>
            <a:ext cx="1537353" cy="12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spc="-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03.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12303" y="1774291"/>
            <a:ext cx="1669809" cy="12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spc="-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02.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12303" y="4478337"/>
            <a:ext cx="1669809" cy="12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spc="-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04.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86836" y="7182384"/>
            <a:ext cx="1537353" cy="12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spc="-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05.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012303" y="7182384"/>
            <a:ext cx="1669809" cy="1284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b="1" spc="-2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06.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43239" y="1946845"/>
            <a:ext cx="2459397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 spc="-6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2025 reflections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43239" y="4678915"/>
            <a:ext cx="2768463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 spc="-6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Strategic Initiative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701163" y="1946845"/>
            <a:ext cx="3099604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 spc="-6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Our mission Statement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701163" y="4678915"/>
            <a:ext cx="3099604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 spc="-6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Initiative Breakdown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343239" y="7410984"/>
            <a:ext cx="3099604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 spc="-6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Our Company  Objective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701163" y="7410984"/>
            <a:ext cx="2150331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1" spc="-6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KPI Dashboard</a:t>
            </a:r>
          </a:p>
        </p:txBody>
      </p:sp>
      <p:sp>
        <p:nvSpPr>
          <p:cNvPr id="27" name="Freeform 27"/>
          <p:cNvSpPr/>
          <p:nvPr/>
        </p:nvSpPr>
        <p:spPr>
          <a:xfrm>
            <a:off x="711758" y="5333506"/>
            <a:ext cx="1816417" cy="1827841"/>
          </a:xfrm>
          <a:custGeom>
            <a:avLst/>
            <a:gdLst/>
            <a:ahLst/>
            <a:cxnLst/>
            <a:rect l="l" t="t" r="r" b="b"/>
            <a:pathLst>
              <a:path w="1816417" h="1827841">
                <a:moveTo>
                  <a:pt x="0" y="0"/>
                </a:moveTo>
                <a:lnTo>
                  <a:pt x="1816417" y="0"/>
                </a:lnTo>
                <a:lnTo>
                  <a:pt x="1816417" y="1827840"/>
                </a:lnTo>
                <a:lnTo>
                  <a:pt x="0" y="18278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2641412" y="5837238"/>
            <a:ext cx="533996" cy="537354"/>
          </a:xfrm>
          <a:custGeom>
            <a:avLst/>
            <a:gdLst/>
            <a:ahLst/>
            <a:cxnLst/>
            <a:rect l="l" t="t" r="r" b="b"/>
            <a:pathLst>
              <a:path w="533996" h="537354">
                <a:moveTo>
                  <a:pt x="0" y="0"/>
                </a:moveTo>
                <a:lnTo>
                  <a:pt x="533995" y="0"/>
                </a:lnTo>
                <a:lnTo>
                  <a:pt x="533995" y="537354"/>
                </a:lnTo>
                <a:lnTo>
                  <a:pt x="0" y="5373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210079" y="-979407"/>
            <a:ext cx="13867841" cy="1386784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5670362" y="2650726"/>
            <a:ext cx="6566276" cy="6607574"/>
          </a:xfrm>
          <a:custGeom>
            <a:avLst/>
            <a:gdLst/>
            <a:ahLst/>
            <a:cxnLst/>
            <a:rect l="l" t="t" r="r" b="b"/>
            <a:pathLst>
              <a:path w="6566276" h="6607574">
                <a:moveTo>
                  <a:pt x="0" y="0"/>
                </a:moveTo>
                <a:lnTo>
                  <a:pt x="6566276" y="0"/>
                </a:lnTo>
                <a:lnTo>
                  <a:pt x="6566276" y="6607574"/>
                </a:lnTo>
                <a:lnTo>
                  <a:pt x="0" y="66075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971937" y="3340728"/>
            <a:ext cx="2189857" cy="2203630"/>
          </a:xfrm>
          <a:custGeom>
            <a:avLst/>
            <a:gdLst/>
            <a:ahLst/>
            <a:cxnLst/>
            <a:rect l="l" t="t" r="r" b="b"/>
            <a:pathLst>
              <a:path w="2189857" h="2203630">
                <a:moveTo>
                  <a:pt x="0" y="0"/>
                </a:moveTo>
                <a:lnTo>
                  <a:pt x="2189857" y="0"/>
                </a:lnTo>
                <a:lnTo>
                  <a:pt x="2189857" y="2203630"/>
                </a:lnTo>
                <a:lnTo>
                  <a:pt x="0" y="22036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6366868" y="3741586"/>
            <a:ext cx="1401914" cy="140191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519218" y="3741586"/>
            <a:ext cx="1401914" cy="140191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366868" y="6457785"/>
            <a:ext cx="1401914" cy="140191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519218" y="6457785"/>
            <a:ext cx="1401914" cy="140191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1751810" y="-867185"/>
            <a:ext cx="2300288" cy="2314755"/>
          </a:xfrm>
          <a:custGeom>
            <a:avLst/>
            <a:gdLst/>
            <a:ahLst/>
            <a:cxnLst/>
            <a:rect l="l" t="t" r="r" b="b"/>
            <a:pathLst>
              <a:path w="2300288" h="2314755">
                <a:moveTo>
                  <a:pt x="0" y="0"/>
                </a:moveTo>
                <a:lnTo>
                  <a:pt x="2300289" y="0"/>
                </a:lnTo>
                <a:lnTo>
                  <a:pt x="2300289" y="2314756"/>
                </a:lnTo>
                <a:lnTo>
                  <a:pt x="0" y="23147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2453890" y="8722356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8"/>
                </a:lnTo>
                <a:lnTo>
                  <a:pt x="0" y="1071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546397" y="1100244"/>
            <a:ext cx="1814986" cy="29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Salford &amp; Co.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1796470"/>
            <a:ext cx="6440407" cy="1025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spc="-162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2025 Reflection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3690269"/>
            <a:ext cx="484810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spc="-75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Strengths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411193" y="3690269"/>
            <a:ext cx="4848107" cy="48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00"/>
              </a:lnSpc>
            </a:pPr>
            <a:r>
              <a:rPr lang="en-US" sz="3000" b="1" spc="-75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Weakness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6406468"/>
            <a:ext cx="484810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spc="-75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Threats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11193" y="6406468"/>
            <a:ext cx="4848107" cy="48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00"/>
              </a:lnSpc>
            </a:pPr>
            <a:r>
              <a:rPr lang="en-US" sz="3000" b="1" spc="-75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Opportunity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36190" y="4112343"/>
            <a:ext cx="1063271" cy="63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b="1" spc="-99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36190" y="6828542"/>
            <a:ext cx="1063271" cy="63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b="1" spc="-9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688540" y="4112343"/>
            <a:ext cx="1063271" cy="63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b="1" spc="-9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688540" y="6828542"/>
            <a:ext cx="1063271" cy="63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</a:pPr>
            <a:r>
              <a:rPr lang="en-US" sz="3999" b="1" spc="-9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8700" y="4202313"/>
            <a:ext cx="4848107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Donec vitae elit sed est dapibus mattis est nisi arcu mauris diam.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411193" y="4202313"/>
            <a:ext cx="4848107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Donec vitae elit sed est dapibus mattis est nisi arcu mauris diam.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8700" y="6918512"/>
            <a:ext cx="4848107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Donec vitae elit sed est dapibus mattis est nisi arcu mauris diam.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411193" y="6918512"/>
            <a:ext cx="4848107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Donec vitae elit sed est dapibus mattis est nisi arcu mauris diam.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15055" y="-285445"/>
            <a:ext cx="10857890" cy="1085789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02899" y="738774"/>
            <a:ext cx="18693799" cy="8809453"/>
          </a:xfrm>
          <a:custGeom>
            <a:avLst/>
            <a:gdLst/>
            <a:ahLst/>
            <a:cxnLst/>
            <a:rect l="l" t="t" r="r" b="b"/>
            <a:pathLst>
              <a:path w="18693799" h="8809453">
                <a:moveTo>
                  <a:pt x="0" y="0"/>
                </a:moveTo>
                <a:lnTo>
                  <a:pt x="18693798" y="0"/>
                </a:lnTo>
                <a:lnTo>
                  <a:pt x="18693798" y="8809452"/>
                </a:lnTo>
                <a:lnTo>
                  <a:pt x="0" y="88094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715055" y="2957388"/>
            <a:ext cx="10857890" cy="4162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2"/>
              </a:lnSpc>
            </a:pPr>
            <a:r>
              <a:rPr lang="en-US" sz="5794" b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Our mission is to be the leading technology provider in Aldenaire, driving innovation and sustainable impact.</a:t>
            </a:r>
          </a:p>
        </p:txBody>
      </p:sp>
      <p:sp>
        <p:nvSpPr>
          <p:cNvPr id="8" name="Freeform 8"/>
          <p:cNvSpPr/>
          <p:nvPr/>
        </p:nvSpPr>
        <p:spPr>
          <a:xfrm>
            <a:off x="8896668" y="8229600"/>
            <a:ext cx="494664" cy="384039"/>
          </a:xfrm>
          <a:custGeom>
            <a:avLst/>
            <a:gdLst/>
            <a:ahLst/>
            <a:cxnLst/>
            <a:rect l="l" t="t" r="r" b="b"/>
            <a:pathLst>
              <a:path w="494664" h="384039">
                <a:moveTo>
                  <a:pt x="0" y="0"/>
                </a:moveTo>
                <a:lnTo>
                  <a:pt x="494664" y="0"/>
                </a:lnTo>
                <a:lnTo>
                  <a:pt x="494664" y="384039"/>
                </a:lnTo>
                <a:lnTo>
                  <a:pt x="0" y="3840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46397" y="1100244"/>
            <a:ext cx="1814986" cy="29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Salford &amp; Co.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781145" y="8967470"/>
            <a:ext cx="2478155" cy="290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90"/>
              </a:lnSpc>
            </a:pPr>
            <a:r>
              <a:rPr lang="en-US" sz="1900" b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2026 Priority Goals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3851816" y="9136697"/>
            <a:ext cx="721129" cy="0"/>
          </a:xfrm>
          <a:prstGeom prst="line">
            <a:avLst/>
          </a:prstGeom>
          <a:ln w="38100" cap="flat">
            <a:gradFill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4615755" y="8229600"/>
            <a:ext cx="2044541" cy="2057400"/>
          </a:xfrm>
          <a:custGeom>
            <a:avLst/>
            <a:gdLst/>
            <a:ahLst/>
            <a:cxnLst/>
            <a:rect l="l" t="t" r="r" b="b"/>
            <a:pathLst>
              <a:path w="2044541" h="2057400">
                <a:moveTo>
                  <a:pt x="0" y="0"/>
                </a:moveTo>
                <a:lnTo>
                  <a:pt x="2044541" y="0"/>
                </a:lnTo>
                <a:lnTo>
                  <a:pt x="204454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114949" y="492756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8"/>
                </a:lnTo>
                <a:lnTo>
                  <a:pt x="0" y="10718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212349" y="3656404"/>
            <a:ext cx="5387396" cy="4518679"/>
          </a:xfrm>
          <a:custGeom>
            <a:avLst/>
            <a:gdLst/>
            <a:ahLst/>
            <a:cxnLst/>
            <a:rect l="l" t="t" r="r" b="b"/>
            <a:pathLst>
              <a:path w="5387396" h="4518679">
                <a:moveTo>
                  <a:pt x="0" y="0"/>
                </a:moveTo>
                <a:lnTo>
                  <a:pt x="5387396" y="0"/>
                </a:lnTo>
                <a:lnTo>
                  <a:pt x="5387396" y="4518678"/>
                </a:lnTo>
                <a:lnTo>
                  <a:pt x="0" y="4518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4370984" y="3656404"/>
            <a:ext cx="5387396" cy="4518679"/>
          </a:xfrm>
          <a:custGeom>
            <a:avLst/>
            <a:gdLst/>
            <a:ahLst/>
            <a:cxnLst/>
            <a:rect l="l" t="t" r="r" b="b"/>
            <a:pathLst>
              <a:path w="5387396" h="4518679">
                <a:moveTo>
                  <a:pt x="0" y="0"/>
                </a:moveTo>
                <a:lnTo>
                  <a:pt x="5387396" y="0"/>
                </a:lnTo>
                <a:lnTo>
                  <a:pt x="5387396" y="4518678"/>
                </a:lnTo>
                <a:lnTo>
                  <a:pt x="0" y="4518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1543347" y="-8442274"/>
            <a:ext cx="28727250" cy="2872725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143865" y="-4841756"/>
            <a:ext cx="21526214" cy="2152621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8529620" y="3656404"/>
            <a:ext cx="5387396" cy="4518679"/>
          </a:xfrm>
          <a:custGeom>
            <a:avLst/>
            <a:gdLst/>
            <a:ahLst/>
            <a:cxnLst/>
            <a:rect l="l" t="t" r="r" b="b"/>
            <a:pathLst>
              <a:path w="5387396" h="4518679">
                <a:moveTo>
                  <a:pt x="0" y="0"/>
                </a:moveTo>
                <a:lnTo>
                  <a:pt x="5387396" y="0"/>
                </a:lnTo>
                <a:lnTo>
                  <a:pt x="5387396" y="4518678"/>
                </a:lnTo>
                <a:lnTo>
                  <a:pt x="0" y="4518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5400000">
            <a:off x="12688255" y="3656404"/>
            <a:ext cx="5387396" cy="4518679"/>
          </a:xfrm>
          <a:custGeom>
            <a:avLst/>
            <a:gdLst/>
            <a:ahLst/>
            <a:cxnLst/>
            <a:rect l="l" t="t" r="r" b="b"/>
            <a:pathLst>
              <a:path w="5387396" h="4518679">
                <a:moveTo>
                  <a:pt x="0" y="0"/>
                </a:moveTo>
                <a:lnTo>
                  <a:pt x="5387396" y="0"/>
                </a:lnTo>
                <a:lnTo>
                  <a:pt x="5387396" y="4518678"/>
                </a:lnTo>
                <a:lnTo>
                  <a:pt x="0" y="4518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46397" y="1100244"/>
            <a:ext cx="1814986" cy="29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Salford &amp; Co.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1796470"/>
            <a:ext cx="8115300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spc="-162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Strategic Initiatives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9449" y="3860800"/>
            <a:ext cx="2973196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200"/>
              </a:lnSpc>
            </a:pPr>
            <a:r>
              <a:rPr lang="en-US" sz="12000" b="1" spc="-3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78084" y="3860800"/>
            <a:ext cx="2973196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3200"/>
              </a:lnSpc>
              <a:spcBef>
                <a:spcPct val="0"/>
              </a:spcBef>
            </a:pPr>
            <a:r>
              <a:rPr lang="en-US" sz="12000" b="1" u="none" strike="noStrike" spc="-3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36720" y="3860800"/>
            <a:ext cx="2973196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3200"/>
              </a:lnSpc>
              <a:spcBef>
                <a:spcPct val="0"/>
              </a:spcBef>
            </a:pPr>
            <a:r>
              <a:rPr lang="en-US" sz="12000" b="1" u="none" strike="noStrike" spc="-3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895355" y="3860800"/>
            <a:ext cx="2973196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3200"/>
              </a:lnSpc>
              <a:spcBef>
                <a:spcPct val="0"/>
              </a:spcBef>
            </a:pPr>
            <a:r>
              <a:rPr lang="en-US" sz="12000" b="1" u="none" strike="noStrike" spc="-30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3041" y="5493996"/>
            <a:ext cx="3099604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799" b="1" spc="-6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Digital Transformation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38666" y="5493996"/>
            <a:ext cx="2812615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799" b="1" spc="-6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Market Expansion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10311" y="5493996"/>
            <a:ext cx="3099604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799" b="1" spc="-6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Operational Efficiency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768407" y="5493996"/>
            <a:ext cx="3099604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799" b="1" spc="-69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Talent Development</a:t>
            </a:r>
          </a:p>
        </p:txBody>
      </p:sp>
      <p:sp>
        <p:nvSpPr>
          <p:cNvPr id="23" name="Freeform 23"/>
          <p:cNvSpPr/>
          <p:nvPr/>
        </p:nvSpPr>
        <p:spPr>
          <a:xfrm>
            <a:off x="3287966" y="6577305"/>
            <a:ext cx="1107802" cy="1038564"/>
          </a:xfrm>
          <a:custGeom>
            <a:avLst/>
            <a:gdLst/>
            <a:ahLst/>
            <a:cxnLst/>
            <a:rect l="l" t="t" r="r" b="b"/>
            <a:pathLst>
              <a:path w="1107802" h="1038564">
                <a:moveTo>
                  <a:pt x="0" y="0"/>
                </a:moveTo>
                <a:lnTo>
                  <a:pt x="1107802" y="0"/>
                </a:lnTo>
                <a:lnTo>
                  <a:pt x="1107802" y="1038565"/>
                </a:lnTo>
                <a:lnTo>
                  <a:pt x="0" y="10385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7512716" y="6577305"/>
            <a:ext cx="1038564" cy="1038564"/>
          </a:xfrm>
          <a:custGeom>
            <a:avLst/>
            <a:gdLst/>
            <a:ahLst/>
            <a:cxnLst/>
            <a:rect l="l" t="t" r="r" b="b"/>
            <a:pathLst>
              <a:path w="1038564" h="1038564">
                <a:moveTo>
                  <a:pt x="0" y="0"/>
                </a:moveTo>
                <a:lnTo>
                  <a:pt x="1038564" y="0"/>
                </a:lnTo>
                <a:lnTo>
                  <a:pt x="1038564" y="1038565"/>
                </a:lnTo>
                <a:lnTo>
                  <a:pt x="0" y="103856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1689526" y="6577305"/>
            <a:ext cx="1020390" cy="1038564"/>
          </a:xfrm>
          <a:custGeom>
            <a:avLst/>
            <a:gdLst/>
            <a:ahLst/>
            <a:cxnLst/>
            <a:rect l="l" t="t" r="r" b="b"/>
            <a:pathLst>
              <a:path w="1020390" h="1038564">
                <a:moveTo>
                  <a:pt x="0" y="0"/>
                </a:moveTo>
                <a:lnTo>
                  <a:pt x="1020390" y="0"/>
                </a:lnTo>
                <a:lnTo>
                  <a:pt x="1020390" y="1038565"/>
                </a:lnTo>
                <a:lnTo>
                  <a:pt x="0" y="10385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002108" y="6577305"/>
            <a:ext cx="865903" cy="1038564"/>
          </a:xfrm>
          <a:custGeom>
            <a:avLst/>
            <a:gdLst/>
            <a:ahLst/>
            <a:cxnLst/>
            <a:rect l="l" t="t" r="r" b="b"/>
            <a:pathLst>
              <a:path w="865903" h="1038564">
                <a:moveTo>
                  <a:pt x="0" y="0"/>
                </a:moveTo>
                <a:lnTo>
                  <a:pt x="865903" y="0"/>
                </a:lnTo>
                <a:lnTo>
                  <a:pt x="865903" y="1038565"/>
                </a:lnTo>
                <a:lnTo>
                  <a:pt x="0" y="10385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1078073" y="1028700"/>
            <a:ext cx="2044541" cy="2057400"/>
          </a:xfrm>
          <a:custGeom>
            <a:avLst/>
            <a:gdLst/>
            <a:ahLst/>
            <a:cxnLst/>
            <a:rect l="l" t="t" r="r" b="b"/>
            <a:pathLst>
              <a:path w="2044541" h="2057400">
                <a:moveTo>
                  <a:pt x="0" y="0"/>
                </a:moveTo>
                <a:lnTo>
                  <a:pt x="2044541" y="0"/>
                </a:lnTo>
                <a:lnTo>
                  <a:pt x="2044541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5143865" y="8609441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9"/>
                </a:lnTo>
                <a:lnTo>
                  <a:pt x="0" y="107188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506568" y="1263938"/>
            <a:ext cx="15988725" cy="1598872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5400000">
            <a:off x="5177034" y="1692211"/>
            <a:ext cx="8229600" cy="6902577"/>
          </a:xfrm>
          <a:custGeom>
            <a:avLst/>
            <a:gdLst/>
            <a:ahLst/>
            <a:cxnLst/>
            <a:rect l="l" t="t" r="r" b="b"/>
            <a:pathLst>
              <a:path w="8229600" h="6902577">
                <a:moveTo>
                  <a:pt x="0" y="0"/>
                </a:moveTo>
                <a:lnTo>
                  <a:pt x="8229600" y="0"/>
                </a:lnTo>
                <a:lnTo>
                  <a:pt x="8229600" y="6902577"/>
                </a:lnTo>
                <a:lnTo>
                  <a:pt x="0" y="69025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496937" y="1709689"/>
            <a:ext cx="5589793" cy="6867622"/>
            <a:chOff x="0" y="0"/>
            <a:chExt cx="866005" cy="106397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66005" cy="1063974"/>
            </a:xfrm>
            <a:custGeom>
              <a:avLst/>
              <a:gdLst/>
              <a:ahLst/>
              <a:cxnLst/>
              <a:rect l="l" t="t" r="r" b="b"/>
              <a:pathLst>
                <a:path w="866005" h="1063974">
                  <a:moveTo>
                    <a:pt x="113571" y="0"/>
                  </a:moveTo>
                  <a:lnTo>
                    <a:pt x="752434" y="0"/>
                  </a:lnTo>
                  <a:cubicBezTo>
                    <a:pt x="815158" y="0"/>
                    <a:pt x="866005" y="50847"/>
                    <a:pt x="866005" y="113571"/>
                  </a:cubicBezTo>
                  <a:lnTo>
                    <a:pt x="866005" y="950404"/>
                  </a:lnTo>
                  <a:cubicBezTo>
                    <a:pt x="866005" y="980524"/>
                    <a:pt x="854040" y="1009412"/>
                    <a:pt x="832741" y="1030710"/>
                  </a:cubicBezTo>
                  <a:cubicBezTo>
                    <a:pt x="811442" y="1052009"/>
                    <a:pt x="782555" y="1063974"/>
                    <a:pt x="752434" y="1063974"/>
                  </a:cubicBezTo>
                  <a:lnTo>
                    <a:pt x="113571" y="1063974"/>
                  </a:lnTo>
                  <a:cubicBezTo>
                    <a:pt x="50847" y="1063974"/>
                    <a:pt x="0" y="1013127"/>
                    <a:pt x="0" y="950404"/>
                  </a:cubicBezTo>
                  <a:lnTo>
                    <a:pt x="0" y="113571"/>
                  </a:lnTo>
                  <a:cubicBezTo>
                    <a:pt x="0" y="50847"/>
                    <a:pt x="50847" y="0"/>
                    <a:pt x="113571" y="0"/>
                  </a:cubicBezTo>
                  <a:close/>
                </a:path>
              </a:pathLst>
            </a:custGeom>
            <a:blipFill>
              <a:blip r:embed="rId5"/>
              <a:stretch>
                <a:fillRect l="-96633" r="-18439"/>
              </a:stretch>
            </a:blipFill>
            <a:ln w="3810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id="9" name="Freeform 9"/>
          <p:cNvSpPr/>
          <p:nvPr/>
        </p:nvSpPr>
        <p:spPr>
          <a:xfrm>
            <a:off x="341845" y="4486665"/>
            <a:ext cx="8280623" cy="3902243"/>
          </a:xfrm>
          <a:custGeom>
            <a:avLst/>
            <a:gdLst/>
            <a:ahLst/>
            <a:cxnLst/>
            <a:rect l="l" t="t" r="r" b="b"/>
            <a:pathLst>
              <a:path w="8280623" h="3902243">
                <a:moveTo>
                  <a:pt x="0" y="0"/>
                </a:moveTo>
                <a:lnTo>
                  <a:pt x="8280623" y="0"/>
                </a:lnTo>
                <a:lnTo>
                  <a:pt x="8280623" y="3902243"/>
                </a:lnTo>
                <a:lnTo>
                  <a:pt x="0" y="39022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028700" y="5143500"/>
            <a:ext cx="956388" cy="95638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1065211" y="1943259"/>
            <a:ext cx="6790962" cy="3200241"/>
          </a:xfrm>
          <a:custGeom>
            <a:avLst/>
            <a:gdLst/>
            <a:ahLst/>
            <a:cxnLst/>
            <a:rect l="l" t="t" r="r" b="b"/>
            <a:pathLst>
              <a:path w="6790962" h="3200241">
                <a:moveTo>
                  <a:pt x="0" y="0"/>
                </a:moveTo>
                <a:lnTo>
                  <a:pt x="6790962" y="0"/>
                </a:lnTo>
                <a:lnTo>
                  <a:pt x="6790962" y="3200241"/>
                </a:lnTo>
                <a:lnTo>
                  <a:pt x="0" y="32002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546397" y="1100244"/>
            <a:ext cx="1814986" cy="29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Salford &amp; Co.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1796470"/>
            <a:ext cx="4649920" cy="1930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spc="-162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Initiative Breakdown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5364519"/>
            <a:ext cx="95638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b="1" spc="-75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15%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20434" y="2837577"/>
            <a:ext cx="458821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spc="-75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Regional Launch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33243" y="5685512"/>
            <a:ext cx="484810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spc="-75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Retention Improvement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220434" y="3349621"/>
            <a:ext cx="4588217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Donec vitae elit sed est dapibus mattis est nisi arcu mauris diam.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33243" y="6197556"/>
            <a:ext cx="4848107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Donec vitae elit sed est dapibus mattis est nisi arcu mauris diam.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35005" y="4562898"/>
            <a:ext cx="4962354" cy="3738378"/>
          </a:xfrm>
          <a:prstGeom prst="rect">
            <a:avLst/>
          </a:prstGeom>
        </p:spPr>
      </p:pic>
      <p:sp>
        <p:nvSpPr>
          <p:cNvPr id="22" name="Freeform 22"/>
          <p:cNvSpPr/>
          <p:nvPr/>
        </p:nvSpPr>
        <p:spPr>
          <a:xfrm>
            <a:off x="3850896" y="8729963"/>
            <a:ext cx="1050069" cy="1056673"/>
          </a:xfrm>
          <a:custGeom>
            <a:avLst/>
            <a:gdLst/>
            <a:ahLst/>
            <a:cxnLst/>
            <a:rect l="l" t="t" r="r" b="b"/>
            <a:pathLst>
              <a:path w="1050069" h="1056673">
                <a:moveTo>
                  <a:pt x="0" y="0"/>
                </a:moveTo>
                <a:lnTo>
                  <a:pt x="1050069" y="0"/>
                </a:lnTo>
                <a:lnTo>
                  <a:pt x="1050069" y="1056674"/>
                </a:lnTo>
                <a:lnTo>
                  <a:pt x="0" y="10566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6307581" y="114141"/>
            <a:ext cx="1817686" cy="1829118"/>
          </a:xfrm>
          <a:custGeom>
            <a:avLst/>
            <a:gdLst/>
            <a:ahLst/>
            <a:cxnLst/>
            <a:rect l="l" t="t" r="r" b="b"/>
            <a:pathLst>
              <a:path w="1817686" h="1829118">
                <a:moveTo>
                  <a:pt x="0" y="0"/>
                </a:moveTo>
                <a:lnTo>
                  <a:pt x="1817687" y="0"/>
                </a:lnTo>
                <a:lnTo>
                  <a:pt x="1817687" y="1829118"/>
                </a:lnTo>
                <a:lnTo>
                  <a:pt x="0" y="18291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770397" y="6748716"/>
            <a:ext cx="22833773" cy="2283377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796470"/>
            <a:ext cx="7292684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spc="-162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Our Objective</a:t>
            </a:r>
          </a:p>
        </p:txBody>
      </p:sp>
      <p:sp>
        <p:nvSpPr>
          <p:cNvPr id="7" name="Freeform 7"/>
          <p:cNvSpPr/>
          <p:nvPr/>
        </p:nvSpPr>
        <p:spPr>
          <a:xfrm>
            <a:off x="5867769" y="2472673"/>
            <a:ext cx="8178165" cy="8229600"/>
          </a:xfrm>
          <a:custGeom>
            <a:avLst/>
            <a:gdLst/>
            <a:ahLst/>
            <a:cxnLst/>
            <a:rect l="l" t="t" r="r" b="b"/>
            <a:pathLst>
              <a:path w="8178165" h="8229600">
                <a:moveTo>
                  <a:pt x="0" y="0"/>
                </a:moveTo>
                <a:lnTo>
                  <a:pt x="8178165" y="0"/>
                </a:lnTo>
                <a:lnTo>
                  <a:pt x="81781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7331933" y="3872659"/>
            <a:ext cx="5393833" cy="5371208"/>
            <a:chOff x="0" y="0"/>
            <a:chExt cx="835646" cy="83214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35646" cy="832141"/>
            </a:xfrm>
            <a:custGeom>
              <a:avLst/>
              <a:gdLst/>
              <a:ahLst/>
              <a:cxnLst/>
              <a:rect l="l" t="t" r="r" b="b"/>
              <a:pathLst>
                <a:path w="835646" h="832141">
                  <a:moveTo>
                    <a:pt x="143533" y="0"/>
                  </a:moveTo>
                  <a:lnTo>
                    <a:pt x="692113" y="0"/>
                  </a:lnTo>
                  <a:cubicBezTo>
                    <a:pt x="771384" y="0"/>
                    <a:pt x="835646" y="64262"/>
                    <a:pt x="835646" y="143533"/>
                  </a:cubicBezTo>
                  <a:lnTo>
                    <a:pt x="835646" y="688608"/>
                  </a:lnTo>
                  <a:cubicBezTo>
                    <a:pt x="835646" y="767879"/>
                    <a:pt x="771384" y="832141"/>
                    <a:pt x="692113" y="832141"/>
                  </a:cubicBezTo>
                  <a:lnTo>
                    <a:pt x="143533" y="832141"/>
                  </a:lnTo>
                  <a:cubicBezTo>
                    <a:pt x="64262" y="832141"/>
                    <a:pt x="0" y="767879"/>
                    <a:pt x="0" y="688608"/>
                  </a:cubicBezTo>
                  <a:lnTo>
                    <a:pt x="0" y="143533"/>
                  </a:lnTo>
                  <a:cubicBezTo>
                    <a:pt x="0" y="64262"/>
                    <a:pt x="64262" y="0"/>
                    <a:pt x="143533" y="0"/>
                  </a:cubicBezTo>
                  <a:close/>
                </a:path>
              </a:pathLst>
            </a:custGeom>
            <a:blipFill>
              <a:blip r:embed="rId5"/>
              <a:stretch>
                <a:fillRect l="-37160" r="-3716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id="10" name="Freeform 10"/>
          <p:cNvSpPr/>
          <p:nvPr/>
        </p:nvSpPr>
        <p:spPr>
          <a:xfrm>
            <a:off x="12520391" y="3253186"/>
            <a:ext cx="5333787" cy="6667234"/>
          </a:xfrm>
          <a:custGeom>
            <a:avLst/>
            <a:gdLst/>
            <a:ahLst/>
            <a:cxnLst/>
            <a:rect l="l" t="t" r="r" b="b"/>
            <a:pathLst>
              <a:path w="5333787" h="6667234">
                <a:moveTo>
                  <a:pt x="0" y="0"/>
                </a:moveTo>
                <a:lnTo>
                  <a:pt x="5333787" y="0"/>
                </a:lnTo>
                <a:lnTo>
                  <a:pt x="5333787" y="6667233"/>
                </a:lnTo>
                <a:lnTo>
                  <a:pt x="0" y="66672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546397" y="1100244"/>
            <a:ext cx="1814986" cy="29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Salford &amp; Co.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4573738"/>
            <a:ext cx="5635693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spc="-75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Grow social reach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5085782"/>
            <a:ext cx="5635693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Donec vitae elit sed est dapibus mattis est nisi arcu mauris diam. Vel luctus tristique, massa ligula.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7767893"/>
            <a:ext cx="5635693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spc="-75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Boost customer satisfaction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8279937"/>
            <a:ext cx="5635693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Donec vitae elit sed est dapibus mattis est nisi arcu mauris diam. Vel luctus tristique, massa ligula.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23607" y="1777212"/>
            <a:ext cx="5635693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spc="-75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Reduce project delivery time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623607" y="2289256"/>
            <a:ext cx="5635693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Donec vitae elit sed est dapibus mattis est nisi arcu mauris diam. Vel luctus tristique, massa ligula.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3173144" y="3872659"/>
            <a:ext cx="4086156" cy="5371208"/>
            <a:chOff x="0" y="0"/>
            <a:chExt cx="633053" cy="83214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33053" cy="832141"/>
            </a:xfrm>
            <a:custGeom>
              <a:avLst/>
              <a:gdLst/>
              <a:ahLst/>
              <a:cxnLst/>
              <a:rect l="l" t="t" r="r" b="b"/>
              <a:pathLst>
                <a:path w="633053" h="832141">
                  <a:moveTo>
                    <a:pt x="92839" y="0"/>
                  </a:moveTo>
                  <a:lnTo>
                    <a:pt x="540214" y="0"/>
                  </a:lnTo>
                  <a:cubicBezTo>
                    <a:pt x="564836" y="0"/>
                    <a:pt x="588450" y="9781"/>
                    <a:pt x="605861" y="27192"/>
                  </a:cubicBezTo>
                  <a:cubicBezTo>
                    <a:pt x="623271" y="44603"/>
                    <a:pt x="633053" y="68216"/>
                    <a:pt x="633053" y="92839"/>
                  </a:cubicBezTo>
                  <a:lnTo>
                    <a:pt x="633053" y="739302"/>
                  </a:lnTo>
                  <a:cubicBezTo>
                    <a:pt x="633053" y="790575"/>
                    <a:pt x="591487" y="832141"/>
                    <a:pt x="540214" y="832141"/>
                  </a:cubicBezTo>
                  <a:lnTo>
                    <a:pt x="92839" y="832141"/>
                  </a:lnTo>
                  <a:cubicBezTo>
                    <a:pt x="68216" y="832141"/>
                    <a:pt x="44603" y="822359"/>
                    <a:pt x="27192" y="804949"/>
                  </a:cubicBezTo>
                  <a:cubicBezTo>
                    <a:pt x="9781" y="787538"/>
                    <a:pt x="0" y="763924"/>
                    <a:pt x="0" y="739302"/>
                  </a:cubicBezTo>
                  <a:lnTo>
                    <a:pt x="0" y="92839"/>
                  </a:lnTo>
                  <a:cubicBezTo>
                    <a:pt x="0" y="68216"/>
                    <a:pt x="9781" y="44603"/>
                    <a:pt x="27192" y="27192"/>
                  </a:cubicBezTo>
                  <a:cubicBezTo>
                    <a:pt x="44603" y="9781"/>
                    <a:pt x="68216" y="0"/>
                    <a:pt x="92839" y="0"/>
                  </a:cubicBezTo>
                  <a:close/>
                </a:path>
              </a:pathLst>
            </a:custGeom>
            <a:blipFill>
              <a:blip r:embed="rId7"/>
              <a:stretch>
                <a:fillRect l="-65053" r="-65053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028700" y="6701091"/>
            <a:ext cx="2686437" cy="1190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7500" b="1" spc="-187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90%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3520514"/>
            <a:ext cx="2686437" cy="1190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7500" b="1" spc="-187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40%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97752" y="1659876"/>
            <a:ext cx="2131380" cy="1190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7500" b="1" spc="-187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20%</a:t>
            </a:r>
          </a:p>
        </p:txBody>
      </p:sp>
      <p:sp>
        <p:nvSpPr>
          <p:cNvPr id="23" name="Freeform 23"/>
          <p:cNvSpPr/>
          <p:nvPr/>
        </p:nvSpPr>
        <p:spPr>
          <a:xfrm>
            <a:off x="6266744" y="3032194"/>
            <a:ext cx="1065189" cy="1071889"/>
          </a:xfrm>
          <a:custGeom>
            <a:avLst/>
            <a:gdLst/>
            <a:ahLst/>
            <a:cxnLst/>
            <a:rect l="l" t="t" r="r" b="b"/>
            <a:pathLst>
              <a:path w="1065189" h="1071889">
                <a:moveTo>
                  <a:pt x="0" y="0"/>
                </a:moveTo>
                <a:lnTo>
                  <a:pt x="1065189" y="0"/>
                </a:lnTo>
                <a:lnTo>
                  <a:pt x="1065189" y="1071889"/>
                </a:lnTo>
                <a:lnTo>
                  <a:pt x="0" y="10718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582135" y="-17967037"/>
            <a:ext cx="22833773" cy="2283377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5400000" flipH="1">
            <a:off x="9172218" y="1076955"/>
            <a:ext cx="9637180" cy="8083185"/>
          </a:xfrm>
          <a:custGeom>
            <a:avLst/>
            <a:gdLst/>
            <a:ahLst/>
            <a:cxnLst/>
            <a:rect l="l" t="t" r="r" b="b"/>
            <a:pathLst>
              <a:path w="9637180" h="8083185">
                <a:moveTo>
                  <a:pt x="9637180" y="0"/>
                </a:moveTo>
                <a:lnTo>
                  <a:pt x="0" y="0"/>
                </a:lnTo>
                <a:lnTo>
                  <a:pt x="0" y="8083185"/>
                </a:lnTo>
                <a:lnTo>
                  <a:pt x="9637180" y="8083185"/>
                </a:lnTo>
                <a:lnTo>
                  <a:pt x="963718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5796" y="693676"/>
            <a:ext cx="7176927" cy="8899649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11536055" y="6070975"/>
            <a:ext cx="5295031" cy="2525158"/>
            <a:chOff x="0" y="0"/>
            <a:chExt cx="1394576" cy="6650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94576" cy="665062"/>
            </a:xfrm>
            <a:custGeom>
              <a:avLst/>
              <a:gdLst/>
              <a:ahLst/>
              <a:cxnLst/>
              <a:rect l="l" t="t" r="r" b="b"/>
              <a:pathLst>
                <a:path w="1394576" h="665062">
                  <a:moveTo>
                    <a:pt x="0" y="0"/>
                  </a:moveTo>
                  <a:lnTo>
                    <a:pt x="1394576" y="0"/>
                  </a:lnTo>
                  <a:lnTo>
                    <a:pt x="1394576" y="665062"/>
                  </a:lnTo>
                  <a:lnTo>
                    <a:pt x="0" y="665062"/>
                  </a:lnTo>
                  <a:close/>
                </a:path>
              </a:pathLst>
            </a:custGeom>
            <a:gradFill rotWithShape="1">
              <a:gsLst>
                <a:gs pos="0">
                  <a:srgbClr val="E7E8ED">
                    <a:alpha val="0"/>
                  </a:srgbClr>
                </a:gs>
                <a:gs pos="100000">
                  <a:srgbClr val="E7E8E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394576" cy="6745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04814" y="2821995"/>
            <a:ext cx="2145222" cy="2156002"/>
          </a:xfrm>
          <a:custGeom>
            <a:avLst/>
            <a:gdLst/>
            <a:ahLst/>
            <a:cxnLst/>
            <a:rect l="l" t="t" r="r" b="b"/>
            <a:pathLst>
              <a:path w="2145222" h="2156002">
                <a:moveTo>
                  <a:pt x="0" y="0"/>
                </a:moveTo>
                <a:lnTo>
                  <a:pt x="2145222" y="0"/>
                </a:lnTo>
                <a:lnTo>
                  <a:pt x="2145222" y="2156002"/>
                </a:lnTo>
                <a:lnTo>
                  <a:pt x="0" y="21560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04814" y="4962762"/>
            <a:ext cx="2145222" cy="2156002"/>
          </a:xfrm>
          <a:custGeom>
            <a:avLst/>
            <a:gdLst/>
            <a:ahLst/>
            <a:cxnLst/>
            <a:rect l="l" t="t" r="r" b="b"/>
            <a:pathLst>
              <a:path w="2145222" h="2156002">
                <a:moveTo>
                  <a:pt x="0" y="0"/>
                </a:moveTo>
                <a:lnTo>
                  <a:pt x="2145222" y="0"/>
                </a:lnTo>
                <a:lnTo>
                  <a:pt x="2145222" y="2156002"/>
                </a:lnTo>
                <a:lnTo>
                  <a:pt x="0" y="21560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3660" y="2938536"/>
            <a:ext cx="1906910" cy="190691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3970" y="5079303"/>
            <a:ext cx="1906910" cy="1906910"/>
          </a:xfrm>
          <a:prstGeom prst="rect">
            <a:avLst/>
          </a:prstGeom>
        </p:spPr>
      </p:pic>
      <p:sp>
        <p:nvSpPr>
          <p:cNvPr id="15" name="Freeform 15"/>
          <p:cNvSpPr/>
          <p:nvPr/>
        </p:nvSpPr>
        <p:spPr>
          <a:xfrm>
            <a:off x="233422" y="6609812"/>
            <a:ext cx="10430924" cy="1770212"/>
          </a:xfrm>
          <a:custGeom>
            <a:avLst/>
            <a:gdLst/>
            <a:ahLst/>
            <a:cxnLst/>
            <a:rect l="l" t="t" r="r" b="b"/>
            <a:pathLst>
              <a:path w="10430924" h="1770212">
                <a:moveTo>
                  <a:pt x="0" y="0"/>
                </a:moveTo>
                <a:lnTo>
                  <a:pt x="10430924" y="0"/>
                </a:lnTo>
                <a:lnTo>
                  <a:pt x="10430924" y="1770212"/>
                </a:lnTo>
                <a:lnTo>
                  <a:pt x="0" y="177021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b="-120967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233422" y="8380024"/>
            <a:ext cx="10430924" cy="1661477"/>
          </a:xfrm>
          <a:custGeom>
            <a:avLst/>
            <a:gdLst/>
            <a:ahLst/>
            <a:cxnLst/>
            <a:rect l="l" t="t" r="r" b="b"/>
            <a:pathLst>
              <a:path w="10430924" h="1661477">
                <a:moveTo>
                  <a:pt x="0" y="0"/>
                </a:moveTo>
                <a:lnTo>
                  <a:pt x="10430924" y="0"/>
                </a:lnTo>
                <a:lnTo>
                  <a:pt x="10430924" y="1661477"/>
                </a:lnTo>
                <a:lnTo>
                  <a:pt x="0" y="16614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35428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546397" y="1100244"/>
            <a:ext cx="1814986" cy="29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Salford &amp; Co.</a:t>
            </a:r>
          </a:p>
        </p:txBody>
      </p:sp>
      <p:sp>
        <p:nvSpPr>
          <p:cNvPr id="18" name="Freeform 18"/>
          <p:cNvSpPr/>
          <p:nvPr/>
        </p:nvSpPr>
        <p:spPr>
          <a:xfrm>
            <a:off x="7451042" y="1028700"/>
            <a:ext cx="1957951" cy="1970265"/>
          </a:xfrm>
          <a:custGeom>
            <a:avLst/>
            <a:gdLst/>
            <a:ahLst/>
            <a:cxnLst/>
            <a:rect l="l" t="t" r="r" b="b"/>
            <a:pathLst>
              <a:path w="1957951" h="1970265">
                <a:moveTo>
                  <a:pt x="0" y="0"/>
                </a:moveTo>
                <a:lnTo>
                  <a:pt x="1957951" y="0"/>
                </a:lnTo>
                <a:lnTo>
                  <a:pt x="1957951" y="1970265"/>
                </a:lnTo>
                <a:lnTo>
                  <a:pt x="0" y="197026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028700" y="1796470"/>
            <a:ext cx="6422342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spc="-162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KPI Dashboard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30162" y="3159457"/>
            <a:ext cx="484810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spc="-75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Revenue Growth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430162" y="5209637"/>
            <a:ext cx="484810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spc="-75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Project Delivery Rate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30162" y="3671501"/>
            <a:ext cx="6519053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Donec vitae elit sed est dapibus mattis est nisi arcu mauris diam. Vel luctus tristique, massa ligula pulvinar sapien.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30162" y="5721681"/>
            <a:ext cx="6519053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Donec vitae elit sed est dapibus mattis est nisi arcu mauris diam. Vel luctus tristique, massa ligula pulvinar sapien.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430162" y="7864722"/>
            <a:ext cx="6099112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Donec vitae elit sed est dapibus mattis est nisi arcu mauris diam. Vel luctus tristique, massa ligula pulvinar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46397" y="7687747"/>
            <a:ext cx="2110967" cy="1336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72"/>
              </a:lnSpc>
            </a:pPr>
            <a:r>
              <a:rPr lang="en-US" sz="8519" b="1" spc="-212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8C52FF">
                        <a:alpha val="0"/>
                      </a:srgbClr>
                    </a:gs>
                  </a:gsLst>
                  <a:lin ang="5400000"/>
                </a:gradFill>
                <a:latin typeface="Codec Pro Bold"/>
                <a:ea typeface="Codec Pro Bold"/>
                <a:cs typeface="Codec Pro Bold"/>
                <a:sym typeface="Codec Pro Bold"/>
              </a:rPr>
              <a:t>1121</a:t>
            </a:r>
          </a:p>
        </p:txBody>
      </p:sp>
      <p:sp>
        <p:nvSpPr>
          <p:cNvPr id="26" name="Freeform 26"/>
          <p:cNvSpPr/>
          <p:nvPr/>
        </p:nvSpPr>
        <p:spPr>
          <a:xfrm>
            <a:off x="7090932" y="666326"/>
            <a:ext cx="720219" cy="724748"/>
          </a:xfrm>
          <a:custGeom>
            <a:avLst/>
            <a:gdLst/>
            <a:ahLst/>
            <a:cxnLst/>
            <a:rect l="l" t="t" r="r" b="b"/>
            <a:pathLst>
              <a:path w="720219" h="724748">
                <a:moveTo>
                  <a:pt x="0" y="0"/>
                </a:moveTo>
                <a:lnTo>
                  <a:pt x="720219" y="0"/>
                </a:lnTo>
                <a:lnTo>
                  <a:pt x="720219" y="724748"/>
                </a:lnTo>
                <a:lnTo>
                  <a:pt x="0" y="7247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46397" y="1100244"/>
            <a:ext cx="1814986" cy="29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Salford &amp; Co.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796470"/>
            <a:ext cx="7292684" cy="102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spc="-162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The Roadmap</a:t>
            </a:r>
          </a:p>
        </p:txBody>
      </p:sp>
      <p:sp>
        <p:nvSpPr>
          <p:cNvPr id="5" name="Freeform 5"/>
          <p:cNvSpPr/>
          <p:nvPr/>
        </p:nvSpPr>
        <p:spPr>
          <a:xfrm>
            <a:off x="1675047" y="3521683"/>
            <a:ext cx="1616138" cy="1626303"/>
          </a:xfrm>
          <a:custGeom>
            <a:avLst/>
            <a:gdLst/>
            <a:ahLst/>
            <a:cxnLst/>
            <a:rect l="l" t="t" r="r" b="b"/>
            <a:pathLst>
              <a:path w="1616138" h="1626303">
                <a:moveTo>
                  <a:pt x="0" y="0"/>
                </a:moveTo>
                <a:lnTo>
                  <a:pt x="1616138" y="0"/>
                </a:lnTo>
                <a:lnTo>
                  <a:pt x="1616138" y="1626303"/>
                </a:lnTo>
                <a:lnTo>
                  <a:pt x="0" y="16263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965802" y="3817521"/>
            <a:ext cx="1048949" cy="1034628"/>
            <a:chOff x="0" y="0"/>
            <a:chExt cx="824051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24051" cy="812800"/>
            </a:xfrm>
            <a:custGeom>
              <a:avLst/>
              <a:gdLst/>
              <a:ahLst/>
              <a:cxnLst/>
              <a:rect l="l" t="t" r="r" b="b"/>
              <a:pathLst>
                <a:path w="824051" h="812800">
                  <a:moveTo>
                    <a:pt x="125471" y="0"/>
                  </a:moveTo>
                  <a:lnTo>
                    <a:pt x="698580" y="0"/>
                  </a:lnTo>
                  <a:cubicBezTo>
                    <a:pt x="767876" y="0"/>
                    <a:pt x="824051" y="56175"/>
                    <a:pt x="824051" y="125471"/>
                  </a:cubicBezTo>
                  <a:lnTo>
                    <a:pt x="824051" y="687329"/>
                  </a:lnTo>
                  <a:cubicBezTo>
                    <a:pt x="824051" y="756625"/>
                    <a:pt x="767876" y="812800"/>
                    <a:pt x="698580" y="812800"/>
                  </a:cubicBezTo>
                  <a:lnTo>
                    <a:pt x="125471" y="812800"/>
                  </a:lnTo>
                  <a:cubicBezTo>
                    <a:pt x="56175" y="812800"/>
                    <a:pt x="0" y="756625"/>
                    <a:pt x="0" y="687329"/>
                  </a:cubicBezTo>
                  <a:lnTo>
                    <a:pt x="0" y="125471"/>
                  </a:lnTo>
                  <a:cubicBezTo>
                    <a:pt x="0" y="56175"/>
                    <a:pt x="56175" y="0"/>
                    <a:pt x="1254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824051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951480" y="4077660"/>
            <a:ext cx="1063271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b="1" spc="-75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07199" y="5119411"/>
            <a:ext cx="294956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spc="-75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Launch new CRM system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53546" y="6657299"/>
            <a:ext cx="2949560" cy="159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Donec vitae elit sed est dapibus mattis est nisi arcu mauris diam.</a:t>
            </a:r>
          </a:p>
        </p:txBody>
      </p:sp>
      <p:sp>
        <p:nvSpPr>
          <p:cNvPr id="12" name="Freeform 12"/>
          <p:cNvSpPr/>
          <p:nvPr/>
        </p:nvSpPr>
        <p:spPr>
          <a:xfrm>
            <a:off x="5560445" y="3521683"/>
            <a:ext cx="1616138" cy="1626303"/>
          </a:xfrm>
          <a:custGeom>
            <a:avLst/>
            <a:gdLst/>
            <a:ahLst/>
            <a:cxnLst/>
            <a:rect l="l" t="t" r="r" b="b"/>
            <a:pathLst>
              <a:path w="1616138" h="1626303">
                <a:moveTo>
                  <a:pt x="0" y="0"/>
                </a:moveTo>
                <a:lnTo>
                  <a:pt x="1616138" y="0"/>
                </a:lnTo>
                <a:lnTo>
                  <a:pt x="1616138" y="1626303"/>
                </a:lnTo>
                <a:lnTo>
                  <a:pt x="0" y="16263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5851200" y="3817521"/>
            <a:ext cx="1048949" cy="1034628"/>
            <a:chOff x="0" y="0"/>
            <a:chExt cx="824051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24051" cy="812800"/>
            </a:xfrm>
            <a:custGeom>
              <a:avLst/>
              <a:gdLst/>
              <a:ahLst/>
              <a:cxnLst/>
              <a:rect l="l" t="t" r="r" b="b"/>
              <a:pathLst>
                <a:path w="824051" h="812800">
                  <a:moveTo>
                    <a:pt x="125471" y="0"/>
                  </a:moveTo>
                  <a:lnTo>
                    <a:pt x="698580" y="0"/>
                  </a:lnTo>
                  <a:cubicBezTo>
                    <a:pt x="767876" y="0"/>
                    <a:pt x="824051" y="56175"/>
                    <a:pt x="824051" y="125471"/>
                  </a:cubicBezTo>
                  <a:lnTo>
                    <a:pt x="824051" y="687329"/>
                  </a:lnTo>
                  <a:cubicBezTo>
                    <a:pt x="824051" y="756625"/>
                    <a:pt x="767876" y="812800"/>
                    <a:pt x="698580" y="812800"/>
                  </a:cubicBezTo>
                  <a:lnTo>
                    <a:pt x="125471" y="812800"/>
                  </a:lnTo>
                  <a:cubicBezTo>
                    <a:pt x="56175" y="812800"/>
                    <a:pt x="0" y="756625"/>
                    <a:pt x="0" y="687329"/>
                  </a:cubicBezTo>
                  <a:lnTo>
                    <a:pt x="0" y="125471"/>
                  </a:lnTo>
                  <a:cubicBezTo>
                    <a:pt x="0" y="56175"/>
                    <a:pt x="56175" y="0"/>
                    <a:pt x="1254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824051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836878" y="4077660"/>
            <a:ext cx="1063271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b="1" spc="-75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92597" y="5119411"/>
            <a:ext cx="294956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spc="-75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Begin market expansion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38944" y="6657299"/>
            <a:ext cx="2949560" cy="159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Donec vitae elit sed est dapibus mattis est nisi arcu mauris diam.</a:t>
            </a:r>
          </a:p>
        </p:txBody>
      </p:sp>
      <p:sp>
        <p:nvSpPr>
          <p:cNvPr id="19" name="Freeform 19"/>
          <p:cNvSpPr/>
          <p:nvPr/>
        </p:nvSpPr>
        <p:spPr>
          <a:xfrm>
            <a:off x="9445843" y="3521683"/>
            <a:ext cx="1616138" cy="1626303"/>
          </a:xfrm>
          <a:custGeom>
            <a:avLst/>
            <a:gdLst/>
            <a:ahLst/>
            <a:cxnLst/>
            <a:rect l="l" t="t" r="r" b="b"/>
            <a:pathLst>
              <a:path w="1616138" h="1626303">
                <a:moveTo>
                  <a:pt x="0" y="0"/>
                </a:moveTo>
                <a:lnTo>
                  <a:pt x="1616138" y="0"/>
                </a:lnTo>
                <a:lnTo>
                  <a:pt x="1616138" y="1626303"/>
                </a:lnTo>
                <a:lnTo>
                  <a:pt x="0" y="16263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9736598" y="3817521"/>
            <a:ext cx="1048949" cy="1034628"/>
            <a:chOff x="0" y="0"/>
            <a:chExt cx="824051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24051" cy="812800"/>
            </a:xfrm>
            <a:custGeom>
              <a:avLst/>
              <a:gdLst/>
              <a:ahLst/>
              <a:cxnLst/>
              <a:rect l="l" t="t" r="r" b="b"/>
              <a:pathLst>
                <a:path w="824051" h="812800">
                  <a:moveTo>
                    <a:pt x="125471" y="0"/>
                  </a:moveTo>
                  <a:lnTo>
                    <a:pt x="698580" y="0"/>
                  </a:lnTo>
                  <a:cubicBezTo>
                    <a:pt x="767876" y="0"/>
                    <a:pt x="824051" y="56175"/>
                    <a:pt x="824051" y="125471"/>
                  </a:cubicBezTo>
                  <a:lnTo>
                    <a:pt x="824051" y="687329"/>
                  </a:lnTo>
                  <a:cubicBezTo>
                    <a:pt x="824051" y="756625"/>
                    <a:pt x="767876" y="812800"/>
                    <a:pt x="698580" y="812800"/>
                  </a:cubicBezTo>
                  <a:lnTo>
                    <a:pt x="125471" y="812800"/>
                  </a:lnTo>
                  <a:cubicBezTo>
                    <a:pt x="56175" y="812800"/>
                    <a:pt x="0" y="756625"/>
                    <a:pt x="0" y="687329"/>
                  </a:cubicBezTo>
                  <a:lnTo>
                    <a:pt x="0" y="125471"/>
                  </a:lnTo>
                  <a:cubicBezTo>
                    <a:pt x="0" y="56175"/>
                    <a:pt x="56175" y="0"/>
                    <a:pt x="1254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824051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722276" y="4077660"/>
            <a:ext cx="1063271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b="1" spc="-75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77995" y="5119411"/>
            <a:ext cx="294956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spc="-75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Employee Training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24342" y="6657299"/>
            <a:ext cx="2949560" cy="159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Donec vitae elit sed est dapibus mattis est nisi arcu mauris diam.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4956759" y="-15811746"/>
            <a:ext cx="17537499" cy="17537499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13331241" y="3521683"/>
            <a:ext cx="1616138" cy="1626303"/>
          </a:xfrm>
          <a:custGeom>
            <a:avLst/>
            <a:gdLst/>
            <a:ahLst/>
            <a:cxnLst/>
            <a:rect l="l" t="t" r="r" b="b"/>
            <a:pathLst>
              <a:path w="1616138" h="1626303">
                <a:moveTo>
                  <a:pt x="0" y="0"/>
                </a:moveTo>
                <a:lnTo>
                  <a:pt x="1616138" y="0"/>
                </a:lnTo>
                <a:lnTo>
                  <a:pt x="1616138" y="1626303"/>
                </a:lnTo>
                <a:lnTo>
                  <a:pt x="0" y="16263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13621996" y="3817521"/>
            <a:ext cx="1048949" cy="1034628"/>
            <a:chOff x="0" y="0"/>
            <a:chExt cx="824051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24051" cy="812800"/>
            </a:xfrm>
            <a:custGeom>
              <a:avLst/>
              <a:gdLst/>
              <a:ahLst/>
              <a:cxnLst/>
              <a:rect l="l" t="t" r="r" b="b"/>
              <a:pathLst>
                <a:path w="824051" h="812800">
                  <a:moveTo>
                    <a:pt x="125471" y="0"/>
                  </a:moveTo>
                  <a:lnTo>
                    <a:pt x="698580" y="0"/>
                  </a:lnTo>
                  <a:cubicBezTo>
                    <a:pt x="767876" y="0"/>
                    <a:pt x="824051" y="56175"/>
                    <a:pt x="824051" y="125471"/>
                  </a:cubicBezTo>
                  <a:lnTo>
                    <a:pt x="824051" y="687329"/>
                  </a:lnTo>
                  <a:cubicBezTo>
                    <a:pt x="824051" y="756625"/>
                    <a:pt x="767876" y="812800"/>
                    <a:pt x="698580" y="812800"/>
                  </a:cubicBezTo>
                  <a:lnTo>
                    <a:pt x="125471" y="812800"/>
                  </a:lnTo>
                  <a:cubicBezTo>
                    <a:pt x="56175" y="812800"/>
                    <a:pt x="0" y="756625"/>
                    <a:pt x="0" y="687329"/>
                  </a:cubicBezTo>
                  <a:lnTo>
                    <a:pt x="0" y="125471"/>
                  </a:lnTo>
                  <a:cubicBezTo>
                    <a:pt x="0" y="56175"/>
                    <a:pt x="56175" y="0"/>
                    <a:pt x="1254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C52FF">
                    <a:alpha val="100000"/>
                  </a:srgbClr>
                </a:gs>
                <a:gs pos="100000">
                  <a:srgbClr val="3533CD">
                    <a:alpha val="100000"/>
                  </a:srgbClr>
                </a:gs>
              </a:gsLst>
              <a:lin ang="2700000"/>
            </a:gradFill>
            <a:ln cap="sq">
              <a:noFill/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824051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3607674" y="4077660"/>
            <a:ext cx="1063271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sz="3000" b="1" spc="-75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Q4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663393" y="5119411"/>
            <a:ext cx="2949560" cy="90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spc="-75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Performance Review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309740" y="6657299"/>
            <a:ext cx="2949560" cy="1592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020"/>
                </a:solidFill>
                <a:latin typeface="Codec Pro"/>
                <a:ea typeface="Codec Pro"/>
                <a:cs typeface="Codec Pro"/>
                <a:sym typeface="Codec Pro"/>
              </a:rPr>
              <a:t>Lorem ipsum dolor sit amet, consectetur adipiscing elit. Donec vitae elit sed est dapibus mattis est nisi arcu mauris diam.</a:t>
            </a:r>
          </a:p>
        </p:txBody>
      </p:sp>
      <p:sp>
        <p:nvSpPr>
          <p:cNvPr id="36" name="AutoShape 36"/>
          <p:cNvSpPr/>
          <p:nvPr/>
        </p:nvSpPr>
        <p:spPr>
          <a:xfrm>
            <a:off x="1028700" y="6374130"/>
            <a:ext cx="1623060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AutoShape 37"/>
          <p:cNvSpPr/>
          <p:nvPr/>
        </p:nvSpPr>
        <p:spPr>
          <a:xfrm>
            <a:off x="2031012" y="6271205"/>
            <a:ext cx="422879" cy="560154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38" name="AutoShape 38"/>
          <p:cNvSpPr/>
          <p:nvPr/>
        </p:nvSpPr>
        <p:spPr>
          <a:xfrm>
            <a:off x="5916410" y="6271205"/>
            <a:ext cx="422879" cy="560154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39" name="AutoShape 39"/>
          <p:cNvSpPr/>
          <p:nvPr/>
        </p:nvSpPr>
        <p:spPr>
          <a:xfrm>
            <a:off x="9801808" y="6271205"/>
            <a:ext cx="422879" cy="560154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40" name="AutoShape 40"/>
          <p:cNvSpPr/>
          <p:nvPr/>
        </p:nvSpPr>
        <p:spPr>
          <a:xfrm>
            <a:off x="13687206" y="6271205"/>
            <a:ext cx="422879" cy="560154"/>
          </a:xfrm>
          <a:prstGeom prst="line">
            <a:avLst/>
          </a:prstGeom>
          <a:ln w="47625" cap="flat">
            <a:solidFill>
              <a:srgbClr val="FFFFFF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41" name="Freeform 41"/>
          <p:cNvSpPr/>
          <p:nvPr/>
        </p:nvSpPr>
        <p:spPr>
          <a:xfrm>
            <a:off x="12414552" y="507240"/>
            <a:ext cx="2300288" cy="2314755"/>
          </a:xfrm>
          <a:custGeom>
            <a:avLst/>
            <a:gdLst/>
            <a:ahLst/>
            <a:cxnLst/>
            <a:rect l="l" t="t" r="r" b="b"/>
            <a:pathLst>
              <a:path w="2300288" h="2314755">
                <a:moveTo>
                  <a:pt x="0" y="0"/>
                </a:moveTo>
                <a:lnTo>
                  <a:pt x="2300288" y="0"/>
                </a:lnTo>
                <a:lnTo>
                  <a:pt x="2300288" y="2314755"/>
                </a:lnTo>
                <a:lnTo>
                  <a:pt x="0" y="23147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1443570" y="1063372"/>
            <a:ext cx="835846" cy="841103"/>
          </a:xfrm>
          <a:custGeom>
            <a:avLst/>
            <a:gdLst/>
            <a:ahLst/>
            <a:cxnLst/>
            <a:rect l="l" t="t" r="r" b="b"/>
            <a:pathLst>
              <a:path w="835846" h="841103">
                <a:moveTo>
                  <a:pt x="0" y="0"/>
                </a:moveTo>
                <a:lnTo>
                  <a:pt x="835846" y="0"/>
                </a:lnTo>
                <a:lnTo>
                  <a:pt x="835846" y="841103"/>
                </a:lnTo>
                <a:lnTo>
                  <a:pt x="0" y="8411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B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877124" y="-5774681"/>
            <a:ext cx="23030315" cy="23030315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4098350" y="-2995907"/>
            <a:ext cx="17472768" cy="1747276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311443" y="-209001"/>
            <a:ext cx="11898955" cy="1189895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32000"/>
                  </a:srgbClr>
                </a:gs>
              </a:gsLst>
              <a:path path="circle">
                <a:fillToRect l="50000" t="50000" r="50000" b="50000"/>
              </a:path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8431800" y="7296403"/>
            <a:ext cx="4206349" cy="2355013"/>
          </a:xfrm>
          <a:custGeom>
            <a:avLst/>
            <a:gdLst/>
            <a:ahLst/>
            <a:cxnLst/>
            <a:rect l="l" t="t" r="r" b="b"/>
            <a:pathLst>
              <a:path w="4206349" h="2355013">
                <a:moveTo>
                  <a:pt x="0" y="0"/>
                </a:moveTo>
                <a:lnTo>
                  <a:pt x="4206349" y="0"/>
                </a:lnTo>
                <a:lnTo>
                  <a:pt x="4206349" y="2355013"/>
                </a:lnTo>
                <a:lnTo>
                  <a:pt x="0" y="2355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4959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638149" y="7296403"/>
            <a:ext cx="4741955" cy="2355013"/>
          </a:xfrm>
          <a:custGeom>
            <a:avLst/>
            <a:gdLst/>
            <a:ahLst/>
            <a:cxnLst/>
            <a:rect l="l" t="t" r="r" b="b"/>
            <a:pathLst>
              <a:path w="4741955" h="2355013">
                <a:moveTo>
                  <a:pt x="0" y="0"/>
                </a:moveTo>
                <a:lnTo>
                  <a:pt x="4741955" y="0"/>
                </a:lnTo>
                <a:lnTo>
                  <a:pt x="4741955" y="2355013"/>
                </a:lnTo>
                <a:lnTo>
                  <a:pt x="0" y="2355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197"/>
            </a:stretch>
          </a:blipFill>
        </p:spPr>
      </p:sp>
      <p:sp>
        <p:nvSpPr>
          <p:cNvPr id="13" name="Freeform 13"/>
          <p:cNvSpPr/>
          <p:nvPr/>
        </p:nvSpPr>
        <p:spPr>
          <a:xfrm rot="5400000" flipV="1">
            <a:off x="-7280255" y="6301795"/>
            <a:ext cx="23836578" cy="11232987"/>
          </a:xfrm>
          <a:custGeom>
            <a:avLst/>
            <a:gdLst/>
            <a:ahLst/>
            <a:cxnLst/>
            <a:rect l="l" t="t" r="r" b="b"/>
            <a:pathLst>
              <a:path w="23836578" h="11232987">
                <a:moveTo>
                  <a:pt x="0" y="11232988"/>
                </a:moveTo>
                <a:lnTo>
                  <a:pt x="23836578" y="11232988"/>
                </a:lnTo>
                <a:lnTo>
                  <a:pt x="23836578" y="0"/>
                </a:lnTo>
                <a:lnTo>
                  <a:pt x="0" y="0"/>
                </a:lnTo>
                <a:lnTo>
                  <a:pt x="0" y="1123298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28700" y="1028700"/>
            <a:ext cx="352229" cy="406613"/>
          </a:xfrm>
          <a:custGeom>
            <a:avLst/>
            <a:gdLst/>
            <a:ahLst/>
            <a:cxnLst/>
            <a:rect l="l" t="t" r="r" b="b"/>
            <a:pathLst>
              <a:path w="352229" h="406613">
                <a:moveTo>
                  <a:pt x="0" y="0"/>
                </a:moveTo>
                <a:lnTo>
                  <a:pt x="352229" y="0"/>
                </a:lnTo>
                <a:lnTo>
                  <a:pt x="352229" y="406613"/>
                </a:lnTo>
                <a:lnTo>
                  <a:pt x="0" y="406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028700" y="2176883"/>
            <a:ext cx="7157748" cy="14162834"/>
            <a:chOff x="0" y="0"/>
            <a:chExt cx="2620010" cy="5184140"/>
          </a:xfrm>
        </p:grpSpPr>
        <p:sp>
          <p:nvSpPr>
            <p:cNvPr id="16" name="Freeform 1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207720" r="-71628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id="25" name="Freeform 25"/>
          <p:cNvSpPr/>
          <p:nvPr/>
        </p:nvSpPr>
        <p:spPr>
          <a:xfrm>
            <a:off x="9429656" y="8551628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5" h="281305">
                <a:moveTo>
                  <a:pt x="0" y="0"/>
                </a:moveTo>
                <a:lnTo>
                  <a:pt x="281305" y="0"/>
                </a:lnTo>
                <a:lnTo>
                  <a:pt x="281305" y="281305"/>
                </a:lnTo>
                <a:lnTo>
                  <a:pt x="0" y="2813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3304688" y="8551628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5" h="281305">
                <a:moveTo>
                  <a:pt x="0" y="0"/>
                </a:moveTo>
                <a:lnTo>
                  <a:pt x="281305" y="0"/>
                </a:lnTo>
                <a:lnTo>
                  <a:pt x="281305" y="281305"/>
                </a:lnTo>
                <a:lnTo>
                  <a:pt x="0" y="2813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3304688" y="8154753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5" h="281305">
                <a:moveTo>
                  <a:pt x="0" y="0"/>
                </a:moveTo>
                <a:lnTo>
                  <a:pt x="281305" y="0"/>
                </a:lnTo>
                <a:lnTo>
                  <a:pt x="281305" y="281305"/>
                </a:lnTo>
                <a:lnTo>
                  <a:pt x="0" y="2813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429656" y="8154753"/>
            <a:ext cx="281305" cy="281305"/>
          </a:xfrm>
          <a:custGeom>
            <a:avLst/>
            <a:gdLst/>
            <a:ahLst/>
            <a:cxnLst/>
            <a:rect l="l" t="t" r="r" b="b"/>
            <a:pathLst>
              <a:path w="281305" h="281305">
                <a:moveTo>
                  <a:pt x="0" y="0"/>
                </a:moveTo>
                <a:lnTo>
                  <a:pt x="281305" y="0"/>
                </a:lnTo>
                <a:lnTo>
                  <a:pt x="281305" y="281305"/>
                </a:lnTo>
                <a:lnTo>
                  <a:pt x="0" y="2813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3374418" y="8626648"/>
            <a:ext cx="131264" cy="131264"/>
          </a:xfrm>
          <a:custGeom>
            <a:avLst/>
            <a:gdLst/>
            <a:ahLst/>
            <a:cxnLst/>
            <a:rect l="l" t="t" r="r" b="b"/>
            <a:pathLst>
              <a:path w="131264" h="131264">
                <a:moveTo>
                  <a:pt x="0" y="0"/>
                </a:moveTo>
                <a:lnTo>
                  <a:pt x="131264" y="0"/>
                </a:lnTo>
                <a:lnTo>
                  <a:pt x="131264" y="131264"/>
                </a:lnTo>
                <a:lnTo>
                  <a:pt x="0" y="13126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4211727" y="656501"/>
            <a:ext cx="2262828" cy="2277060"/>
          </a:xfrm>
          <a:custGeom>
            <a:avLst/>
            <a:gdLst/>
            <a:ahLst/>
            <a:cxnLst/>
            <a:rect l="l" t="t" r="r" b="b"/>
            <a:pathLst>
              <a:path w="2262828" h="2277060">
                <a:moveTo>
                  <a:pt x="0" y="0"/>
                </a:moveTo>
                <a:lnTo>
                  <a:pt x="2262828" y="0"/>
                </a:lnTo>
                <a:lnTo>
                  <a:pt x="2262828" y="2277059"/>
                </a:lnTo>
                <a:lnTo>
                  <a:pt x="0" y="227705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9687106" y="2750597"/>
            <a:ext cx="586943" cy="590634"/>
          </a:xfrm>
          <a:custGeom>
            <a:avLst/>
            <a:gdLst/>
            <a:ahLst/>
            <a:cxnLst/>
            <a:rect l="l" t="t" r="r" b="b"/>
            <a:pathLst>
              <a:path w="586943" h="590634">
                <a:moveTo>
                  <a:pt x="0" y="0"/>
                </a:moveTo>
                <a:lnTo>
                  <a:pt x="586943" y="0"/>
                </a:lnTo>
                <a:lnTo>
                  <a:pt x="586943" y="590634"/>
                </a:lnTo>
                <a:lnTo>
                  <a:pt x="0" y="59063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2201266" y="1881890"/>
            <a:ext cx="1026166" cy="1032620"/>
          </a:xfrm>
          <a:custGeom>
            <a:avLst/>
            <a:gdLst/>
            <a:ahLst/>
            <a:cxnLst/>
            <a:rect l="l" t="t" r="r" b="b"/>
            <a:pathLst>
              <a:path w="1026166" h="1032620">
                <a:moveTo>
                  <a:pt x="0" y="0"/>
                </a:moveTo>
                <a:lnTo>
                  <a:pt x="1026166" y="0"/>
                </a:lnTo>
                <a:lnTo>
                  <a:pt x="1026166" y="1032620"/>
                </a:lnTo>
                <a:lnTo>
                  <a:pt x="0" y="1032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3364476" y="8225572"/>
            <a:ext cx="141206" cy="139666"/>
          </a:xfrm>
          <a:custGeom>
            <a:avLst/>
            <a:gdLst/>
            <a:ahLst/>
            <a:cxnLst/>
            <a:rect l="l" t="t" r="r" b="b"/>
            <a:pathLst>
              <a:path w="141206" h="139666">
                <a:moveTo>
                  <a:pt x="0" y="0"/>
                </a:moveTo>
                <a:lnTo>
                  <a:pt x="141206" y="0"/>
                </a:lnTo>
                <a:lnTo>
                  <a:pt x="141206" y="139667"/>
                </a:lnTo>
                <a:lnTo>
                  <a:pt x="0" y="1396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546397" y="1100244"/>
            <a:ext cx="1814986" cy="29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900" b="1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Salford &amp; Co.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909877" y="3771760"/>
            <a:ext cx="8349423" cy="3870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37"/>
              </a:lnSpc>
            </a:pPr>
            <a:r>
              <a:rPr lang="en-US" sz="13034" b="1" spc="-325">
                <a:solidFill>
                  <a:srgbClr val="20202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Thanks for Attention!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829481" y="8580203"/>
            <a:ext cx="3076941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99" dirty="0">
                <a:solidFill>
                  <a:srgbClr val="202020"/>
                </a:solidFill>
                <a:latin typeface="IBM Plex Sans"/>
                <a:ea typeface="IBM Plex Sans"/>
                <a:cs typeface="IBM Plex Sans"/>
                <a:sym typeface="IBM Plex Sans"/>
              </a:rPr>
              <a:t>hello@reallygreatsite.com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833564" y="8183328"/>
            <a:ext cx="2022996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99">
                <a:solidFill>
                  <a:srgbClr val="202020"/>
                </a:solidFill>
                <a:latin typeface="IBM Plex Sans"/>
                <a:ea typeface="IBM Plex Sans"/>
                <a:cs typeface="IBM Plex Sans"/>
                <a:sym typeface="IBM Plex Sans"/>
              </a:rPr>
              <a:t>+123-456-7890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700396" y="8183328"/>
            <a:ext cx="2774160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99">
                <a:solidFill>
                  <a:srgbClr val="202020"/>
                </a:solidFill>
                <a:latin typeface="IBM Plex Sans"/>
                <a:ea typeface="IBM Plex Sans"/>
                <a:cs typeface="IBM Plex Sans"/>
                <a:sym typeface="IBM Plex Sans"/>
              </a:rPr>
              <a:t>www.reallygreatsite.com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700396" y="8580203"/>
            <a:ext cx="2774160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99" dirty="0">
                <a:solidFill>
                  <a:srgbClr val="202020"/>
                </a:solidFill>
                <a:latin typeface="IBM Plex Sans"/>
                <a:ea typeface="IBM Plex Sans"/>
                <a:cs typeface="IBM Plex Sans"/>
                <a:sym typeface="IBM Plex Sans"/>
              </a:rPr>
              <a:t>@reallygreatsite</a:t>
            </a:r>
          </a:p>
        </p:txBody>
      </p:sp>
      <p:sp>
        <p:nvSpPr>
          <p:cNvPr id="40" name="Freeform 40"/>
          <p:cNvSpPr/>
          <p:nvPr/>
        </p:nvSpPr>
        <p:spPr>
          <a:xfrm>
            <a:off x="9510520" y="8235617"/>
            <a:ext cx="119577" cy="119577"/>
          </a:xfrm>
          <a:custGeom>
            <a:avLst/>
            <a:gdLst/>
            <a:ahLst/>
            <a:cxnLst/>
            <a:rect l="l" t="t" r="r" b="b"/>
            <a:pathLst>
              <a:path w="119577" h="119577">
                <a:moveTo>
                  <a:pt x="0" y="0"/>
                </a:moveTo>
                <a:lnTo>
                  <a:pt x="119577" y="0"/>
                </a:lnTo>
                <a:lnTo>
                  <a:pt x="119577" y="119577"/>
                </a:lnTo>
                <a:lnTo>
                  <a:pt x="0" y="11957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</Words>
  <Application>Microsoft Office PowerPoint</Application>
  <PresentationFormat>Произвольный</PresentationFormat>
  <Paragraphs>92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IBM Plex Sans</vt:lpstr>
      <vt:lpstr>Codec Pro Bold</vt:lpstr>
      <vt:lpstr>Codec Pro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Clean Business Strategic Plan Presentation</dc:title>
  <cp:lastModifiedBy>sekal sekal</cp:lastModifiedBy>
  <cp:revision>3</cp:revision>
  <dcterms:created xsi:type="dcterms:W3CDTF">2006-08-16T00:00:00Z</dcterms:created>
  <dcterms:modified xsi:type="dcterms:W3CDTF">2026-03-14T21:18:16Z</dcterms:modified>
  <dc:identifier>DAHD9b_Hnns</dc:identifier>
</cp:coreProperties>
</file>