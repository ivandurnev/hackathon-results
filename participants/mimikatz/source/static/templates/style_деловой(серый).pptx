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larendon Narrow" panose="020B0604020202020204" charset="0"/>
      <p:regular r:id="rId13"/>
    </p:embeddedFont>
    <p:embeddedFont>
      <p:font typeface="Clarendon Narrow Bold" panose="020B0604020202020204" charset="0"/>
      <p:regular r:id="rId14"/>
    </p:embeddedFont>
    <p:embeddedFont>
      <p:font typeface="Cloud" panose="020B0604020202020204" charset="0"/>
      <p:regular r:id="rId15"/>
    </p:embeddedFont>
    <p:embeddedFont>
      <p:font typeface="Cloud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492"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a:off x="4699198" y="665151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5093484" y="-383408"/>
            <a:ext cx="11067650" cy="11053816"/>
          </a:xfrm>
          <a:custGeom>
            <a:avLst/>
            <a:gdLst/>
            <a:ahLst/>
            <a:cxnLst/>
            <a:rect l="l" t="t" r="r" b="b"/>
            <a:pathLst>
              <a:path w="11067650" h="11053816">
                <a:moveTo>
                  <a:pt x="0" y="0"/>
                </a:moveTo>
                <a:lnTo>
                  <a:pt x="11067651" y="0"/>
                </a:lnTo>
                <a:lnTo>
                  <a:pt x="11067651" y="11053816"/>
                </a:lnTo>
                <a:lnTo>
                  <a:pt x="0" y="11053816"/>
                </a:lnTo>
                <a:lnTo>
                  <a:pt x="0" y="0"/>
                </a:lnTo>
                <a:close/>
              </a:path>
            </a:pathLst>
          </a:custGeom>
          <a:blipFill>
            <a:blip r:embed="rId3"/>
            <a:stretch>
              <a:fillRect/>
            </a:stretch>
          </a:blipFill>
        </p:spPr>
      </p:sp>
      <p:grpSp>
        <p:nvGrpSpPr>
          <p:cNvPr id="4" name="Group 4"/>
          <p:cNvGrpSpPr/>
          <p:nvPr/>
        </p:nvGrpSpPr>
        <p:grpSpPr>
          <a:xfrm rot="5400000">
            <a:off x="7857602" y="-1836977"/>
            <a:ext cx="11343275" cy="13960954"/>
            <a:chOff x="0" y="0"/>
            <a:chExt cx="660400" cy="812800"/>
          </a:xfrm>
        </p:grpSpPr>
        <p:sp>
          <p:nvSpPr>
            <p:cNvPr id="5" name="Freeform 5"/>
            <p:cNvSpPr/>
            <p:nvPr/>
          </p:nvSpPr>
          <p:spPr>
            <a:xfrm>
              <a:off x="0" y="0"/>
              <a:ext cx="660400" cy="812800"/>
            </a:xfrm>
            <a:custGeom>
              <a:avLst/>
              <a:gdLst/>
              <a:ahLst/>
              <a:cxnLst/>
              <a:rect l="l" t="t" r="r" b="b"/>
              <a:pathLst>
                <a:path w="660400" h="8128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2F4156"/>
            </a:solidFill>
          </p:spPr>
        </p:sp>
        <p:sp>
          <p:nvSpPr>
            <p:cNvPr id="6" name="TextBox 6"/>
            <p:cNvSpPr txBox="1"/>
            <p:nvPr/>
          </p:nvSpPr>
          <p:spPr>
            <a:xfrm>
              <a:off x="0" y="-95250"/>
              <a:ext cx="660400" cy="781050"/>
            </a:xfrm>
            <a:prstGeom prst="rect">
              <a:avLst/>
            </a:prstGeom>
          </p:spPr>
          <p:txBody>
            <a:bodyPr lIns="50800" tIns="50800" rIns="50800" bIns="50800" rtlCol="0" anchor="ctr"/>
            <a:lstStyle/>
            <a:p>
              <a:pPr algn="ctr">
                <a:lnSpc>
                  <a:spcPts val="2935"/>
                </a:lnSpc>
              </a:pPr>
              <a:endParaRPr/>
            </a:p>
          </p:txBody>
        </p:sp>
      </p:grpSp>
      <p:sp>
        <p:nvSpPr>
          <p:cNvPr id="7" name="Freeform 7"/>
          <p:cNvSpPr/>
          <p:nvPr/>
        </p:nvSpPr>
        <p:spPr>
          <a:xfrm>
            <a:off x="-333092" y="-383408"/>
            <a:ext cx="5426576" cy="4676722"/>
          </a:xfrm>
          <a:custGeom>
            <a:avLst/>
            <a:gdLst/>
            <a:ahLst/>
            <a:cxnLst/>
            <a:rect l="l" t="t" r="r" b="b"/>
            <a:pathLst>
              <a:path w="5426576" h="4676722">
                <a:moveTo>
                  <a:pt x="0" y="0"/>
                </a:moveTo>
                <a:lnTo>
                  <a:pt x="5426576" y="0"/>
                </a:lnTo>
                <a:lnTo>
                  <a:pt x="5426576" y="4676722"/>
                </a:lnTo>
                <a:lnTo>
                  <a:pt x="0" y="467672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flipH="1" flipV="1">
            <a:off x="204154" y="7647498"/>
            <a:ext cx="2176042" cy="2427633"/>
          </a:xfrm>
          <a:custGeom>
            <a:avLst/>
            <a:gdLst/>
            <a:ahLst/>
            <a:cxnLst/>
            <a:rect l="l" t="t" r="r" b="b"/>
            <a:pathLst>
              <a:path w="2176042" h="2427633">
                <a:moveTo>
                  <a:pt x="2176042" y="2427634"/>
                </a:moveTo>
                <a:lnTo>
                  <a:pt x="0" y="2427634"/>
                </a:lnTo>
                <a:lnTo>
                  <a:pt x="0" y="0"/>
                </a:lnTo>
                <a:lnTo>
                  <a:pt x="2176042" y="0"/>
                </a:lnTo>
                <a:lnTo>
                  <a:pt x="2176042" y="2427634"/>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7072145" y="3411592"/>
            <a:ext cx="9612372" cy="3673366"/>
          </a:xfrm>
          <a:prstGeom prst="rect">
            <a:avLst/>
          </a:prstGeom>
        </p:spPr>
        <p:txBody>
          <a:bodyPr lIns="0" tIns="0" rIns="0" bIns="0" rtlCol="0" anchor="t">
            <a:spAutoFit/>
          </a:bodyPr>
          <a:lstStyle/>
          <a:p>
            <a:pPr algn="ctr">
              <a:lnSpc>
                <a:spcPts val="12687"/>
              </a:lnSpc>
            </a:pPr>
            <a:r>
              <a:rPr lang="en-US" sz="14926">
                <a:solidFill>
                  <a:srgbClr val="F5EFEB"/>
                </a:solidFill>
                <a:latin typeface="Clarendon Narrow"/>
                <a:ea typeface="Clarendon Narrow"/>
                <a:cs typeface="Clarendon Narrow"/>
                <a:sym typeface="Clarendon Narrow"/>
              </a:rPr>
              <a:t>GROUP PROJECT</a:t>
            </a:r>
          </a:p>
        </p:txBody>
      </p:sp>
      <p:sp>
        <p:nvSpPr>
          <p:cNvPr id="10" name="TextBox 10"/>
          <p:cNvSpPr txBox="1"/>
          <p:nvPr/>
        </p:nvSpPr>
        <p:spPr>
          <a:xfrm>
            <a:off x="8024098" y="6551558"/>
            <a:ext cx="7708466" cy="533400"/>
          </a:xfrm>
          <a:prstGeom prst="rect">
            <a:avLst/>
          </a:prstGeom>
        </p:spPr>
        <p:txBody>
          <a:bodyPr lIns="0" tIns="0" rIns="0" bIns="0" rtlCol="0" anchor="t">
            <a:spAutoFit/>
          </a:bodyPr>
          <a:lstStyle/>
          <a:p>
            <a:pPr algn="ctr">
              <a:lnSpc>
                <a:spcPts val="4200"/>
              </a:lnSpc>
            </a:pPr>
            <a:r>
              <a:rPr lang="en-US" sz="3000" b="1">
                <a:solidFill>
                  <a:srgbClr val="F5EFEB"/>
                </a:solidFill>
                <a:latin typeface="Cloud Bold"/>
                <a:ea typeface="Cloud Bold"/>
                <a:cs typeface="Cloud Bold"/>
                <a:sym typeface="Cloud Bold"/>
              </a:rPr>
              <a:t>Presented by Larana Group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flipV="1">
            <a:off x="-504025" y="-343927"/>
            <a:ext cx="6508145" cy="2745254"/>
          </a:xfrm>
          <a:custGeom>
            <a:avLst/>
            <a:gdLst/>
            <a:ahLst/>
            <a:cxnLst/>
            <a:rect l="l" t="t" r="r" b="b"/>
            <a:pathLst>
              <a:path w="6508145" h="2745254">
                <a:moveTo>
                  <a:pt x="0" y="2745254"/>
                </a:moveTo>
                <a:lnTo>
                  <a:pt x="6508145" y="2745254"/>
                </a:lnTo>
                <a:lnTo>
                  <a:pt x="6508145" y="0"/>
                </a:lnTo>
                <a:lnTo>
                  <a:pt x="0" y="0"/>
                </a:lnTo>
                <a:lnTo>
                  <a:pt x="0" y="2745254"/>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5889928" y="-343927"/>
            <a:ext cx="6508145" cy="2745254"/>
          </a:xfrm>
          <a:custGeom>
            <a:avLst/>
            <a:gdLst/>
            <a:ahLst/>
            <a:cxnLst/>
            <a:rect l="l" t="t" r="r" b="b"/>
            <a:pathLst>
              <a:path w="6508145" h="2745254">
                <a:moveTo>
                  <a:pt x="6508144" y="2745254"/>
                </a:moveTo>
                <a:lnTo>
                  <a:pt x="0" y="2745254"/>
                </a:lnTo>
                <a:lnTo>
                  <a:pt x="0" y="0"/>
                </a:lnTo>
                <a:lnTo>
                  <a:pt x="6508144" y="0"/>
                </a:lnTo>
                <a:lnTo>
                  <a:pt x="6508144" y="274525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V="1">
            <a:off x="12283880" y="-343927"/>
            <a:ext cx="6508145" cy="2745254"/>
          </a:xfrm>
          <a:custGeom>
            <a:avLst/>
            <a:gdLst/>
            <a:ahLst/>
            <a:cxnLst/>
            <a:rect l="l" t="t" r="r" b="b"/>
            <a:pathLst>
              <a:path w="6508145" h="2745254">
                <a:moveTo>
                  <a:pt x="0" y="2745254"/>
                </a:moveTo>
                <a:lnTo>
                  <a:pt x="6508145" y="2745254"/>
                </a:lnTo>
                <a:lnTo>
                  <a:pt x="6508145" y="0"/>
                </a:lnTo>
                <a:lnTo>
                  <a:pt x="0" y="0"/>
                </a:lnTo>
                <a:lnTo>
                  <a:pt x="0" y="2745254"/>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2529317" y="1847436"/>
            <a:ext cx="12703611" cy="12691989"/>
          </a:xfrm>
          <a:custGeom>
            <a:avLst/>
            <a:gdLst/>
            <a:ahLst/>
            <a:cxnLst/>
            <a:rect l="l" t="t" r="r" b="b"/>
            <a:pathLst>
              <a:path w="12703611" h="12691989">
                <a:moveTo>
                  <a:pt x="0" y="0"/>
                </a:moveTo>
                <a:lnTo>
                  <a:pt x="12703611" y="0"/>
                </a:lnTo>
                <a:lnTo>
                  <a:pt x="12703611" y="12691988"/>
                </a:lnTo>
                <a:lnTo>
                  <a:pt x="0" y="12691988"/>
                </a:lnTo>
                <a:lnTo>
                  <a:pt x="0" y="0"/>
                </a:lnTo>
                <a:close/>
              </a:path>
            </a:pathLst>
          </a:custGeom>
          <a:blipFill>
            <a:blip r:embed="rId3"/>
            <a:stretch>
              <a:fillRect/>
            </a:stretch>
          </a:blipFill>
        </p:spPr>
      </p:sp>
      <p:grpSp>
        <p:nvGrpSpPr>
          <p:cNvPr id="6" name="Group 6"/>
          <p:cNvGrpSpPr/>
          <p:nvPr/>
        </p:nvGrpSpPr>
        <p:grpSpPr>
          <a:xfrm>
            <a:off x="-321706" y="2935499"/>
            <a:ext cx="18931411" cy="9101640"/>
            <a:chOff x="0" y="0"/>
            <a:chExt cx="660400" cy="317500"/>
          </a:xfrm>
        </p:grpSpPr>
        <p:sp>
          <p:nvSpPr>
            <p:cNvPr id="7" name="Freeform 7"/>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2F4156"/>
            </a:solidFill>
          </p:spPr>
        </p:sp>
        <p:sp>
          <p:nvSpPr>
            <p:cNvPr id="8" name="TextBox 8"/>
            <p:cNvSpPr txBox="1"/>
            <p:nvPr/>
          </p:nvSpPr>
          <p:spPr>
            <a:xfrm>
              <a:off x="0" y="31750"/>
              <a:ext cx="660400" cy="285750"/>
            </a:xfrm>
            <a:prstGeom prst="rect">
              <a:avLst/>
            </a:prstGeom>
          </p:spPr>
          <p:txBody>
            <a:bodyPr lIns="50800" tIns="50800" rIns="50800" bIns="50800" rtlCol="0" anchor="ctr"/>
            <a:lstStyle/>
            <a:p>
              <a:pPr algn="ctr">
                <a:lnSpc>
                  <a:spcPts val="2935"/>
                </a:lnSpc>
              </a:pPr>
              <a:endParaRPr/>
            </a:p>
          </p:txBody>
        </p:sp>
      </p:grpSp>
      <p:sp>
        <p:nvSpPr>
          <p:cNvPr id="9" name="Freeform 9"/>
          <p:cNvSpPr/>
          <p:nvPr/>
        </p:nvSpPr>
        <p:spPr>
          <a:xfrm>
            <a:off x="14795531" y="998553"/>
            <a:ext cx="1697766" cy="1697766"/>
          </a:xfrm>
          <a:custGeom>
            <a:avLst/>
            <a:gdLst/>
            <a:ahLst/>
            <a:cxnLst/>
            <a:rect l="l" t="t" r="r" b="b"/>
            <a:pathLst>
              <a:path w="1697766" h="1697766">
                <a:moveTo>
                  <a:pt x="0" y="0"/>
                </a:moveTo>
                <a:lnTo>
                  <a:pt x="1697766" y="0"/>
                </a:lnTo>
                <a:lnTo>
                  <a:pt x="1697766" y="1697766"/>
                </a:lnTo>
                <a:lnTo>
                  <a:pt x="0" y="16977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a:off x="1923855" y="998553"/>
            <a:ext cx="1697766" cy="1697766"/>
          </a:xfrm>
          <a:custGeom>
            <a:avLst/>
            <a:gdLst/>
            <a:ahLst/>
            <a:cxnLst/>
            <a:rect l="l" t="t" r="r" b="b"/>
            <a:pathLst>
              <a:path w="1697766" h="1697766">
                <a:moveTo>
                  <a:pt x="0" y="0"/>
                </a:moveTo>
                <a:lnTo>
                  <a:pt x="1697766" y="0"/>
                </a:lnTo>
                <a:lnTo>
                  <a:pt x="1697766" y="1697766"/>
                </a:lnTo>
                <a:lnTo>
                  <a:pt x="0" y="16977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17568366" y="1627460"/>
            <a:ext cx="1203264" cy="1203264"/>
          </a:xfrm>
          <a:custGeom>
            <a:avLst/>
            <a:gdLst/>
            <a:ahLst/>
            <a:cxnLst/>
            <a:rect l="l" t="t" r="r" b="b"/>
            <a:pathLst>
              <a:path w="1203264" h="1203264">
                <a:moveTo>
                  <a:pt x="0" y="0"/>
                </a:moveTo>
                <a:lnTo>
                  <a:pt x="1203265" y="0"/>
                </a:lnTo>
                <a:lnTo>
                  <a:pt x="1203265" y="1203264"/>
                </a:lnTo>
                <a:lnTo>
                  <a:pt x="0" y="12032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601632" y="2401327"/>
            <a:ext cx="1203264" cy="1203264"/>
          </a:xfrm>
          <a:custGeom>
            <a:avLst/>
            <a:gdLst/>
            <a:ahLst/>
            <a:cxnLst/>
            <a:rect l="l" t="t" r="r" b="b"/>
            <a:pathLst>
              <a:path w="1203264" h="1203264">
                <a:moveTo>
                  <a:pt x="0" y="0"/>
                </a:moveTo>
                <a:lnTo>
                  <a:pt x="1203264" y="0"/>
                </a:lnTo>
                <a:lnTo>
                  <a:pt x="1203264" y="1203264"/>
                </a:lnTo>
                <a:lnTo>
                  <a:pt x="0" y="12032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6223123" y="6017823"/>
            <a:ext cx="5841753" cy="606567"/>
          </a:xfrm>
          <a:prstGeom prst="rect">
            <a:avLst/>
          </a:prstGeom>
        </p:spPr>
        <p:txBody>
          <a:bodyPr lIns="0" tIns="0" rIns="0" bIns="0" rtlCol="0" anchor="t">
            <a:spAutoFit/>
          </a:bodyPr>
          <a:lstStyle/>
          <a:p>
            <a:pPr algn="ctr">
              <a:lnSpc>
                <a:spcPts val="4892"/>
              </a:lnSpc>
              <a:spcBef>
                <a:spcPct val="0"/>
              </a:spcBef>
            </a:pPr>
            <a:r>
              <a:rPr lang="en-US" sz="3494" b="1">
                <a:solidFill>
                  <a:srgbClr val="F5EFEB"/>
                </a:solidFill>
                <a:latin typeface="Cloud Bold"/>
                <a:ea typeface="Cloud Bold"/>
                <a:cs typeface="Cloud Bold"/>
                <a:sym typeface="Cloud Bold"/>
              </a:rPr>
              <a:t>Hannah Morales</a:t>
            </a:r>
          </a:p>
        </p:txBody>
      </p:sp>
      <p:sp>
        <p:nvSpPr>
          <p:cNvPr id="14" name="TextBox 14"/>
          <p:cNvSpPr txBox="1"/>
          <p:nvPr/>
        </p:nvSpPr>
        <p:spPr>
          <a:xfrm>
            <a:off x="6221729" y="5487456"/>
            <a:ext cx="5844543" cy="606567"/>
          </a:xfrm>
          <a:prstGeom prst="rect">
            <a:avLst/>
          </a:prstGeom>
        </p:spPr>
        <p:txBody>
          <a:bodyPr lIns="0" tIns="0" rIns="0" bIns="0" rtlCol="0" anchor="t">
            <a:spAutoFit/>
          </a:bodyPr>
          <a:lstStyle/>
          <a:p>
            <a:pPr algn="ctr">
              <a:lnSpc>
                <a:spcPts val="4892"/>
              </a:lnSpc>
              <a:spcBef>
                <a:spcPct val="0"/>
              </a:spcBef>
            </a:pPr>
            <a:r>
              <a:rPr lang="en-US" sz="3494" b="1">
                <a:solidFill>
                  <a:srgbClr val="F5EFEB"/>
                </a:solidFill>
                <a:latin typeface="Cloud Bold"/>
                <a:ea typeface="Cloud Bold"/>
                <a:cs typeface="Cloud Bold"/>
                <a:sym typeface="Cloud Bold"/>
              </a:rPr>
              <a:t>Connor Hamilton</a:t>
            </a:r>
          </a:p>
        </p:txBody>
      </p:sp>
      <p:sp>
        <p:nvSpPr>
          <p:cNvPr id="15" name="TextBox 15"/>
          <p:cNvSpPr txBox="1"/>
          <p:nvPr/>
        </p:nvSpPr>
        <p:spPr>
          <a:xfrm>
            <a:off x="6223123" y="4957088"/>
            <a:ext cx="5841753" cy="606567"/>
          </a:xfrm>
          <a:prstGeom prst="rect">
            <a:avLst/>
          </a:prstGeom>
        </p:spPr>
        <p:txBody>
          <a:bodyPr lIns="0" tIns="0" rIns="0" bIns="0" rtlCol="0" anchor="t">
            <a:spAutoFit/>
          </a:bodyPr>
          <a:lstStyle/>
          <a:p>
            <a:pPr algn="ctr">
              <a:lnSpc>
                <a:spcPts val="4892"/>
              </a:lnSpc>
              <a:spcBef>
                <a:spcPct val="0"/>
              </a:spcBef>
            </a:pPr>
            <a:r>
              <a:rPr lang="en-US" sz="3494" b="1">
                <a:solidFill>
                  <a:srgbClr val="F5EFEB"/>
                </a:solidFill>
                <a:latin typeface="Cloud Bold"/>
                <a:ea typeface="Cloud Bold"/>
                <a:cs typeface="Cloud Bold"/>
                <a:sym typeface="Cloud Bold"/>
              </a:rPr>
              <a:t>Alexander Aronowitz</a:t>
            </a:r>
          </a:p>
        </p:txBody>
      </p:sp>
      <p:sp>
        <p:nvSpPr>
          <p:cNvPr id="16" name="TextBox 16"/>
          <p:cNvSpPr txBox="1"/>
          <p:nvPr/>
        </p:nvSpPr>
        <p:spPr>
          <a:xfrm>
            <a:off x="6154587" y="892417"/>
            <a:ext cx="5978825" cy="1327150"/>
          </a:xfrm>
          <a:prstGeom prst="rect">
            <a:avLst/>
          </a:prstGeom>
        </p:spPr>
        <p:txBody>
          <a:bodyPr lIns="0" tIns="0" rIns="0" bIns="0" rtlCol="0" anchor="t">
            <a:spAutoFit/>
          </a:bodyPr>
          <a:lstStyle/>
          <a:p>
            <a:pPr algn="ctr">
              <a:lnSpc>
                <a:spcPts val="9799"/>
              </a:lnSpc>
            </a:pPr>
            <a:r>
              <a:rPr lang="en-US" sz="6999" b="1">
                <a:solidFill>
                  <a:srgbClr val="2F4156"/>
                </a:solidFill>
                <a:latin typeface="Clarendon Narrow Bold"/>
                <a:ea typeface="Clarendon Narrow Bold"/>
                <a:cs typeface="Clarendon Narrow Bold"/>
                <a:sym typeface="Clarendon Narrow Bold"/>
              </a:rPr>
              <a:t>Our Team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flipV="1">
            <a:off x="-504025" y="-343927"/>
            <a:ext cx="6508145" cy="2745254"/>
          </a:xfrm>
          <a:custGeom>
            <a:avLst/>
            <a:gdLst/>
            <a:ahLst/>
            <a:cxnLst/>
            <a:rect l="l" t="t" r="r" b="b"/>
            <a:pathLst>
              <a:path w="6508145" h="2745254">
                <a:moveTo>
                  <a:pt x="0" y="2745254"/>
                </a:moveTo>
                <a:lnTo>
                  <a:pt x="6508145" y="2745254"/>
                </a:lnTo>
                <a:lnTo>
                  <a:pt x="6508145" y="0"/>
                </a:lnTo>
                <a:lnTo>
                  <a:pt x="0" y="0"/>
                </a:lnTo>
                <a:lnTo>
                  <a:pt x="0" y="2745254"/>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5889928" y="-343927"/>
            <a:ext cx="6508145" cy="2745254"/>
          </a:xfrm>
          <a:custGeom>
            <a:avLst/>
            <a:gdLst/>
            <a:ahLst/>
            <a:cxnLst/>
            <a:rect l="l" t="t" r="r" b="b"/>
            <a:pathLst>
              <a:path w="6508145" h="2745254">
                <a:moveTo>
                  <a:pt x="6508144" y="2745254"/>
                </a:moveTo>
                <a:lnTo>
                  <a:pt x="0" y="2745254"/>
                </a:lnTo>
                <a:lnTo>
                  <a:pt x="0" y="0"/>
                </a:lnTo>
                <a:lnTo>
                  <a:pt x="6508144" y="0"/>
                </a:lnTo>
                <a:lnTo>
                  <a:pt x="6508144" y="274525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V="1">
            <a:off x="12283880" y="-343927"/>
            <a:ext cx="6508145" cy="2745254"/>
          </a:xfrm>
          <a:custGeom>
            <a:avLst/>
            <a:gdLst/>
            <a:ahLst/>
            <a:cxnLst/>
            <a:rect l="l" t="t" r="r" b="b"/>
            <a:pathLst>
              <a:path w="6508145" h="2745254">
                <a:moveTo>
                  <a:pt x="0" y="2745254"/>
                </a:moveTo>
                <a:lnTo>
                  <a:pt x="6508145" y="2745254"/>
                </a:lnTo>
                <a:lnTo>
                  <a:pt x="6508145" y="0"/>
                </a:lnTo>
                <a:lnTo>
                  <a:pt x="0" y="0"/>
                </a:lnTo>
                <a:lnTo>
                  <a:pt x="0" y="2745254"/>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2529317" y="1847436"/>
            <a:ext cx="12703611" cy="12691989"/>
          </a:xfrm>
          <a:custGeom>
            <a:avLst/>
            <a:gdLst/>
            <a:ahLst/>
            <a:cxnLst/>
            <a:rect l="l" t="t" r="r" b="b"/>
            <a:pathLst>
              <a:path w="12703611" h="12691989">
                <a:moveTo>
                  <a:pt x="0" y="0"/>
                </a:moveTo>
                <a:lnTo>
                  <a:pt x="12703611" y="0"/>
                </a:lnTo>
                <a:lnTo>
                  <a:pt x="12703611" y="12691988"/>
                </a:lnTo>
                <a:lnTo>
                  <a:pt x="0" y="12691988"/>
                </a:lnTo>
                <a:lnTo>
                  <a:pt x="0" y="0"/>
                </a:lnTo>
                <a:close/>
              </a:path>
            </a:pathLst>
          </a:custGeom>
          <a:blipFill>
            <a:blip r:embed="rId3"/>
            <a:stretch>
              <a:fillRect/>
            </a:stretch>
          </a:blipFill>
        </p:spPr>
      </p:sp>
      <p:grpSp>
        <p:nvGrpSpPr>
          <p:cNvPr id="6" name="Group 6"/>
          <p:cNvGrpSpPr/>
          <p:nvPr/>
        </p:nvGrpSpPr>
        <p:grpSpPr>
          <a:xfrm>
            <a:off x="-321706" y="2935499"/>
            <a:ext cx="18931411" cy="9101640"/>
            <a:chOff x="0" y="0"/>
            <a:chExt cx="660400" cy="317500"/>
          </a:xfrm>
        </p:grpSpPr>
        <p:sp>
          <p:nvSpPr>
            <p:cNvPr id="7" name="Freeform 7"/>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2F4156"/>
            </a:solidFill>
          </p:spPr>
        </p:sp>
        <p:sp>
          <p:nvSpPr>
            <p:cNvPr id="8" name="TextBox 8"/>
            <p:cNvSpPr txBox="1"/>
            <p:nvPr/>
          </p:nvSpPr>
          <p:spPr>
            <a:xfrm>
              <a:off x="0" y="31750"/>
              <a:ext cx="660400" cy="285750"/>
            </a:xfrm>
            <a:prstGeom prst="rect">
              <a:avLst/>
            </a:prstGeom>
          </p:spPr>
          <p:txBody>
            <a:bodyPr lIns="50800" tIns="50800" rIns="50800" bIns="50800" rtlCol="0" anchor="ctr"/>
            <a:lstStyle/>
            <a:p>
              <a:pPr algn="ctr">
                <a:lnSpc>
                  <a:spcPts val="2935"/>
                </a:lnSpc>
              </a:pPr>
              <a:endParaRPr/>
            </a:p>
          </p:txBody>
        </p:sp>
      </p:grpSp>
      <p:sp>
        <p:nvSpPr>
          <p:cNvPr id="9" name="Freeform 9"/>
          <p:cNvSpPr/>
          <p:nvPr/>
        </p:nvSpPr>
        <p:spPr>
          <a:xfrm>
            <a:off x="14795531" y="998553"/>
            <a:ext cx="1697766" cy="1697766"/>
          </a:xfrm>
          <a:custGeom>
            <a:avLst/>
            <a:gdLst/>
            <a:ahLst/>
            <a:cxnLst/>
            <a:rect l="l" t="t" r="r" b="b"/>
            <a:pathLst>
              <a:path w="1697766" h="1697766">
                <a:moveTo>
                  <a:pt x="0" y="0"/>
                </a:moveTo>
                <a:lnTo>
                  <a:pt x="1697766" y="0"/>
                </a:lnTo>
                <a:lnTo>
                  <a:pt x="1697766" y="1697766"/>
                </a:lnTo>
                <a:lnTo>
                  <a:pt x="0" y="16977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a:off x="1923855" y="998553"/>
            <a:ext cx="1697766" cy="1697766"/>
          </a:xfrm>
          <a:custGeom>
            <a:avLst/>
            <a:gdLst/>
            <a:ahLst/>
            <a:cxnLst/>
            <a:rect l="l" t="t" r="r" b="b"/>
            <a:pathLst>
              <a:path w="1697766" h="1697766">
                <a:moveTo>
                  <a:pt x="0" y="0"/>
                </a:moveTo>
                <a:lnTo>
                  <a:pt x="1697766" y="0"/>
                </a:lnTo>
                <a:lnTo>
                  <a:pt x="1697766" y="1697766"/>
                </a:lnTo>
                <a:lnTo>
                  <a:pt x="0" y="16977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17568366" y="1627460"/>
            <a:ext cx="1203264" cy="1203264"/>
          </a:xfrm>
          <a:custGeom>
            <a:avLst/>
            <a:gdLst/>
            <a:ahLst/>
            <a:cxnLst/>
            <a:rect l="l" t="t" r="r" b="b"/>
            <a:pathLst>
              <a:path w="1203264" h="1203264">
                <a:moveTo>
                  <a:pt x="0" y="0"/>
                </a:moveTo>
                <a:lnTo>
                  <a:pt x="1203265" y="0"/>
                </a:lnTo>
                <a:lnTo>
                  <a:pt x="1203265" y="1203264"/>
                </a:lnTo>
                <a:lnTo>
                  <a:pt x="0" y="12032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601632" y="2401327"/>
            <a:ext cx="1203264" cy="1203264"/>
          </a:xfrm>
          <a:custGeom>
            <a:avLst/>
            <a:gdLst/>
            <a:ahLst/>
            <a:cxnLst/>
            <a:rect l="l" t="t" r="r" b="b"/>
            <a:pathLst>
              <a:path w="1203264" h="1203264">
                <a:moveTo>
                  <a:pt x="0" y="0"/>
                </a:moveTo>
                <a:lnTo>
                  <a:pt x="1203264" y="0"/>
                </a:lnTo>
                <a:lnTo>
                  <a:pt x="1203264" y="1203264"/>
                </a:lnTo>
                <a:lnTo>
                  <a:pt x="0" y="12032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3770807" y="4823053"/>
            <a:ext cx="10746385" cy="3957955"/>
          </a:xfrm>
          <a:prstGeom prst="rect">
            <a:avLst/>
          </a:prstGeom>
        </p:spPr>
        <p:txBody>
          <a:bodyPr lIns="0" tIns="0" rIns="0" bIns="0" rtlCol="0" anchor="t">
            <a:spAutoFit/>
          </a:bodyPr>
          <a:lstStyle/>
          <a:p>
            <a:pPr algn="just">
              <a:lnSpc>
                <a:spcPts val="3919"/>
              </a:lnSpc>
              <a:spcBef>
                <a:spcPct val="0"/>
              </a:spcBef>
            </a:pPr>
            <a:r>
              <a:rPr lang="en-US" sz="2799">
                <a:solidFill>
                  <a:srgbClr val="F5EFEB"/>
                </a:solidFill>
                <a:latin typeface="Cloud"/>
                <a:ea typeface="Cloud"/>
                <a:cs typeface="Cloud"/>
                <a:sym typeface="Cloud"/>
              </a:rPr>
              <a:t>Lorem ipsum dolor sit amet, consectetur adipiscing elit. Ut tincidunt sapien sit amet tellus facilisis malesuada. Sed augue sapien, pellentesque ac sodales vitae, tempus luctus augue. Cras nec lacus dui. Proin ultricies vestibulum urna elementum facilisis. Maecenas maximus metus eu eros porttitor dictum non ac nisi. Cras quis massa non erat vestibulum pellentesque id sit amet justo. In volutpat orci vitae sem tristique, eu tempus leo gravida. Mauris at neque neque.</a:t>
            </a:r>
          </a:p>
        </p:txBody>
      </p:sp>
      <p:sp>
        <p:nvSpPr>
          <p:cNvPr id="14" name="TextBox 14"/>
          <p:cNvSpPr txBox="1"/>
          <p:nvPr/>
        </p:nvSpPr>
        <p:spPr>
          <a:xfrm>
            <a:off x="5984174" y="873367"/>
            <a:ext cx="6319652" cy="1327150"/>
          </a:xfrm>
          <a:prstGeom prst="rect">
            <a:avLst/>
          </a:prstGeom>
        </p:spPr>
        <p:txBody>
          <a:bodyPr lIns="0" tIns="0" rIns="0" bIns="0" rtlCol="0" anchor="t">
            <a:spAutoFit/>
          </a:bodyPr>
          <a:lstStyle/>
          <a:p>
            <a:pPr algn="ctr">
              <a:lnSpc>
                <a:spcPts val="9799"/>
              </a:lnSpc>
            </a:pPr>
            <a:r>
              <a:rPr lang="en-US" sz="6999" b="1">
                <a:solidFill>
                  <a:srgbClr val="2F4156"/>
                </a:solidFill>
                <a:latin typeface="Clarendon Narrow Bold"/>
                <a:ea typeface="Clarendon Narrow Bold"/>
                <a:cs typeface="Clarendon Narrow Bold"/>
                <a:sym typeface="Clarendon Narrow Bold"/>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a:off x="-1299808" y="-422828"/>
            <a:ext cx="6902127" cy="4998345"/>
          </a:xfrm>
          <a:custGeom>
            <a:avLst/>
            <a:gdLst/>
            <a:ahLst/>
            <a:cxnLst/>
            <a:rect l="l" t="t" r="r" b="b"/>
            <a:pathLst>
              <a:path w="6902127" h="4998345">
                <a:moveTo>
                  <a:pt x="0" y="0"/>
                </a:moveTo>
                <a:lnTo>
                  <a:pt x="6902126" y="0"/>
                </a:lnTo>
                <a:lnTo>
                  <a:pt x="6902126" y="4998345"/>
                </a:lnTo>
                <a:lnTo>
                  <a:pt x="0" y="499834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1191268">
            <a:off x="1028102" y="3836999"/>
            <a:ext cx="2777650" cy="482617"/>
          </a:xfrm>
          <a:custGeom>
            <a:avLst/>
            <a:gdLst/>
            <a:ahLst/>
            <a:cxnLst/>
            <a:rect l="l" t="t" r="r" b="b"/>
            <a:pathLst>
              <a:path w="2777650" h="482617">
                <a:moveTo>
                  <a:pt x="0" y="0"/>
                </a:moveTo>
                <a:lnTo>
                  <a:pt x="2777650" y="0"/>
                </a:lnTo>
                <a:lnTo>
                  <a:pt x="2777650" y="482616"/>
                </a:lnTo>
                <a:lnTo>
                  <a:pt x="0" y="482616"/>
                </a:lnTo>
                <a:lnTo>
                  <a:pt x="0" y="0"/>
                </a:lnTo>
                <a:close/>
              </a:path>
            </a:pathLst>
          </a:custGeom>
          <a:blipFill>
            <a:blip r:embed="rId3"/>
            <a:stretch>
              <a:fillRect/>
            </a:stretch>
          </a:blipFill>
        </p:spPr>
      </p:sp>
      <p:sp>
        <p:nvSpPr>
          <p:cNvPr id="4" name="Freeform 4"/>
          <p:cNvSpPr/>
          <p:nvPr/>
        </p:nvSpPr>
        <p:spPr>
          <a:xfrm rot="1194000">
            <a:off x="3309337" y="3837971"/>
            <a:ext cx="2777650" cy="482617"/>
          </a:xfrm>
          <a:custGeom>
            <a:avLst/>
            <a:gdLst/>
            <a:ahLst/>
            <a:cxnLst/>
            <a:rect l="l" t="t" r="r" b="b"/>
            <a:pathLst>
              <a:path w="2777650" h="482617">
                <a:moveTo>
                  <a:pt x="0" y="0"/>
                </a:moveTo>
                <a:lnTo>
                  <a:pt x="2777650" y="0"/>
                </a:lnTo>
                <a:lnTo>
                  <a:pt x="2777650" y="482617"/>
                </a:lnTo>
                <a:lnTo>
                  <a:pt x="0" y="482617"/>
                </a:lnTo>
                <a:lnTo>
                  <a:pt x="0" y="0"/>
                </a:lnTo>
                <a:close/>
              </a:path>
            </a:pathLst>
          </a:custGeom>
          <a:blipFill>
            <a:blip r:embed="rId3"/>
            <a:stretch>
              <a:fillRect/>
            </a:stretch>
          </a:blipFill>
        </p:spPr>
      </p:sp>
      <p:grpSp>
        <p:nvGrpSpPr>
          <p:cNvPr id="5" name="Group 5"/>
          <p:cNvGrpSpPr/>
          <p:nvPr/>
        </p:nvGrpSpPr>
        <p:grpSpPr>
          <a:xfrm rot="-10800000">
            <a:off x="963245" y="3600450"/>
            <a:ext cx="5223867" cy="7482167"/>
            <a:chOff x="0" y="0"/>
            <a:chExt cx="635000" cy="909513"/>
          </a:xfrm>
        </p:grpSpPr>
        <p:sp>
          <p:nvSpPr>
            <p:cNvPr id="6" name="Freeform 6"/>
            <p:cNvSpPr/>
            <p:nvPr/>
          </p:nvSpPr>
          <p:spPr>
            <a:xfrm>
              <a:off x="0" y="0"/>
              <a:ext cx="635000" cy="909513"/>
            </a:xfrm>
            <a:custGeom>
              <a:avLst/>
              <a:gdLst/>
              <a:ahLst/>
              <a:cxnLst/>
              <a:rect l="l" t="t" r="r" b="b"/>
              <a:pathLst>
                <a:path w="635000" h="909513">
                  <a:moveTo>
                    <a:pt x="635000" y="0"/>
                  </a:moveTo>
                  <a:lnTo>
                    <a:pt x="635000" y="795213"/>
                  </a:lnTo>
                  <a:lnTo>
                    <a:pt x="317500" y="909513"/>
                  </a:lnTo>
                  <a:lnTo>
                    <a:pt x="0" y="795213"/>
                  </a:lnTo>
                  <a:lnTo>
                    <a:pt x="0" y="0"/>
                  </a:lnTo>
                  <a:lnTo>
                    <a:pt x="635000" y="0"/>
                  </a:lnTo>
                  <a:close/>
                </a:path>
              </a:pathLst>
            </a:custGeom>
            <a:solidFill>
              <a:srgbClr val="2F4156"/>
            </a:solidFill>
          </p:spPr>
        </p:sp>
        <p:sp>
          <p:nvSpPr>
            <p:cNvPr id="7" name="TextBox 7"/>
            <p:cNvSpPr txBox="1"/>
            <p:nvPr/>
          </p:nvSpPr>
          <p:spPr>
            <a:xfrm>
              <a:off x="0" y="-47625"/>
              <a:ext cx="635000" cy="842838"/>
            </a:xfrm>
            <a:prstGeom prst="rect">
              <a:avLst/>
            </a:prstGeom>
          </p:spPr>
          <p:txBody>
            <a:bodyPr lIns="50800" tIns="50800" rIns="50800" bIns="50800" rtlCol="0" anchor="ctr"/>
            <a:lstStyle/>
            <a:p>
              <a:pPr algn="ctr">
                <a:lnSpc>
                  <a:spcPts val="2935"/>
                </a:lnSpc>
              </a:pPr>
              <a:endParaRPr/>
            </a:p>
          </p:txBody>
        </p:sp>
      </p:grpSp>
      <p:sp>
        <p:nvSpPr>
          <p:cNvPr id="8" name="Freeform 8"/>
          <p:cNvSpPr/>
          <p:nvPr/>
        </p:nvSpPr>
        <p:spPr>
          <a:xfrm rot="-1191268">
            <a:off x="6616812" y="3836999"/>
            <a:ext cx="2777650" cy="482617"/>
          </a:xfrm>
          <a:custGeom>
            <a:avLst/>
            <a:gdLst/>
            <a:ahLst/>
            <a:cxnLst/>
            <a:rect l="l" t="t" r="r" b="b"/>
            <a:pathLst>
              <a:path w="2777650" h="482617">
                <a:moveTo>
                  <a:pt x="0" y="0"/>
                </a:moveTo>
                <a:lnTo>
                  <a:pt x="2777650" y="0"/>
                </a:lnTo>
                <a:lnTo>
                  <a:pt x="2777650" y="482616"/>
                </a:lnTo>
                <a:lnTo>
                  <a:pt x="0" y="482616"/>
                </a:lnTo>
                <a:lnTo>
                  <a:pt x="0" y="0"/>
                </a:lnTo>
                <a:close/>
              </a:path>
            </a:pathLst>
          </a:custGeom>
          <a:blipFill>
            <a:blip r:embed="rId3"/>
            <a:stretch>
              <a:fillRect/>
            </a:stretch>
          </a:blipFill>
        </p:spPr>
      </p:sp>
      <p:sp>
        <p:nvSpPr>
          <p:cNvPr id="9" name="Freeform 9"/>
          <p:cNvSpPr/>
          <p:nvPr/>
        </p:nvSpPr>
        <p:spPr>
          <a:xfrm rot="1194000">
            <a:off x="8898047" y="3837971"/>
            <a:ext cx="2777650" cy="482617"/>
          </a:xfrm>
          <a:custGeom>
            <a:avLst/>
            <a:gdLst/>
            <a:ahLst/>
            <a:cxnLst/>
            <a:rect l="l" t="t" r="r" b="b"/>
            <a:pathLst>
              <a:path w="2777650" h="482617">
                <a:moveTo>
                  <a:pt x="0" y="0"/>
                </a:moveTo>
                <a:lnTo>
                  <a:pt x="2777650" y="0"/>
                </a:lnTo>
                <a:lnTo>
                  <a:pt x="2777650" y="482617"/>
                </a:lnTo>
                <a:lnTo>
                  <a:pt x="0" y="482617"/>
                </a:lnTo>
                <a:lnTo>
                  <a:pt x="0" y="0"/>
                </a:lnTo>
                <a:close/>
              </a:path>
            </a:pathLst>
          </a:custGeom>
          <a:blipFill>
            <a:blip r:embed="rId3"/>
            <a:stretch>
              <a:fillRect/>
            </a:stretch>
          </a:blipFill>
        </p:spPr>
      </p:sp>
      <p:grpSp>
        <p:nvGrpSpPr>
          <p:cNvPr id="10" name="Group 10"/>
          <p:cNvGrpSpPr/>
          <p:nvPr/>
        </p:nvGrpSpPr>
        <p:grpSpPr>
          <a:xfrm rot="-10800000">
            <a:off x="6551955" y="3600450"/>
            <a:ext cx="5223867" cy="7482167"/>
            <a:chOff x="0" y="0"/>
            <a:chExt cx="635000" cy="909513"/>
          </a:xfrm>
        </p:grpSpPr>
        <p:sp>
          <p:nvSpPr>
            <p:cNvPr id="11" name="Freeform 11"/>
            <p:cNvSpPr/>
            <p:nvPr/>
          </p:nvSpPr>
          <p:spPr>
            <a:xfrm>
              <a:off x="0" y="0"/>
              <a:ext cx="635000" cy="909513"/>
            </a:xfrm>
            <a:custGeom>
              <a:avLst/>
              <a:gdLst/>
              <a:ahLst/>
              <a:cxnLst/>
              <a:rect l="l" t="t" r="r" b="b"/>
              <a:pathLst>
                <a:path w="635000" h="909513">
                  <a:moveTo>
                    <a:pt x="635000" y="0"/>
                  </a:moveTo>
                  <a:lnTo>
                    <a:pt x="635000" y="795213"/>
                  </a:lnTo>
                  <a:lnTo>
                    <a:pt x="317500" y="909513"/>
                  </a:lnTo>
                  <a:lnTo>
                    <a:pt x="0" y="795213"/>
                  </a:lnTo>
                  <a:lnTo>
                    <a:pt x="0" y="0"/>
                  </a:lnTo>
                  <a:lnTo>
                    <a:pt x="635000" y="0"/>
                  </a:lnTo>
                  <a:close/>
                </a:path>
              </a:pathLst>
            </a:custGeom>
            <a:solidFill>
              <a:srgbClr val="2F4156"/>
            </a:solidFill>
          </p:spPr>
        </p:sp>
        <p:sp>
          <p:nvSpPr>
            <p:cNvPr id="12" name="TextBox 12"/>
            <p:cNvSpPr txBox="1"/>
            <p:nvPr/>
          </p:nvSpPr>
          <p:spPr>
            <a:xfrm>
              <a:off x="0" y="-47625"/>
              <a:ext cx="635000" cy="842838"/>
            </a:xfrm>
            <a:prstGeom prst="rect">
              <a:avLst/>
            </a:prstGeom>
          </p:spPr>
          <p:txBody>
            <a:bodyPr lIns="50800" tIns="50800" rIns="50800" bIns="50800" rtlCol="0" anchor="ctr"/>
            <a:lstStyle/>
            <a:p>
              <a:pPr algn="ctr">
                <a:lnSpc>
                  <a:spcPts val="2935"/>
                </a:lnSpc>
              </a:pPr>
              <a:endParaRPr/>
            </a:p>
          </p:txBody>
        </p:sp>
      </p:grpSp>
      <p:sp>
        <p:nvSpPr>
          <p:cNvPr id="13" name="Freeform 13"/>
          <p:cNvSpPr/>
          <p:nvPr/>
        </p:nvSpPr>
        <p:spPr>
          <a:xfrm flipV="1">
            <a:off x="14230472" y="6529567"/>
            <a:ext cx="4402996" cy="4114800"/>
          </a:xfrm>
          <a:custGeom>
            <a:avLst/>
            <a:gdLst/>
            <a:ahLst/>
            <a:cxnLst/>
            <a:rect l="l" t="t" r="r" b="b"/>
            <a:pathLst>
              <a:path w="4402996" h="4114800">
                <a:moveTo>
                  <a:pt x="0" y="4114800"/>
                </a:moveTo>
                <a:lnTo>
                  <a:pt x="4402996" y="4114800"/>
                </a:lnTo>
                <a:lnTo>
                  <a:pt x="4402996" y="0"/>
                </a:lnTo>
                <a:lnTo>
                  <a:pt x="0" y="0"/>
                </a:lnTo>
                <a:lnTo>
                  <a:pt x="0"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rot="-1191268">
            <a:off x="12205521" y="3836999"/>
            <a:ext cx="2777650" cy="482617"/>
          </a:xfrm>
          <a:custGeom>
            <a:avLst/>
            <a:gdLst/>
            <a:ahLst/>
            <a:cxnLst/>
            <a:rect l="l" t="t" r="r" b="b"/>
            <a:pathLst>
              <a:path w="2777650" h="482617">
                <a:moveTo>
                  <a:pt x="0" y="0"/>
                </a:moveTo>
                <a:lnTo>
                  <a:pt x="2777650" y="0"/>
                </a:lnTo>
                <a:lnTo>
                  <a:pt x="2777650" y="482616"/>
                </a:lnTo>
                <a:lnTo>
                  <a:pt x="0" y="482616"/>
                </a:lnTo>
                <a:lnTo>
                  <a:pt x="0" y="0"/>
                </a:lnTo>
                <a:close/>
              </a:path>
            </a:pathLst>
          </a:custGeom>
          <a:blipFill>
            <a:blip r:embed="rId3"/>
            <a:stretch>
              <a:fillRect/>
            </a:stretch>
          </a:blipFill>
        </p:spPr>
      </p:sp>
      <p:sp>
        <p:nvSpPr>
          <p:cNvPr id="15" name="Freeform 15"/>
          <p:cNvSpPr/>
          <p:nvPr/>
        </p:nvSpPr>
        <p:spPr>
          <a:xfrm rot="1194000">
            <a:off x="14486756" y="3837971"/>
            <a:ext cx="2777650" cy="482617"/>
          </a:xfrm>
          <a:custGeom>
            <a:avLst/>
            <a:gdLst/>
            <a:ahLst/>
            <a:cxnLst/>
            <a:rect l="l" t="t" r="r" b="b"/>
            <a:pathLst>
              <a:path w="2777650" h="482617">
                <a:moveTo>
                  <a:pt x="0" y="0"/>
                </a:moveTo>
                <a:lnTo>
                  <a:pt x="2777650" y="0"/>
                </a:lnTo>
                <a:lnTo>
                  <a:pt x="2777650" y="482617"/>
                </a:lnTo>
                <a:lnTo>
                  <a:pt x="0" y="482617"/>
                </a:lnTo>
                <a:lnTo>
                  <a:pt x="0" y="0"/>
                </a:lnTo>
                <a:close/>
              </a:path>
            </a:pathLst>
          </a:custGeom>
          <a:blipFill>
            <a:blip r:embed="rId3"/>
            <a:stretch>
              <a:fillRect/>
            </a:stretch>
          </a:blipFill>
        </p:spPr>
      </p:sp>
      <p:grpSp>
        <p:nvGrpSpPr>
          <p:cNvPr id="16" name="Group 16"/>
          <p:cNvGrpSpPr/>
          <p:nvPr/>
        </p:nvGrpSpPr>
        <p:grpSpPr>
          <a:xfrm rot="-10800000">
            <a:off x="12140665" y="3600450"/>
            <a:ext cx="5223867" cy="7482167"/>
            <a:chOff x="0" y="0"/>
            <a:chExt cx="635000" cy="909513"/>
          </a:xfrm>
        </p:grpSpPr>
        <p:sp>
          <p:nvSpPr>
            <p:cNvPr id="17" name="Freeform 17"/>
            <p:cNvSpPr/>
            <p:nvPr/>
          </p:nvSpPr>
          <p:spPr>
            <a:xfrm>
              <a:off x="0" y="0"/>
              <a:ext cx="635000" cy="909513"/>
            </a:xfrm>
            <a:custGeom>
              <a:avLst/>
              <a:gdLst/>
              <a:ahLst/>
              <a:cxnLst/>
              <a:rect l="l" t="t" r="r" b="b"/>
              <a:pathLst>
                <a:path w="635000" h="909513">
                  <a:moveTo>
                    <a:pt x="635000" y="0"/>
                  </a:moveTo>
                  <a:lnTo>
                    <a:pt x="635000" y="795213"/>
                  </a:lnTo>
                  <a:lnTo>
                    <a:pt x="317500" y="909513"/>
                  </a:lnTo>
                  <a:lnTo>
                    <a:pt x="0" y="795213"/>
                  </a:lnTo>
                  <a:lnTo>
                    <a:pt x="0" y="0"/>
                  </a:lnTo>
                  <a:lnTo>
                    <a:pt x="635000" y="0"/>
                  </a:lnTo>
                  <a:close/>
                </a:path>
              </a:pathLst>
            </a:custGeom>
            <a:solidFill>
              <a:srgbClr val="2F4156"/>
            </a:solidFill>
          </p:spPr>
        </p:sp>
        <p:sp>
          <p:nvSpPr>
            <p:cNvPr id="18" name="TextBox 18"/>
            <p:cNvSpPr txBox="1"/>
            <p:nvPr/>
          </p:nvSpPr>
          <p:spPr>
            <a:xfrm>
              <a:off x="0" y="-47625"/>
              <a:ext cx="635000" cy="842838"/>
            </a:xfrm>
            <a:prstGeom prst="rect">
              <a:avLst/>
            </a:prstGeom>
          </p:spPr>
          <p:txBody>
            <a:bodyPr lIns="50800" tIns="50800" rIns="50800" bIns="50800" rtlCol="0" anchor="ctr"/>
            <a:lstStyle/>
            <a:p>
              <a:pPr algn="ctr">
                <a:lnSpc>
                  <a:spcPts val="2935"/>
                </a:lnSpc>
              </a:pPr>
              <a:endParaRPr/>
            </a:p>
          </p:txBody>
        </p:sp>
      </p:grpSp>
      <p:sp>
        <p:nvSpPr>
          <p:cNvPr id="19" name="TextBox 19"/>
          <p:cNvSpPr txBox="1"/>
          <p:nvPr/>
        </p:nvSpPr>
        <p:spPr>
          <a:xfrm>
            <a:off x="12537654" y="4775542"/>
            <a:ext cx="4429888" cy="3957955"/>
          </a:xfrm>
          <a:prstGeom prst="rect">
            <a:avLst/>
          </a:prstGeom>
        </p:spPr>
        <p:txBody>
          <a:bodyPr lIns="0" tIns="0" rIns="0" bIns="0" rtlCol="0" anchor="t">
            <a:spAutoFit/>
          </a:bodyPr>
          <a:lstStyle/>
          <a:p>
            <a:pPr algn="just">
              <a:lnSpc>
                <a:spcPts val="3919"/>
              </a:lnSpc>
              <a:spcBef>
                <a:spcPct val="0"/>
              </a:spcBef>
            </a:pPr>
            <a:r>
              <a:rPr lang="en-US" sz="2799">
                <a:solidFill>
                  <a:srgbClr val="F5EFEB"/>
                </a:solidFill>
                <a:latin typeface="Cloud"/>
                <a:ea typeface="Cloud"/>
                <a:cs typeface="Cloud"/>
                <a:sym typeface="Cloud"/>
              </a:rPr>
              <a:t>Lorem ipsum dolor sit amet, consectetur adipiscing elit. Ut tincidunt sapien sit amet tellus facilisis malesuada. Sed augue sapien, pellentesque ac sodales vitae, tempus luctus augue.</a:t>
            </a:r>
          </a:p>
        </p:txBody>
      </p:sp>
      <p:sp>
        <p:nvSpPr>
          <p:cNvPr id="20" name="TextBox 20"/>
          <p:cNvSpPr txBox="1"/>
          <p:nvPr/>
        </p:nvSpPr>
        <p:spPr>
          <a:xfrm>
            <a:off x="12721848" y="2427403"/>
            <a:ext cx="4067920" cy="800100"/>
          </a:xfrm>
          <a:prstGeom prst="rect">
            <a:avLst/>
          </a:prstGeom>
        </p:spPr>
        <p:txBody>
          <a:bodyPr lIns="0" tIns="0" rIns="0" bIns="0" rtlCol="0" anchor="t">
            <a:spAutoFit/>
          </a:bodyPr>
          <a:lstStyle/>
          <a:p>
            <a:pPr algn="ctr">
              <a:lnSpc>
                <a:spcPts val="3000"/>
              </a:lnSpc>
            </a:pPr>
            <a:r>
              <a:rPr lang="en-US" sz="3000" b="1">
                <a:solidFill>
                  <a:srgbClr val="2F4156"/>
                </a:solidFill>
                <a:latin typeface="Cloud Bold"/>
                <a:ea typeface="Cloud Bold"/>
                <a:cs typeface="Cloud Bold"/>
                <a:sym typeface="Cloud Bold"/>
              </a:rPr>
              <a:t>Implementation Process</a:t>
            </a:r>
          </a:p>
        </p:txBody>
      </p:sp>
      <p:sp>
        <p:nvSpPr>
          <p:cNvPr id="21" name="TextBox 21"/>
          <p:cNvSpPr txBox="1"/>
          <p:nvPr/>
        </p:nvSpPr>
        <p:spPr>
          <a:xfrm>
            <a:off x="6948944" y="4775542"/>
            <a:ext cx="4429888" cy="3957955"/>
          </a:xfrm>
          <a:prstGeom prst="rect">
            <a:avLst/>
          </a:prstGeom>
        </p:spPr>
        <p:txBody>
          <a:bodyPr lIns="0" tIns="0" rIns="0" bIns="0" rtlCol="0" anchor="t">
            <a:spAutoFit/>
          </a:bodyPr>
          <a:lstStyle/>
          <a:p>
            <a:pPr algn="just">
              <a:lnSpc>
                <a:spcPts val="3919"/>
              </a:lnSpc>
              <a:spcBef>
                <a:spcPct val="0"/>
              </a:spcBef>
            </a:pPr>
            <a:r>
              <a:rPr lang="en-US" sz="2799">
                <a:solidFill>
                  <a:srgbClr val="F5EFEB"/>
                </a:solidFill>
                <a:latin typeface="Cloud"/>
                <a:ea typeface="Cloud"/>
                <a:cs typeface="Cloud"/>
                <a:sym typeface="Cloud"/>
              </a:rPr>
              <a:t>Lorem ipsum dolor sit amet, consectetur adipiscing elit. Ut tincidunt sapien sit amet tellus facilisis malesuada. Sed augue sapien, pellentesque ac sodales vitae, tempus luctus augue.</a:t>
            </a:r>
          </a:p>
        </p:txBody>
      </p:sp>
      <p:sp>
        <p:nvSpPr>
          <p:cNvPr id="22" name="TextBox 22"/>
          <p:cNvSpPr txBox="1"/>
          <p:nvPr/>
        </p:nvSpPr>
        <p:spPr>
          <a:xfrm>
            <a:off x="7113250" y="2694103"/>
            <a:ext cx="4067920" cy="419100"/>
          </a:xfrm>
          <a:prstGeom prst="rect">
            <a:avLst/>
          </a:prstGeom>
        </p:spPr>
        <p:txBody>
          <a:bodyPr lIns="0" tIns="0" rIns="0" bIns="0" rtlCol="0" anchor="t">
            <a:spAutoFit/>
          </a:bodyPr>
          <a:lstStyle/>
          <a:p>
            <a:pPr algn="ctr">
              <a:lnSpc>
                <a:spcPts val="3000"/>
              </a:lnSpc>
            </a:pPr>
            <a:r>
              <a:rPr lang="en-US" sz="3000" b="1">
                <a:solidFill>
                  <a:srgbClr val="2F4156"/>
                </a:solidFill>
                <a:latin typeface="Cloud Bold"/>
                <a:ea typeface="Cloud Bold"/>
                <a:cs typeface="Cloud Bold"/>
                <a:sym typeface="Cloud Bold"/>
              </a:rPr>
              <a:t>Tools and Materials</a:t>
            </a:r>
          </a:p>
        </p:txBody>
      </p:sp>
      <p:sp>
        <p:nvSpPr>
          <p:cNvPr id="23" name="TextBox 23"/>
          <p:cNvSpPr txBox="1"/>
          <p:nvPr/>
        </p:nvSpPr>
        <p:spPr>
          <a:xfrm>
            <a:off x="1360235" y="4775542"/>
            <a:ext cx="4429888" cy="500137"/>
          </a:xfrm>
          <a:prstGeom prst="rect">
            <a:avLst/>
          </a:prstGeom>
        </p:spPr>
        <p:txBody>
          <a:bodyPr lIns="0" tIns="0" rIns="0" bIns="0" rtlCol="0" anchor="t">
            <a:spAutoFit/>
          </a:bodyPr>
          <a:lstStyle/>
          <a:p>
            <a:pPr algn="just">
              <a:lnSpc>
                <a:spcPts val="3919"/>
              </a:lnSpc>
              <a:spcBef>
                <a:spcPct val="0"/>
              </a:spcBef>
            </a:pPr>
            <a:r>
              <a:rPr lang="en-US" sz="2799">
                <a:solidFill>
                  <a:srgbClr val="F5EFEB"/>
                </a:solidFill>
                <a:latin typeface="Cloud"/>
                <a:ea typeface="Cloud"/>
                <a:cs typeface="Cloud"/>
                <a:sym typeface="Cloud"/>
              </a:rPr>
              <a:t>@powerpointrus</a:t>
            </a:r>
            <a:endParaRPr lang="en-US" sz="2799" dirty="0">
              <a:solidFill>
                <a:srgbClr val="F5EFEB"/>
              </a:solidFill>
              <a:latin typeface="Cloud"/>
              <a:ea typeface="Cloud"/>
              <a:cs typeface="Cloud"/>
              <a:sym typeface="Cloud"/>
            </a:endParaRPr>
          </a:p>
        </p:txBody>
      </p:sp>
      <p:sp>
        <p:nvSpPr>
          <p:cNvPr id="24" name="TextBox 24"/>
          <p:cNvSpPr txBox="1"/>
          <p:nvPr/>
        </p:nvSpPr>
        <p:spPr>
          <a:xfrm>
            <a:off x="1541219" y="2694103"/>
            <a:ext cx="4067920" cy="419100"/>
          </a:xfrm>
          <a:prstGeom prst="rect">
            <a:avLst/>
          </a:prstGeom>
        </p:spPr>
        <p:txBody>
          <a:bodyPr lIns="0" tIns="0" rIns="0" bIns="0" rtlCol="0" anchor="t">
            <a:spAutoFit/>
          </a:bodyPr>
          <a:lstStyle/>
          <a:p>
            <a:pPr algn="ctr">
              <a:lnSpc>
                <a:spcPts val="3000"/>
              </a:lnSpc>
            </a:pPr>
            <a:r>
              <a:rPr lang="en-US" sz="3000" b="1">
                <a:solidFill>
                  <a:srgbClr val="2F4156"/>
                </a:solidFill>
                <a:latin typeface="Cloud Bold"/>
                <a:ea typeface="Cloud Bold"/>
                <a:cs typeface="Cloud Bold"/>
                <a:sym typeface="Cloud Bold"/>
              </a:rPr>
              <a:t>Research Approach</a:t>
            </a:r>
          </a:p>
        </p:txBody>
      </p:sp>
      <p:sp>
        <p:nvSpPr>
          <p:cNvPr id="25" name="TextBox 25"/>
          <p:cNvSpPr txBox="1"/>
          <p:nvPr/>
        </p:nvSpPr>
        <p:spPr>
          <a:xfrm>
            <a:off x="5697568" y="1073067"/>
            <a:ext cx="6932640" cy="1316236"/>
          </a:xfrm>
          <a:prstGeom prst="rect">
            <a:avLst/>
          </a:prstGeom>
        </p:spPr>
        <p:txBody>
          <a:bodyPr lIns="0" tIns="0" rIns="0" bIns="0" rtlCol="0" anchor="t">
            <a:spAutoFit/>
          </a:bodyPr>
          <a:lstStyle/>
          <a:p>
            <a:pPr algn="ctr">
              <a:lnSpc>
                <a:spcPts val="9601"/>
              </a:lnSpc>
            </a:pPr>
            <a:r>
              <a:rPr lang="en-US" sz="6858" b="1">
                <a:solidFill>
                  <a:srgbClr val="2F4156"/>
                </a:solidFill>
                <a:latin typeface="Clarendon Narrow Bold"/>
                <a:ea typeface="Clarendon Narrow Bold"/>
                <a:cs typeface="Clarendon Narrow Bold"/>
                <a:sym typeface="Clarendon Narrow Bold"/>
              </a:rPr>
              <a:t>Methodology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a:off x="-1299808" y="-422828"/>
            <a:ext cx="6902127" cy="4998345"/>
          </a:xfrm>
          <a:custGeom>
            <a:avLst/>
            <a:gdLst/>
            <a:ahLst/>
            <a:cxnLst/>
            <a:rect l="l" t="t" r="r" b="b"/>
            <a:pathLst>
              <a:path w="6902127" h="4998345">
                <a:moveTo>
                  <a:pt x="0" y="0"/>
                </a:moveTo>
                <a:lnTo>
                  <a:pt x="6902126" y="0"/>
                </a:lnTo>
                <a:lnTo>
                  <a:pt x="6902126" y="4998345"/>
                </a:lnTo>
                <a:lnTo>
                  <a:pt x="0" y="499834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V="1">
            <a:off x="14716316" y="6983610"/>
            <a:ext cx="3917152" cy="3660757"/>
          </a:xfrm>
          <a:custGeom>
            <a:avLst/>
            <a:gdLst/>
            <a:ahLst/>
            <a:cxnLst/>
            <a:rect l="l" t="t" r="r" b="b"/>
            <a:pathLst>
              <a:path w="3917152" h="3660757">
                <a:moveTo>
                  <a:pt x="0" y="3660757"/>
                </a:moveTo>
                <a:lnTo>
                  <a:pt x="3917152" y="3660757"/>
                </a:lnTo>
                <a:lnTo>
                  <a:pt x="3917152" y="0"/>
                </a:lnTo>
                <a:lnTo>
                  <a:pt x="0" y="0"/>
                </a:lnTo>
                <a:lnTo>
                  <a:pt x="0" y="3660757"/>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191268">
            <a:off x="3802568" y="3836999"/>
            <a:ext cx="2777650" cy="482617"/>
          </a:xfrm>
          <a:custGeom>
            <a:avLst/>
            <a:gdLst/>
            <a:ahLst/>
            <a:cxnLst/>
            <a:rect l="l" t="t" r="r" b="b"/>
            <a:pathLst>
              <a:path w="2777650" h="482617">
                <a:moveTo>
                  <a:pt x="0" y="0"/>
                </a:moveTo>
                <a:lnTo>
                  <a:pt x="2777650" y="0"/>
                </a:lnTo>
                <a:lnTo>
                  <a:pt x="2777650" y="482616"/>
                </a:lnTo>
                <a:lnTo>
                  <a:pt x="0" y="482616"/>
                </a:lnTo>
                <a:lnTo>
                  <a:pt x="0" y="0"/>
                </a:lnTo>
                <a:close/>
              </a:path>
            </a:pathLst>
          </a:custGeom>
          <a:blipFill>
            <a:blip r:embed="rId4"/>
            <a:stretch>
              <a:fillRect/>
            </a:stretch>
          </a:blipFill>
        </p:spPr>
      </p:sp>
      <p:sp>
        <p:nvSpPr>
          <p:cNvPr id="5" name="Freeform 5"/>
          <p:cNvSpPr/>
          <p:nvPr/>
        </p:nvSpPr>
        <p:spPr>
          <a:xfrm rot="1194000">
            <a:off x="6083803" y="3837971"/>
            <a:ext cx="2777650" cy="482617"/>
          </a:xfrm>
          <a:custGeom>
            <a:avLst/>
            <a:gdLst/>
            <a:ahLst/>
            <a:cxnLst/>
            <a:rect l="l" t="t" r="r" b="b"/>
            <a:pathLst>
              <a:path w="2777650" h="482617">
                <a:moveTo>
                  <a:pt x="0" y="0"/>
                </a:moveTo>
                <a:lnTo>
                  <a:pt x="2777650" y="0"/>
                </a:lnTo>
                <a:lnTo>
                  <a:pt x="2777650" y="482617"/>
                </a:lnTo>
                <a:lnTo>
                  <a:pt x="0" y="482617"/>
                </a:lnTo>
                <a:lnTo>
                  <a:pt x="0" y="0"/>
                </a:lnTo>
                <a:close/>
              </a:path>
            </a:pathLst>
          </a:custGeom>
          <a:blipFill>
            <a:blip r:embed="rId4"/>
            <a:stretch>
              <a:fillRect/>
            </a:stretch>
          </a:blipFill>
        </p:spPr>
      </p:sp>
      <p:grpSp>
        <p:nvGrpSpPr>
          <p:cNvPr id="6" name="Group 6"/>
          <p:cNvGrpSpPr/>
          <p:nvPr/>
        </p:nvGrpSpPr>
        <p:grpSpPr>
          <a:xfrm rot="-10800000">
            <a:off x="3737712" y="3600450"/>
            <a:ext cx="5223867" cy="7482167"/>
            <a:chOff x="0" y="0"/>
            <a:chExt cx="635000" cy="909513"/>
          </a:xfrm>
        </p:grpSpPr>
        <p:sp>
          <p:nvSpPr>
            <p:cNvPr id="7" name="Freeform 7"/>
            <p:cNvSpPr/>
            <p:nvPr/>
          </p:nvSpPr>
          <p:spPr>
            <a:xfrm>
              <a:off x="0" y="0"/>
              <a:ext cx="635000" cy="909513"/>
            </a:xfrm>
            <a:custGeom>
              <a:avLst/>
              <a:gdLst/>
              <a:ahLst/>
              <a:cxnLst/>
              <a:rect l="l" t="t" r="r" b="b"/>
              <a:pathLst>
                <a:path w="635000" h="909513">
                  <a:moveTo>
                    <a:pt x="635000" y="0"/>
                  </a:moveTo>
                  <a:lnTo>
                    <a:pt x="635000" y="795213"/>
                  </a:lnTo>
                  <a:lnTo>
                    <a:pt x="317500" y="909513"/>
                  </a:lnTo>
                  <a:lnTo>
                    <a:pt x="0" y="795213"/>
                  </a:lnTo>
                  <a:lnTo>
                    <a:pt x="0" y="0"/>
                  </a:lnTo>
                  <a:lnTo>
                    <a:pt x="635000" y="0"/>
                  </a:lnTo>
                  <a:close/>
                </a:path>
              </a:pathLst>
            </a:custGeom>
            <a:solidFill>
              <a:srgbClr val="2F4156"/>
            </a:solidFill>
          </p:spPr>
        </p:sp>
        <p:sp>
          <p:nvSpPr>
            <p:cNvPr id="8" name="TextBox 8"/>
            <p:cNvSpPr txBox="1"/>
            <p:nvPr/>
          </p:nvSpPr>
          <p:spPr>
            <a:xfrm>
              <a:off x="0" y="-47625"/>
              <a:ext cx="635000" cy="842838"/>
            </a:xfrm>
            <a:prstGeom prst="rect">
              <a:avLst/>
            </a:prstGeom>
          </p:spPr>
          <p:txBody>
            <a:bodyPr lIns="50800" tIns="50800" rIns="50800" bIns="50800" rtlCol="0" anchor="ctr"/>
            <a:lstStyle/>
            <a:p>
              <a:pPr algn="ctr">
                <a:lnSpc>
                  <a:spcPts val="2935"/>
                </a:lnSpc>
              </a:pPr>
              <a:endParaRPr/>
            </a:p>
          </p:txBody>
        </p:sp>
      </p:grpSp>
      <p:sp>
        <p:nvSpPr>
          <p:cNvPr id="9" name="Freeform 9"/>
          <p:cNvSpPr/>
          <p:nvPr/>
        </p:nvSpPr>
        <p:spPr>
          <a:xfrm rot="-1191268">
            <a:off x="9391278" y="3836999"/>
            <a:ext cx="2777650" cy="482617"/>
          </a:xfrm>
          <a:custGeom>
            <a:avLst/>
            <a:gdLst/>
            <a:ahLst/>
            <a:cxnLst/>
            <a:rect l="l" t="t" r="r" b="b"/>
            <a:pathLst>
              <a:path w="2777650" h="482617">
                <a:moveTo>
                  <a:pt x="0" y="0"/>
                </a:moveTo>
                <a:lnTo>
                  <a:pt x="2777650" y="0"/>
                </a:lnTo>
                <a:lnTo>
                  <a:pt x="2777650" y="482616"/>
                </a:lnTo>
                <a:lnTo>
                  <a:pt x="0" y="482616"/>
                </a:lnTo>
                <a:lnTo>
                  <a:pt x="0" y="0"/>
                </a:lnTo>
                <a:close/>
              </a:path>
            </a:pathLst>
          </a:custGeom>
          <a:blipFill>
            <a:blip r:embed="rId4"/>
            <a:stretch>
              <a:fillRect/>
            </a:stretch>
          </a:blipFill>
        </p:spPr>
      </p:sp>
      <p:sp>
        <p:nvSpPr>
          <p:cNvPr id="10" name="Freeform 10"/>
          <p:cNvSpPr/>
          <p:nvPr/>
        </p:nvSpPr>
        <p:spPr>
          <a:xfrm rot="1194000">
            <a:off x="11672513" y="3837971"/>
            <a:ext cx="2777650" cy="482617"/>
          </a:xfrm>
          <a:custGeom>
            <a:avLst/>
            <a:gdLst/>
            <a:ahLst/>
            <a:cxnLst/>
            <a:rect l="l" t="t" r="r" b="b"/>
            <a:pathLst>
              <a:path w="2777650" h="482617">
                <a:moveTo>
                  <a:pt x="0" y="0"/>
                </a:moveTo>
                <a:lnTo>
                  <a:pt x="2777650" y="0"/>
                </a:lnTo>
                <a:lnTo>
                  <a:pt x="2777650" y="482617"/>
                </a:lnTo>
                <a:lnTo>
                  <a:pt x="0" y="482617"/>
                </a:lnTo>
                <a:lnTo>
                  <a:pt x="0" y="0"/>
                </a:lnTo>
                <a:close/>
              </a:path>
            </a:pathLst>
          </a:custGeom>
          <a:blipFill>
            <a:blip r:embed="rId4"/>
            <a:stretch>
              <a:fillRect/>
            </a:stretch>
          </a:blipFill>
        </p:spPr>
      </p:sp>
      <p:grpSp>
        <p:nvGrpSpPr>
          <p:cNvPr id="11" name="Group 11"/>
          <p:cNvGrpSpPr/>
          <p:nvPr/>
        </p:nvGrpSpPr>
        <p:grpSpPr>
          <a:xfrm rot="-10800000">
            <a:off x="9326421" y="3600450"/>
            <a:ext cx="5223867" cy="7482167"/>
            <a:chOff x="0" y="0"/>
            <a:chExt cx="635000" cy="909513"/>
          </a:xfrm>
        </p:grpSpPr>
        <p:sp>
          <p:nvSpPr>
            <p:cNvPr id="12" name="Freeform 12"/>
            <p:cNvSpPr/>
            <p:nvPr/>
          </p:nvSpPr>
          <p:spPr>
            <a:xfrm>
              <a:off x="0" y="0"/>
              <a:ext cx="635000" cy="909513"/>
            </a:xfrm>
            <a:custGeom>
              <a:avLst/>
              <a:gdLst/>
              <a:ahLst/>
              <a:cxnLst/>
              <a:rect l="l" t="t" r="r" b="b"/>
              <a:pathLst>
                <a:path w="635000" h="909513">
                  <a:moveTo>
                    <a:pt x="635000" y="0"/>
                  </a:moveTo>
                  <a:lnTo>
                    <a:pt x="635000" y="795213"/>
                  </a:lnTo>
                  <a:lnTo>
                    <a:pt x="317500" y="909513"/>
                  </a:lnTo>
                  <a:lnTo>
                    <a:pt x="0" y="795213"/>
                  </a:lnTo>
                  <a:lnTo>
                    <a:pt x="0" y="0"/>
                  </a:lnTo>
                  <a:lnTo>
                    <a:pt x="635000" y="0"/>
                  </a:lnTo>
                  <a:close/>
                </a:path>
              </a:pathLst>
            </a:custGeom>
            <a:solidFill>
              <a:srgbClr val="2F4156"/>
            </a:solidFill>
          </p:spPr>
        </p:sp>
        <p:sp>
          <p:nvSpPr>
            <p:cNvPr id="13" name="TextBox 13"/>
            <p:cNvSpPr txBox="1"/>
            <p:nvPr/>
          </p:nvSpPr>
          <p:spPr>
            <a:xfrm>
              <a:off x="0" y="-47625"/>
              <a:ext cx="635000" cy="842838"/>
            </a:xfrm>
            <a:prstGeom prst="rect">
              <a:avLst/>
            </a:prstGeom>
          </p:spPr>
          <p:txBody>
            <a:bodyPr lIns="50800" tIns="50800" rIns="50800" bIns="50800" rtlCol="0" anchor="ctr"/>
            <a:lstStyle/>
            <a:p>
              <a:pPr algn="ctr">
                <a:lnSpc>
                  <a:spcPts val="2935"/>
                </a:lnSpc>
              </a:pPr>
              <a:endParaRPr/>
            </a:p>
          </p:txBody>
        </p:sp>
      </p:grpSp>
      <p:sp>
        <p:nvSpPr>
          <p:cNvPr id="14" name="TextBox 14"/>
          <p:cNvSpPr txBox="1"/>
          <p:nvPr/>
        </p:nvSpPr>
        <p:spPr>
          <a:xfrm>
            <a:off x="9723411" y="4750332"/>
            <a:ext cx="4429888" cy="3957955"/>
          </a:xfrm>
          <a:prstGeom prst="rect">
            <a:avLst/>
          </a:prstGeom>
        </p:spPr>
        <p:txBody>
          <a:bodyPr lIns="0" tIns="0" rIns="0" bIns="0" rtlCol="0" anchor="t">
            <a:spAutoFit/>
          </a:bodyPr>
          <a:lstStyle/>
          <a:p>
            <a:pPr algn="just">
              <a:lnSpc>
                <a:spcPts val="3919"/>
              </a:lnSpc>
              <a:spcBef>
                <a:spcPct val="0"/>
              </a:spcBef>
            </a:pPr>
            <a:r>
              <a:rPr lang="en-US" sz="2799">
                <a:solidFill>
                  <a:srgbClr val="F5EFEB"/>
                </a:solidFill>
                <a:latin typeface="Cloud"/>
                <a:ea typeface="Cloud"/>
                <a:cs typeface="Cloud"/>
                <a:sym typeface="Cloud"/>
              </a:rPr>
              <a:t>Lorem ipsum dolor sit amet, consectetur adipiscing elit. Ut tincidunt sapien sit amet tellus facilisis malesuada. Sed augue sapien, pellentesque ac sodales vitae, tempus luctus augue.</a:t>
            </a:r>
          </a:p>
        </p:txBody>
      </p:sp>
      <p:sp>
        <p:nvSpPr>
          <p:cNvPr id="15" name="TextBox 15"/>
          <p:cNvSpPr txBox="1"/>
          <p:nvPr/>
        </p:nvSpPr>
        <p:spPr>
          <a:xfrm>
            <a:off x="9884506" y="2808403"/>
            <a:ext cx="4067920" cy="533400"/>
          </a:xfrm>
          <a:prstGeom prst="rect">
            <a:avLst/>
          </a:prstGeom>
        </p:spPr>
        <p:txBody>
          <a:bodyPr lIns="0" tIns="0" rIns="0" bIns="0" rtlCol="0" anchor="t">
            <a:spAutoFit/>
          </a:bodyPr>
          <a:lstStyle/>
          <a:p>
            <a:pPr algn="ctr">
              <a:lnSpc>
                <a:spcPts val="4200"/>
              </a:lnSpc>
              <a:spcBef>
                <a:spcPct val="0"/>
              </a:spcBef>
            </a:pPr>
            <a:r>
              <a:rPr lang="en-US" sz="3000" b="1">
                <a:solidFill>
                  <a:srgbClr val="2F4156"/>
                </a:solidFill>
                <a:latin typeface="Cloud Bold"/>
                <a:ea typeface="Cloud Bold"/>
                <a:cs typeface="Cloud Bold"/>
                <a:sym typeface="Cloud Bold"/>
              </a:rPr>
              <a:t>Key Findings</a:t>
            </a:r>
          </a:p>
        </p:txBody>
      </p:sp>
      <p:sp>
        <p:nvSpPr>
          <p:cNvPr id="16" name="TextBox 16"/>
          <p:cNvSpPr txBox="1"/>
          <p:nvPr/>
        </p:nvSpPr>
        <p:spPr>
          <a:xfrm>
            <a:off x="4134701" y="4750332"/>
            <a:ext cx="4429888" cy="3957955"/>
          </a:xfrm>
          <a:prstGeom prst="rect">
            <a:avLst/>
          </a:prstGeom>
        </p:spPr>
        <p:txBody>
          <a:bodyPr lIns="0" tIns="0" rIns="0" bIns="0" rtlCol="0" anchor="t">
            <a:spAutoFit/>
          </a:bodyPr>
          <a:lstStyle/>
          <a:p>
            <a:pPr algn="just">
              <a:lnSpc>
                <a:spcPts val="3919"/>
              </a:lnSpc>
              <a:spcBef>
                <a:spcPct val="0"/>
              </a:spcBef>
            </a:pPr>
            <a:r>
              <a:rPr lang="en-US" sz="2799">
                <a:solidFill>
                  <a:srgbClr val="F5EFEB"/>
                </a:solidFill>
                <a:latin typeface="Cloud"/>
                <a:ea typeface="Cloud"/>
                <a:cs typeface="Cloud"/>
                <a:sym typeface="Cloud"/>
              </a:rPr>
              <a:t>Lorem ipsum dolor sit amet, consectetur adipiscing elit. Ut tincidunt sapien sit amet tellus facilisis malesuada. Sed augue sapien, pellentesque ac sodales vitae, tempus luctus augue.</a:t>
            </a:r>
          </a:p>
        </p:txBody>
      </p:sp>
      <p:sp>
        <p:nvSpPr>
          <p:cNvPr id="17" name="TextBox 17"/>
          <p:cNvSpPr txBox="1"/>
          <p:nvPr/>
        </p:nvSpPr>
        <p:spPr>
          <a:xfrm>
            <a:off x="4312475" y="2808403"/>
            <a:ext cx="4067920" cy="533400"/>
          </a:xfrm>
          <a:prstGeom prst="rect">
            <a:avLst/>
          </a:prstGeom>
        </p:spPr>
        <p:txBody>
          <a:bodyPr lIns="0" tIns="0" rIns="0" bIns="0" rtlCol="0" anchor="t">
            <a:spAutoFit/>
          </a:bodyPr>
          <a:lstStyle/>
          <a:p>
            <a:pPr algn="ctr">
              <a:lnSpc>
                <a:spcPts val="4200"/>
              </a:lnSpc>
              <a:spcBef>
                <a:spcPct val="0"/>
              </a:spcBef>
            </a:pPr>
            <a:r>
              <a:rPr lang="en-US" sz="3000" b="1">
                <a:solidFill>
                  <a:srgbClr val="2F4156"/>
                </a:solidFill>
                <a:latin typeface="Cloud Bold"/>
                <a:ea typeface="Cloud Bold"/>
                <a:cs typeface="Cloud Bold"/>
                <a:sym typeface="Cloud Bold"/>
              </a:rPr>
              <a:t>Collected Data</a:t>
            </a:r>
          </a:p>
        </p:txBody>
      </p:sp>
      <p:sp>
        <p:nvSpPr>
          <p:cNvPr id="18" name="TextBox 18"/>
          <p:cNvSpPr txBox="1"/>
          <p:nvPr/>
        </p:nvSpPr>
        <p:spPr>
          <a:xfrm>
            <a:off x="4494198" y="918811"/>
            <a:ext cx="9299605" cy="1327150"/>
          </a:xfrm>
          <a:prstGeom prst="rect">
            <a:avLst/>
          </a:prstGeom>
        </p:spPr>
        <p:txBody>
          <a:bodyPr lIns="0" tIns="0" rIns="0" bIns="0" rtlCol="0" anchor="t">
            <a:spAutoFit/>
          </a:bodyPr>
          <a:lstStyle/>
          <a:p>
            <a:pPr algn="ctr">
              <a:lnSpc>
                <a:spcPts val="9799"/>
              </a:lnSpc>
            </a:pPr>
            <a:r>
              <a:rPr lang="en-US" sz="6999" b="1">
                <a:solidFill>
                  <a:srgbClr val="2F4156"/>
                </a:solidFill>
                <a:latin typeface="Clarendon Narrow Bold"/>
                <a:ea typeface="Clarendon Narrow Bold"/>
                <a:cs typeface="Clarendon Narrow Bold"/>
                <a:sym typeface="Clarendon Narrow Bold"/>
              </a:rPr>
              <a:t>Data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a:off x="-508357" y="6933889"/>
            <a:ext cx="3860943" cy="3860943"/>
          </a:xfrm>
          <a:custGeom>
            <a:avLst/>
            <a:gdLst/>
            <a:ahLst/>
            <a:cxnLst/>
            <a:rect l="l" t="t" r="r" b="b"/>
            <a:pathLst>
              <a:path w="3860943" h="3860943">
                <a:moveTo>
                  <a:pt x="0" y="0"/>
                </a:moveTo>
                <a:lnTo>
                  <a:pt x="3860943" y="0"/>
                </a:lnTo>
                <a:lnTo>
                  <a:pt x="3860943"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3343061" y="6752914"/>
            <a:ext cx="3860943" cy="3860943"/>
          </a:xfrm>
          <a:custGeom>
            <a:avLst/>
            <a:gdLst/>
            <a:ahLst/>
            <a:cxnLst/>
            <a:rect l="l" t="t" r="r" b="b"/>
            <a:pathLst>
              <a:path w="3860943" h="3860943">
                <a:moveTo>
                  <a:pt x="0" y="0"/>
                </a:moveTo>
                <a:lnTo>
                  <a:pt x="3860943" y="0"/>
                </a:lnTo>
                <a:lnTo>
                  <a:pt x="3860943"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7204004" y="6571939"/>
            <a:ext cx="3860943" cy="3860943"/>
          </a:xfrm>
          <a:custGeom>
            <a:avLst/>
            <a:gdLst/>
            <a:ahLst/>
            <a:cxnLst/>
            <a:rect l="l" t="t" r="r" b="b"/>
            <a:pathLst>
              <a:path w="3860943" h="3860943">
                <a:moveTo>
                  <a:pt x="0" y="0"/>
                </a:moveTo>
                <a:lnTo>
                  <a:pt x="3860942" y="0"/>
                </a:lnTo>
                <a:lnTo>
                  <a:pt x="3860942"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1064946" y="7105339"/>
            <a:ext cx="3860943" cy="3860943"/>
          </a:xfrm>
          <a:custGeom>
            <a:avLst/>
            <a:gdLst/>
            <a:ahLst/>
            <a:cxnLst/>
            <a:rect l="l" t="t" r="r" b="b"/>
            <a:pathLst>
              <a:path w="3860943" h="3860943">
                <a:moveTo>
                  <a:pt x="0" y="0"/>
                </a:moveTo>
                <a:lnTo>
                  <a:pt x="3860943" y="0"/>
                </a:lnTo>
                <a:lnTo>
                  <a:pt x="3860943"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4925889" y="6924364"/>
            <a:ext cx="3860943" cy="3860943"/>
          </a:xfrm>
          <a:custGeom>
            <a:avLst/>
            <a:gdLst/>
            <a:ahLst/>
            <a:cxnLst/>
            <a:rect l="l" t="t" r="r" b="b"/>
            <a:pathLst>
              <a:path w="3860943" h="3860943">
                <a:moveTo>
                  <a:pt x="0" y="0"/>
                </a:moveTo>
                <a:lnTo>
                  <a:pt x="3860943" y="0"/>
                </a:lnTo>
                <a:lnTo>
                  <a:pt x="3860943"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457052" y="1252186"/>
            <a:ext cx="4047467" cy="4114800"/>
          </a:xfrm>
          <a:custGeom>
            <a:avLst/>
            <a:gdLst/>
            <a:ahLst/>
            <a:cxnLst/>
            <a:rect l="l" t="t" r="r" b="b"/>
            <a:pathLst>
              <a:path w="4047467" h="4114800">
                <a:moveTo>
                  <a:pt x="0" y="0"/>
                </a:moveTo>
                <a:lnTo>
                  <a:pt x="4047467" y="0"/>
                </a:lnTo>
                <a:lnTo>
                  <a:pt x="4047467"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269286" y="2255649"/>
            <a:ext cx="7307388" cy="7307388"/>
          </a:xfrm>
          <a:custGeom>
            <a:avLst/>
            <a:gdLst/>
            <a:ahLst/>
            <a:cxnLst/>
            <a:rect l="l" t="t" r="r" b="b"/>
            <a:pathLst>
              <a:path w="7307388" h="7307388">
                <a:moveTo>
                  <a:pt x="0" y="0"/>
                </a:moveTo>
                <a:lnTo>
                  <a:pt x="7307389" y="0"/>
                </a:lnTo>
                <a:lnTo>
                  <a:pt x="7307389" y="7307388"/>
                </a:lnTo>
                <a:lnTo>
                  <a:pt x="0" y="7307388"/>
                </a:lnTo>
                <a:lnTo>
                  <a:pt x="0" y="0"/>
                </a:lnTo>
                <a:close/>
              </a:path>
            </a:pathLst>
          </a:custGeom>
          <a:blipFill>
            <a:blip r:embed="rId4"/>
            <a:stretch>
              <a:fillRect/>
            </a:stretch>
          </a:blipFill>
        </p:spPr>
      </p:sp>
      <p:grpSp>
        <p:nvGrpSpPr>
          <p:cNvPr id="9" name="Group 9"/>
          <p:cNvGrpSpPr/>
          <p:nvPr/>
        </p:nvGrpSpPr>
        <p:grpSpPr>
          <a:xfrm>
            <a:off x="1698456" y="2963851"/>
            <a:ext cx="6449050" cy="5890984"/>
            <a:chOff x="0" y="0"/>
            <a:chExt cx="768508" cy="702005"/>
          </a:xfrm>
        </p:grpSpPr>
        <p:sp>
          <p:nvSpPr>
            <p:cNvPr id="10" name="Freeform 10"/>
            <p:cNvSpPr/>
            <p:nvPr/>
          </p:nvSpPr>
          <p:spPr>
            <a:xfrm>
              <a:off x="0" y="0"/>
              <a:ext cx="768508" cy="702005"/>
            </a:xfrm>
            <a:custGeom>
              <a:avLst/>
              <a:gdLst/>
              <a:ahLst/>
              <a:cxnLst/>
              <a:rect l="l" t="t" r="r" b="b"/>
              <a:pathLst>
                <a:path w="768508" h="702005">
                  <a:moveTo>
                    <a:pt x="0" y="0"/>
                  </a:moveTo>
                  <a:lnTo>
                    <a:pt x="768508" y="0"/>
                  </a:lnTo>
                  <a:lnTo>
                    <a:pt x="768508" y="702005"/>
                  </a:lnTo>
                  <a:lnTo>
                    <a:pt x="0" y="702005"/>
                  </a:lnTo>
                  <a:close/>
                </a:path>
              </a:pathLst>
            </a:custGeom>
            <a:solidFill>
              <a:srgbClr val="2F4156"/>
            </a:solidFill>
          </p:spPr>
        </p:sp>
        <p:sp>
          <p:nvSpPr>
            <p:cNvPr id="11" name="TextBox 11"/>
            <p:cNvSpPr txBox="1"/>
            <p:nvPr/>
          </p:nvSpPr>
          <p:spPr>
            <a:xfrm>
              <a:off x="0" y="-95250"/>
              <a:ext cx="768508" cy="797255"/>
            </a:xfrm>
            <a:prstGeom prst="rect">
              <a:avLst/>
            </a:prstGeom>
          </p:spPr>
          <p:txBody>
            <a:bodyPr lIns="50800" tIns="50800" rIns="50800" bIns="50800" rtlCol="0" anchor="ctr"/>
            <a:lstStyle/>
            <a:p>
              <a:pPr algn="ctr">
                <a:lnSpc>
                  <a:spcPts val="2935"/>
                </a:lnSpc>
              </a:pPr>
              <a:endParaRPr/>
            </a:p>
          </p:txBody>
        </p:sp>
      </p:grpSp>
      <p:pic>
        <p:nvPicPr>
          <p:cNvPr id="12" name="Picture 12"/>
          <p:cNvPicPr>
            <a:picLocks noChangeAspect="1"/>
          </p:cNvPicPr>
          <p:nvPr/>
        </p:nvPicPr>
        <p:blipFill>
          <a:blip r:embed="rId5"/>
          <a:stretch>
            <a:fillRect/>
          </a:stretch>
        </p:blipFill>
        <p:spPr>
          <a:xfrm>
            <a:off x="9938742" y="2876296"/>
            <a:ext cx="6634438" cy="6057901"/>
          </a:xfrm>
          <a:prstGeom prst="rect">
            <a:avLst/>
          </a:prstGeom>
        </p:spPr>
      </p:pic>
      <p:sp>
        <p:nvSpPr>
          <p:cNvPr id="13" name="Freeform 13"/>
          <p:cNvSpPr/>
          <p:nvPr/>
        </p:nvSpPr>
        <p:spPr>
          <a:xfrm>
            <a:off x="13793802" y="-1859151"/>
            <a:ext cx="4047467" cy="4114800"/>
          </a:xfrm>
          <a:custGeom>
            <a:avLst/>
            <a:gdLst/>
            <a:ahLst/>
            <a:cxnLst/>
            <a:rect l="l" t="t" r="r" b="b"/>
            <a:pathLst>
              <a:path w="4047467" h="4114800">
                <a:moveTo>
                  <a:pt x="0" y="0"/>
                </a:moveTo>
                <a:lnTo>
                  <a:pt x="4047467" y="0"/>
                </a:lnTo>
                <a:lnTo>
                  <a:pt x="4047467"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2708036" y="3897028"/>
            <a:ext cx="4429888" cy="3957955"/>
          </a:xfrm>
          <a:prstGeom prst="rect">
            <a:avLst/>
          </a:prstGeom>
        </p:spPr>
        <p:txBody>
          <a:bodyPr lIns="0" tIns="0" rIns="0" bIns="0" rtlCol="0" anchor="t">
            <a:spAutoFit/>
          </a:bodyPr>
          <a:lstStyle/>
          <a:p>
            <a:pPr algn="just">
              <a:lnSpc>
                <a:spcPts val="3919"/>
              </a:lnSpc>
              <a:spcBef>
                <a:spcPct val="0"/>
              </a:spcBef>
            </a:pPr>
            <a:r>
              <a:rPr lang="en-US" sz="2799">
                <a:solidFill>
                  <a:srgbClr val="F5EFEB"/>
                </a:solidFill>
                <a:latin typeface="Cloud"/>
                <a:ea typeface="Cloud"/>
                <a:cs typeface="Cloud"/>
                <a:sym typeface="Cloud"/>
              </a:rPr>
              <a:t>Lorem ipsum dolor sit amet, consectetur adipiscing elit. Ut tincidunt sapien sit amet tellus facilisis malesuada. Sed augue sapien, pellentesque ac sodales vitae, tempus luctus augue.</a:t>
            </a:r>
          </a:p>
        </p:txBody>
      </p:sp>
      <p:sp>
        <p:nvSpPr>
          <p:cNvPr id="15" name="TextBox 15"/>
          <p:cNvSpPr txBox="1"/>
          <p:nvPr/>
        </p:nvSpPr>
        <p:spPr>
          <a:xfrm>
            <a:off x="4494198" y="880711"/>
            <a:ext cx="9299605" cy="1327150"/>
          </a:xfrm>
          <a:prstGeom prst="rect">
            <a:avLst/>
          </a:prstGeom>
        </p:spPr>
        <p:txBody>
          <a:bodyPr lIns="0" tIns="0" rIns="0" bIns="0" rtlCol="0" anchor="t">
            <a:spAutoFit/>
          </a:bodyPr>
          <a:lstStyle/>
          <a:p>
            <a:pPr algn="ctr">
              <a:lnSpc>
                <a:spcPts val="9799"/>
              </a:lnSpc>
            </a:pPr>
            <a:r>
              <a:rPr lang="en-US" sz="6999" b="1">
                <a:solidFill>
                  <a:srgbClr val="2F4156"/>
                </a:solidFill>
                <a:latin typeface="Clarendon Narrow Bold"/>
                <a:ea typeface="Clarendon Narrow Bold"/>
                <a:cs typeface="Clarendon Narrow Bold"/>
                <a:sym typeface="Clarendon Narrow Bold"/>
              </a:rPr>
              <a:t>Donut Chart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a:off x="-508357" y="6933889"/>
            <a:ext cx="3860943" cy="3860943"/>
          </a:xfrm>
          <a:custGeom>
            <a:avLst/>
            <a:gdLst/>
            <a:ahLst/>
            <a:cxnLst/>
            <a:rect l="l" t="t" r="r" b="b"/>
            <a:pathLst>
              <a:path w="3860943" h="3860943">
                <a:moveTo>
                  <a:pt x="0" y="0"/>
                </a:moveTo>
                <a:lnTo>
                  <a:pt x="3860943" y="0"/>
                </a:lnTo>
                <a:lnTo>
                  <a:pt x="3860943"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3343061" y="6752914"/>
            <a:ext cx="3860943" cy="3860943"/>
          </a:xfrm>
          <a:custGeom>
            <a:avLst/>
            <a:gdLst/>
            <a:ahLst/>
            <a:cxnLst/>
            <a:rect l="l" t="t" r="r" b="b"/>
            <a:pathLst>
              <a:path w="3860943" h="3860943">
                <a:moveTo>
                  <a:pt x="0" y="0"/>
                </a:moveTo>
                <a:lnTo>
                  <a:pt x="3860943" y="0"/>
                </a:lnTo>
                <a:lnTo>
                  <a:pt x="3860943"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7204004" y="6571939"/>
            <a:ext cx="3860943" cy="3860943"/>
          </a:xfrm>
          <a:custGeom>
            <a:avLst/>
            <a:gdLst/>
            <a:ahLst/>
            <a:cxnLst/>
            <a:rect l="l" t="t" r="r" b="b"/>
            <a:pathLst>
              <a:path w="3860943" h="3860943">
                <a:moveTo>
                  <a:pt x="0" y="0"/>
                </a:moveTo>
                <a:lnTo>
                  <a:pt x="3860942" y="0"/>
                </a:lnTo>
                <a:lnTo>
                  <a:pt x="3860942"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1064946" y="7105339"/>
            <a:ext cx="3860943" cy="3860943"/>
          </a:xfrm>
          <a:custGeom>
            <a:avLst/>
            <a:gdLst/>
            <a:ahLst/>
            <a:cxnLst/>
            <a:rect l="l" t="t" r="r" b="b"/>
            <a:pathLst>
              <a:path w="3860943" h="3860943">
                <a:moveTo>
                  <a:pt x="0" y="0"/>
                </a:moveTo>
                <a:lnTo>
                  <a:pt x="3860943" y="0"/>
                </a:lnTo>
                <a:lnTo>
                  <a:pt x="3860943"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4925889" y="6924364"/>
            <a:ext cx="3860943" cy="3860943"/>
          </a:xfrm>
          <a:custGeom>
            <a:avLst/>
            <a:gdLst/>
            <a:ahLst/>
            <a:cxnLst/>
            <a:rect l="l" t="t" r="r" b="b"/>
            <a:pathLst>
              <a:path w="3860943" h="3860943">
                <a:moveTo>
                  <a:pt x="0" y="0"/>
                </a:moveTo>
                <a:lnTo>
                  <a:pt x="3860943" y="0"/>
                </a:lnTo>
                <a:lnTo>
                  <a:pt x="3860943" y="3860943"/>
                </a:lnTo>
                <a:lnTo>
                  <a:pt x="0" y="3860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457052" y="1252186"/>
            <a:ext cx="4047467" cy="4114800"/>
          </a:xfrm>
          <a:custGeom>
            <a:avLst/>
            <a:gdLst/>
            <a:ahLst/>
            <a:cxnLst/>
            <a:rect l="l" t="t" r="r" b="b"/>
            <a:pathLst>
              <a:path w="4047467" h="4114800">
                <a:moveTo>
                  <a:pt x="0" y="0"/>
                </a:moveTo>
                <a:lnTo>
                  <a:pt x="4047467" y="0"/>
                </a:lnTo>
                <a:lnTo>
                  <a:pt x="4047467"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269286" y="2255649"/>
            <a:ext cx="7307388" cy="7307388"/>
          </a:xfrm>
          <a:custGeom>
            <a:avLst/>
            <a:gdLst/>
            <a:ahLst/>
            <a:cxnLst/>
            <a:rect l="l" t="t" r="r" b="b"/>
            <a:pathLst>
              <a:path w="7307388" h="7307388">
                <a:moveTo>
                  <a:pt x="0" y="0"/>
                </a:moveTo>
                <a:lnTo>
                  <a:pt x="7307389" y="0"/>
                </a:lnTo>
                <a:lnTo>
                  <a:pt x="7307389" y="7307388"/>
                </a:lnTo>
                <a:lnTo>
                  <a:pt x="0" y="7307388"/>
                </a:lnTo>
                <a:lnTo>
                  <a:pt x="0" y="0"/>
                </a:lnTo>
                <a:close/>
              </a:path>
            </a:pathLst>
          </a:custGeom>
          <a:blipFill>
            <a:blip r:embed="rId4"/>
            <a:stretch>
              <a:fillRect/>
            </a:stretch>
          </a:blipFill>
        </p:spPr>
      </p:sp>
      <p:grpSp>
        <p:nvGrpSpPr>
          <p:cNvPr id="9" name="Group 9"/>
          <p:cNvGrpSpPr/>
          <p:nvPr/>
        </p:nvGrpSpPr>
        <p:grpSpPr>
          <a:xfrm>
            <a:off x="1698456" y="2963851"/>
            <a:ext cx="6449050" cy="5890984"/>
            <a:chOff x="0" y="0"/>
            <a:chExt cx="768508" cy="702005"/>
          </a:xfrm>
        </p:grpSpPr>
        <p:sp>
          <p:nvSpPr>
            <p:cNvPr id="10" name="Freeform 10"/>
            <p:cNvSpPr/>
            <p:nvPr/>
          </p:nvSpPr>
          <p:spPr>
            <a:xfrm>
              <a:off x="0" y="0"/>
              <a:ext cx="768508" cy="702005"/>
            </a:xfrm>
            <a:custGeom>
              <a:avLst/>
              <a:gdLst/>
              <a:ahLst/>
              <a:cxnLst/>
              <a:rect l="l" t="t" r="r" b="b"/>
              <a:pathLst>
                <a:path w="768508" h="702005">
                  <a:moveTo>
                    <a:pt x="0" y="0"/>
                  </a:moveTo>
                  <a:lnTo>
                    <a:pt x="768508" y="0"/>
                  </a:lnTo>
                  <a:lnTo>
                    <a:pt x="768508" y="702005"/>
                  </a:lnTo>
                  <a:lnTo>
                    <a:pt x="0" y="702005"/>
                  </a:lnTo>
                  <a:close/>
                </a:path>
              </a:pathLst>
            </a:custGeom>
            <a:solidFill>
              <a:srgbClr val="2F4156"/>
            </a:solidFill>
          </p:spPr>
        </p:sp>
        <p:sp>
          <p:nvSpPr>
            <p:cNvPr id="11" name="TextBox 11"/>
            <p:cNvSpPr txBox="1"/>
            <p:nvPr/>
          </p:nvSpPr>
          <p:spPr>
            <a:xfrm>
              <a:off x="0" y="-95250"/>
              <a:ext cx="768508" cy="797255"/>
            </a:xfrm>
            <a:prstGeom prst="rect">
              <a:avLst/>
            </a:prstGeom>
          </p:spPr>
          <p:txBody>
            <a:bodyPr lIns="50800" tIns="50800" rIns="50800" bIns="50800" rtlCol="0" anchor="ctr"/>
            <a:lstStyle/>
            <a:p>
              <a:pPr algn="ctr">
                <a:lnSpc>
                  <a:spcPts val="2935"/>
                </a:lnSpc>
              </a:pPr>
              <a:endParaRPr/>
            </a:p>
          </p:txBody>
        </p:sp>
      </p:grpSp>
      <p:sp>
        <p:nvSpPr>
          <p:cNvPr id="12" name="Freeform 12"/>
          <p:cNvSpPr/>
          <p:nvPr/>
        </p:nvSpPr>
        <p:spPr>
          <a:xfrm>
            <a:off x="13793802" y="-1859151"/>
            <a:ext cx="4047467" cy="4114800"/>
          </a:xfrm>
          <a:custGeom>
            <a:avLst/>
            <a:gdLst/>
            <a:ahLst/>
            <a:cxnLst/>
            <a:rect l="l" t="t" r="r" b="b"/>
            <a:pathLst>
              <a:path w="4047467" h="4114800">
                <a:moveTo>
                  <a:pt x="0" y="0"/>
                </a:moveTo>
                <a:lnTo>
                  <a:pt x="4047467" y="0"/>
                </a:lnTo>
                <a:lnTo>
                  <a:pt x="4047467"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pic>
        <p:nvPicPr>
          <p:cNvPr id="13" name="Picture 13"/>
          <p:cNvPicPr>
            <a:picLocks noChangeAspect="1"/>
          </p:cNvPicPr>
          <p:nvPr/>
        </p:nvPicPr>
        <p:blipFill>
          <a:blip r:embed="rId6"/>
          <a:stretch>
            <a:fillRect/>
          </a:stretch>
        </p:blipFill>
        <p:spPr>
          <a:xfrm>
            <a:off x="8385410" y="2357350"/>
            <a:ext cx="8988780" cy="7075100"/>
          </a:xfrm>
          <a:prstGeom prst="rect">
            <a:avLst/>
          </a:prstGeom>
        </p:spPr>
      </p:pic>
      <p:sp>
        <p:nvSpPr>
          <p:cNvPr id="14" name="TextBox 14"/>
          <p:cNvSpPr txBox="1"/>
          <p:nvPr/>
        </p:nvSpPr>
        <p:spPr>
          <a:xfrm>
            <a:off x="2708036" y="3897028"/>
            <a:ext cx="4429888" cy="3957955"/>
          </a:xfrm>
          <a:prstGeom prst="rect">
            <a:avLst/>
          </a:prstGeom>
        </p:spPr>
        <p:txBody>
          <a:bodyPr lIns="0" tIns="0" rIns="0" bIns="0" rtlCol="0" anchor="t">
            <a:spAutoFit/>
          </a:bodyPr>
          <a:lstStyle/>
          <a:p>
            <a:pPr algn="just">
              <a:lnSpc>
                <a:spcPts val="3919"/>
              </a:lnSpc>
              <a:spcBef>
                <a:spcPct val="0"/>
              </a:spcBef>
            </a:pPr>
            <a:r>
              <a:rPr lang="en-US" sz="2799">
                <a:solidFill>
                  <a:srgbClr val="F5EFEB"/>
                </a:solidFill>
                <a:latin typeface="Cloud"/>
                <a:ea typeface="Cloud"/>
                <a:cs typeface="Cloud"/>
                <a:sym typeface="Cloud"/>
              </a:rPr>
              <a:t>Lorem ipsum dolor sit amet, consectetur adipiscing elit. Ut tincidunt sapien sit amet tellus facilisis malesuada. Sed augue sapien, pellentesque ac sodales vitae, tempus luctus augue.</a:t>
            </a:r>
          </a:p>
        </p:txBody>
      </p:sp>
      <p:sp>
        <p:nvSpPr>
          <p:cNvPr id="15" name="TextBox 15"/>
          <p:cNvSpPr txBox="1"/>
          <p:nvPr/>
        </p:nvSpPr>
        <p:spPr>
          <a:xfrm>
            <a:off x="4494198" y="918974"/>
            <a:ext cx="9299605" cy="1327150"/>
          </a:xfrm>
          <a:prstGeom prst="rect">
            <a:avLst/>
          </a:prstGeom>
        </p:spPr>
        <p:txBody>
          <a:bodyPr lIns="0" tIns="0" rIns="0" bIns="0" rtlCol="0" anchor="t">
            <a:spAutoFit/>
          </a:bodyPr>
          <a:lstStyle/>
          <a:p>
            <a:pPr algn="ctr">
              <a:lnSpc>
                <a:spcPts val="9799"/>
              </a:lnSpc>
            </a:pPr>
            <a:r>
              <a:rPr lang="en-US" sz="6999" b="1">
                <a:solidFill>
                  <a:srgbClr val="2F4156"/>
                </a:solidFill>
                <a:latin typeface="Clarendon Narrow Bold"/>
                <a:ea typeface="Clarendon Narrow Bold"/>
                <a:cs typeface="Clarendon Narrow Bold"/>
                <a:sym typeface="Clarendon Narrow Bold"/>
              </a:rPr>
              <a:t>Stacked Bar Chart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rot="2700000">
            <a:off x="14590867" y="-791896"/>
            <a:ext cx="6878351" cy="6878351"/>
          </a:xfrm>
          <a:custGeom>
            <a:avLst/>
            <a:gdLst/>
            <a:ahLst/>
            <a:cxnLst/>
            <a:rect l="l" t="t" r="r" b="b"/>
            <a:pathLst>
              <a:path w="6878351" h="6878351">
                <a:moveTo>
                  <a:pt x="0" y="0"/>
                </a:moveTo>
                <a:lnTo>
                  <a:pt x="6878351" y="0"/>
                </a:lnTo>
                <a:lnTo>
                  <a:pt x="6878351" y="6878352"/>
                </a:lnTo>
                <a:lnTo>
                  <a:pt x="0" y="6878352"/>
                </a:lnTo>
                <a:lnTo>
                  <a:pt x="0" y="0"/>
                </a:lnTo>
                <a:close/>
              </a:path>
            </a:pathLst>
          </a:custGeom>
          <a:blipFill>
            <a:blip r:embed="rId2"/>
            <a:stretch>
              <a:fillRect/>
            </a:stretch>
          </a:blipFill>
        </p:spPr>
      </p:sp>
      <p:sp>
        <p:nvSpPr>
          <p:cNvPr id="3" name="Freeform 3"/>
          <p:cNvSpPr/>
          <p:nvPr/>
        </p:nvSpPr>
        <p:spPr>
          <a:xfrm rot="2700000">
            <a:off x="-3195003" y="4071833"/>
            <a:ext cx="6878351" cy="6878351"/>
          </a:xfrm>
          <a:custGeom>
            <a:avLst/>
            <a:gdLst/>
            <a:ahLst/>
            <a:cxnLst/>
            <a:rect l="l" t="t" r="r" b="b"/>
            <a:pathLst>
              <a:path w="6878351" h="6878351">
                <a:moveTo>
                  <a:pt x="0" y="0"/>
                </a:moveTo>
                <a:lnTo>
                  <a:pt x="6878351" y="0"/>
                </a:lnTo>
                <a:lnTo>
                  <a:pt x="6878351" y="6878352"/>
                </a:lnTo>
                <a:lnTo>
                  <a:pt x="0" y="6878352"/>
                </a:lnTo>
                <a:lnTo>
                  <a:pt x="0" y="0"/>
                </a:lnTo>
                <a:close/>
              </a:path>
            </a:pathLst>
          </a:custGeom>
          <a:blipFill>
            <a:blip r:embed="rId2"/>
            <a:stretch>
              <a:fillRect/>
            </a:stretch>
          </a:blipFill>
        </p:spPr>
      </p:sp>
      <p:grpSp>
        <p:nvGrpSpPr>
          <p:cNvPr id="4" name="Group 4"/>
          <p:cNvGrpSpPr/>
          <p:nvPr/>
        </p:nvGrpSpPr>
        <p:grpSpPr>
          <a:xfrm>
            <a:off x="-3908252" y="3602757"/>
            <a:ext cx="7816504" cy="781650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2F4156"/>
            </a:solidFill>
          </p:spPr>
        </p:sp>
        <p:sp>
          <p:nvSpPr>
            <p:cNvPr id="6" name="TextBox 6"/>
            <p:cNvSpPr txBox="1"/>
            <p:nvPr/>
          </p:nvSpPr>
          <p:spPr>
            <a:xfrm>
              <a:off x="139700" y="44450"/>
              <a:ext cx="533400" cy="628650"/>
            </a:xfrm>
            <a:prstGeom prst="rect">
              <a:avLst/>
            </a:prstGeom>
          </p:spPr>
          <p:txBody>
            <a:bodyPr lIns="50800" tIns="50800" rIns="50800" bIns="50800" rtlCol="0" anchor="ctr"/>
            <a:lstStyle/>
            <a:p>
              <a:pPr algn="ctr">
                <a:lnSpc>
                  <a:spcPts val="2935"/>
                </a:lnSpc>
              </a:pPr>
              <a:endParaRPr/>
            </a:p>
          </p:txBody>
        </p:sp>
      </p:grpSp>
      <p:grpSp>
        <p:nvGrpSpPr>
          <p:cNvPr id="7" name="Group 7"/>
          <p:cNvGrpSpPr/>
          <p:nvPr/>
        </p:nvGrpSpPr>
        <p:grpSpPr>
          <a:xfrm>
            <a:off x="14382512" y="-1260972"/>
            <a:ext cx="7816504" cy="781650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2F4156"/>
            </a:solidFill>
          </p:spPr>
        </p:sp>
        <p:sp>
          <p:nvSpPr>
            <p:cNvPr id="9" name="TextBox 9"/>
            <p:cNvSpPr txBox="1"/>
            <p:nvPr/>
          </p:nvSpPr>
          <p:spPr>
            <a:xfrm>
              <a:off x="139700" y="44450"/>
              <a:ext cx="533400" cy="628650"/>
            </a:xfrm>
            <a:prstGeom prst="rect">
              <a:avLst/>
            </a:prstGeom>
          </p:spPr>
          <p:txBody>
            <a:bodyPr lIns="50800" tIns="50800" rIns="50800" bIns="50800" rtlCol="0" anchor="ctr"/>
            <a:lstStyle/>
            <a:p>
              <a:pPr algn="ctr">
                <a:lnSpc>
                  <a:spcPts val="2935"/>
                </a:lnSpc>
              </a:pPr>
              <a:endParaRPr/>
            </a:p>
          </p:txBody>
        </p:sp>
      </p:grpSp>
      <p:sp>
        <p:nvSpPr>
          <p:cNvPr id="10" name="Freeform 10"/>
          <p:cNvSpPr/>
          <p:nvPr/>
        </p:nvSpPr>
        <p:spPr>
          <a:xfrm>
            <a:off x="13690799" y="6743699"/>
            <a:ext cx="4339244" cy="4114800"/>
          </a:xfrm>
          <a:custGeom>
            <a:avLst/>
            <a:gdLst/>
            <a:ahLst/>
            <a:cxnLst/>
            <a:rect l="l" t="t" r="r" b="b"/>
            <a:pathLst>
              <a:path w="4339244" h="4114800">
                <a:moveTo>
                  <a:pt x="0" y="0"/>
                </a:moveTo>
                <a:lnTo>
                  <a:pt x="4339243" y="0"/>
                </a:lnTo>
                <a:lnTo>
                  <a:pt x="4339243"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flipH="1">
            <a:off x="244173" y="-512043"/>
            <a:ext cx="4339244" cy="4114800"/>
          </a:xfrm>
          <a:custGeom>
            <a:avLst/>
            <a:gdLst/>
            <a:ahLst/>
            <a:cxnLst/>
            <a:rect l="l" t="t" r="r" b="b"/>
            <a:pathLst>
              <a:path w="4339244" h="4114800">
                <a:moveTo>
                  <a:pt x="4339243" y="0"/>
                </a:moveTo>
                <a:lnTo>
                  <a:pt x="0" y="0"/>
                </a:lnTo>
                <a:lnTo>
                  <a:pt x="0" y="4114800"/>
                </a:lnTo>
                <a:lnTo>
                  <a:pt x="4339243" y="4114800"/>
                </a:lnTo>
                <a:lnTo>
                  <a:pt x="4339243"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a:off x="2413794" y="9258300"/>
            <a:ext cx="4387287" cy="1881049"/>
          </a:xfrm>
          <a:custGeom>
            <a:avLst/>
            <a:gdLst/>
            <a:ahLst/>
            <a:cxnLst/>
            <a:rect l="l" t="t" r="r" b="b"/>
            <a:pathLst>
              <a:path w="4387287" h="1881049">
                <a:moveTo>
                  <a:pt x="0" y="0"/>
                </a:moveTo>
                <a:lnTo>
                  <a:pt x="4387287" y="0"/>
                </a:lnTo>
                <a:lnTo>
                  <a:pt x="4387287" y="1881049"/>
                </a:lnTo>
                <a:lnTo>
                  <a:pt x="0" y="188104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10972670" y="-852349"/>
            <a:ext cx="4387287" cy="1881049"/>
          </a:xfrm>
          <a:custGeom>
            <a:avLst/>
            <a:gdLst/>
            <a:ahLst/>
            <a:cxnLst/>
            <a:rect l="l" t="t" r="r" b="b"/>
            <a:pathLst>
              <a:path w="4387287" h="1881049">
                <a:moveTo>
                  <a:pt x="0" y="0"/>
                </a:moveTo>
                <a:lnTo>
                  <a:pt x="4387287" y="0"/>
                </a:lnTo>
                <a:lnTo>
                  <a:pt x="4387287" y="1881049"/>
                </a:lnTo>
                <a:lnTo>
                  <a:pt x="0" y="188104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6261323" y="1489701"/>
            <a:ext cx="5765353" cy="1327150"/>
          </a:xfrm>
          <a:prstGeom prst="rect">
            <a:avLst/>
          </a:prstGeom>
        </p:spPr>
        <p:txBody>
          <a:bodyPr lIns="0" tIns="0" rIns="0" bIns="0" rtlCol="0" anchor="t">
            <a:spAutoFit/>
          </a:bodyPr>
          <a:lstStyle/>
          <a:p>
            <a:pPr algn="ctr">
              <a:lnSpc>
                <a:spcPts val="9799"/>
              </a:lnSpc>
            </a:pPr>
            <a:r>
              <a:rPr lang="en-US" sz="6999" b="1">
                <a:solidFill>
                  <a:srgbClr val="2F4156"/>
                </a:solidFill>
                <a:latin typeface="Clarendon Narrow Bold"/>
                <a:ea typeface="Clarendon Narrow Bold"/>
                <a:cs typeface="Clarendon Narrow Bold"/>
                <a:sym typeface="Clarendon Narrow Bold"/>
              </a:rPr>
              <a:t>Discussion</a:t>
            </a:r>
          </a:p>
        </p:txBody>
      </p:sp>
      <p:sp>
        <p:nvSpPr>
          <p:cNvPr id="15" name="TextBox 15"/>
          <p:cNvSpPr txBox="1"/>
          <p:nvPr/>
        </p:nvSpPr>
        <p:spPr>
          <a:xfrm>
            <a:off x="4287483" y="3477878"/>
            <a:ext cx="9713033" cy="4453255"/>
          </a:xfrm>
          <a:prstGeom prst="rect">
            <a:avLst/>
          </a:prstGeom>
        </p:spPr>
        <p:txBody>
          <a:bodyPr lIns="0" tIns="0" rIns="0" bIns="0" rtlCol="0" anchor="t">
            <a:spAutoFit/>
          </a:bodyPr>
          <a:lstStyle/>
          <a:p>
            <a:pPr algn="just">
              <a:lnSpc>
                <a:spcPts val="3919"/>
              </a:lnSpc>
              <a:spcBef>
                <a:spcPct val="0"/>
              </a:spcBef>
            </a:pPr>
            <a:r>
              <a:rPr lang="en-US" sz="2799">
                <a:solidFill>
                  <a:srgbClr val="2F4156"/>
                </a:solidFill>
                <a:latin typeface="Cloud"/>
                <a:ea typeface="Cloud"/>
                <a:cs typeface="Cloud"/>
                <a:sym typeface="Cloud"/>
              </a:rPr>
              <a:t>Lorem ipsum dolor sit amet, consectetur adipiscing elit. Ut tincidunt sapien sit amet tellus facilisis malesuada. Sed augue sapien, pellentesque ac sodales vitae, tempus luctus augue. Cras nec lacus dui. Proin ultricies vestibulum urna elementum facilisis. Maecenas maximus metus eu eros porttitor dictum non ac nisi. Cras quis massa non erat vestibulum pellentesque id sit amet justo. In volutpat orci vitae sem tristique, eu tempus leo gravida. Mauris at neque neque.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rot="2700000">
            <a:off x="14590867" y="-791896"/>
            <a:ext cx="6878351" cy="6878351"/>
          </a:xfrm>
          <a:custGeom>
            <a:avLst/>
            <a:gdLst/>
            <a:ahLst/>
            <a:cxnLst/>
            <a:rect l="l" t="t" r="r" b="b"/>
            <a:pathLst>
              <a:path w="6878351" h="6878351">
                <a:moveTo>
                  <a:pt x="0" y="0"/>
                </a:moveTo>
                <a:lnTo>
                  <a:pt x="6878351" y="0"/>
                </a:lnTo>
                <a:lnTo>
                  <a:pt x="6878351" y="6878352"/>
                </a:lnTo>
                <a:lnTo>
                  <a:pt x="0" y="6878352"/>
                </a:lnTo>
                <a:lnTo>
                  <a:pt x="0" y="0"/>
                </a:lnTo>
                <a:close/>
              </a:path>
            </a:pathLst>
          </a:custGeom>
          <a:blipFill>
            <a:blip r:embed="rId2"/>
            <a:stretch>
              <a:fillRect/>
            </a:stretch>
          </a:blipFill>
        </p:spPr>
      </p:sp>
      <p:sp>
        <p:nvSpPr>
          <p:cNvPr id="3" name="Freeform 3"/>
          <p:cNvSpPr/>
          <p:nvPr/>
        </p:nvSpPr>
        <p:spPr>
          <a:xfrm rot="2700000">
            <a:off x="-3195003" y="4071833"/>
            <a:ext cx="6878351" cy="6878351"/>
          </a:xfrm>
          <a:custGeom>
            <a:avLst/>
            <a:gdLst/>
            <a:ahLst/>
            <a:cxnLst/>
            <a:rect l="l" t="t" r="r" b="b"/>
            <a:pathLst>
              <a:path w="6878351" h="6878351">
                <a:moveTo>
                  <a:pt x="0" y="0"/>
                </a:moveTo>
                <a:lnTo>
                  <a:pt x="6878351" y="0"/>
                </a:lnTo>
                <a:lnTo>
                  <a:pt x="6878351" y="6878352"/>
                </a:lnTo>
                <a:lnTo>
                  <a:pt x="0" y="6878352"/>
                </a:lnTo>
                <a:lnTo>
                  <a:pt x="0" y="0"/>
                </a:lnTo>
                <a:close/>
              </a:path>
            </a:pathLst>
          </a:custGeom>
          <a:blipFill>
            <a:blip r:embed="rId2"/>
            <a:stretch>
              <a:fillRect/>
            </a:stretch>
          </a:blipFill>
        </p:spPr>
      </p:sp>
      <p:grpSp>
        <p:nvGrpSpPr>
          <p:cNvPr id="4" name="Group 4"/>
          <p:cNvGrpSpPr/>
          <p:nvPr/>
        </p:nvGrpSpPr>
        <p:grpSpPr>
          <a:xfrm>
            <a:off x="-3908252" y="3602757"/>
            <a:ext cx="7816504" cy="781650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2F4156"/>
            </a:solidFill>
          </p:spPr>
        </p:sp>
        <p:sp>
          <p:nvSpPr>
            <p:cNvPr id="6" name="TextBox 6"/>
            <p:cNvSpPr txBox="1"/>
            <p:nvPr/>
          </p:nvSpPr>
          <p:spPr>
            <a:xfrm>
              <a:off x="139700" y="44450"/>
              <a:ext cx="533400" cy="628650"/>
            </a:xfrm>
            <a:prstGeom prst="rect">
              <a:avLst/>
            </a:prstGeom>
          </p:spPr>
          <p:txBody>
            <a:bodyPr lIns="50800" tIns="50800" rIns="50800" bIns="50800" rtlCol="0" anchor="ctr"/>
            <a:lstStyle/>
            <a:p>
              <a:pPr algn="ctr">
                <a:lnSpc>
                  <a:spcPts val="2935"/>
                </a:lnSpc>
              </a:pPr>
              <a:endParaRPr/>
            </a:p>
          </p:txBody>
        </p:sp>
      </p:grpSp>
      <p:grpSp>
        <p:nvGrpSpPr>
          <p:cNvPr id="7" name="Group 7"/>
          <p:cNvGrpSpPr/>
          <p:nvPr/>
        </p:nvGrpSpPr>
        <p:grpSpPr>
          <a:xfrm>
            <a:off x="14382512" y="-1260972"/>
            <a:ext cx="7816504" cy="781650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2F4156"/>
            </a:solidFill>
          </p:spPr>
        </p:sp>
        <p:sp>
          <p:nvSpPr>
            <p:cNvPr id="9" name="TextBox 9"/>
            <p:cNvSpPr txBox="1"/>
            <p:nvPr/>
          </p:nvSpPr>
          <p:spPr>
            <a:xfrm>
              <a:off x="139700" y="44450"/>
              <a:ext cx="533400" cy="628650"/>
            </a:xfrm>
            <a:prstGeom prst="rect">
              <a:avLst/>
            </a:prstGeom>
          </p:spPr>
          <p:txBody>
            <a:bodyPr lIns="50800" tIns="50800" rIns="50800" bIns="50800" rtlCol="0" anchor="ctr"/>
            <a:lstStyle/>
            <a:p>
              <a:pPr algn="ctr">
                <a:lnSpc>
                  <a:spcPts val="2935"/>
                </a:lnSpc>
              </a:pPr>
              <a:endParaRPr/>
            </a:p>
          </p:txBody>
        </p:sp>
      </p:grpSp>
      <p:sp>
        <p:nvSpPr>
          <p:cNvPr id="10" name="Freeform 10"/>
          <p:cNvSpPr/>
          <p:nvPr/>
        </p:nvSpPr>
        <p:spPr>
          <a:xfrm>
            <a:off x="13690799" y="6743699"/>
            <a:ext cx="4339244" cy="4114800"/>
          </a:xfrm>
          <a:custGeom>
            <a:avLst/>
            <a:gdLst/>
            <a:ahLst/>
            <a:cxnLst/>
            <a:rect l="l" t="t" r="r" b="b"/>
            <a:pathLst>
              <a:path w="4339244" h="4114800">
                <a:moveTo>
                  <a:pt x="0" y="0"/>
                </a:moveTo>
                <a:lnTo>
                  <a:pt x="4339243" y="0"/>
                </a:lnTo>
                <a:lnTo>
                  <a:pt x="4339243"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flipH="1">
            <a:off x="244173" y="-512043"/>
            <a:ext cx="4339244" cy="4114800"/>
          </a:xfrm>
          <a:custGeom>
            <a:avLst/>
            <a:gdLst/>
            <a:ahLst/>
            <a:cxnLst/>
            <a:rect l="l" t="t" r="r" b="b"/>
            <a:pathLst>
              <a:path w="4339244" h="4114800">
                <a:moveTo>
                  <a:pt x="4339243" y="0"/>
                </a:moveTo>
                <a:lnTo>
                  <a:pt x="0" y="0"/>
                </a:lnTo>
                <a:lnTo>
                  <a:pt x="0" y="4114800"/>
                </a:lnTo>
                <a:lnTo>
                  <a:pt x="4339243" y="4114800"/>
                </a:lnTo>
                <a:lnTo>
                  <a:pt x="4339243"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a:off x="2413794" y="9258300"/>
            <a:ext cx="4387287" cy="1881049"/>
          </a:xfrm>
          <a:custGeom>
            <a:avLst/>
            <a:gdLst/>
            <a:ahLst/>
            <a:cxnLst/>
            <a:rect l="l" t="t" r="r" b="b"/>
            <a:pathLst>
              <a:path w="4387287" h="1881049">
                <a:moveTo>
                  <a:pt x="0" y="0"/>
                </a:moveTo>
                <a:lnTo>
                  <a:pt x="4387287" y="0"/>
                </a:lnTo>
                <a:lnTo>
                  <a:pt x="4387287" y="1881049"/>
                </a:lnTo>
                <a:lnTo>
                  <a:pt x="0" y="188104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10972670" y="-852349"/>
            <a:ext cx="4387287" cy="1881049"/>
          </a:xfrm>
          <a:custGeom>
            <a:avLst/>
            <a:gdLst/>
            <a:ahLst/>
            <a:cxnLst/>
            <a:rect l="l" t="t" r="r" b="b"/>
            <a:pathLst>
              <a:path w="4387287" h="1881049">
                <a:moveTo>
                  <a:pt x="0" y="0"/>
                </a:moveTo>
                <a:lnTo>
                  <a:pt x="4387287" y="0"/>
                </a:lnTo>
                <a:lnTo>
                  <a:pt x="4387287" y="1881049"/>
                </a:lnTo>
                <a:lnTo>
                  <a:pt x="0" y="188104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4288865" y="3306638"/>
            <a:ext cx="9713033" cy="4453255"/>
          </a:xfrm>
          <a:prstGeom prst="rect">
            <a:avLst/>
          </a:prstGeom>
        </p:spPr>
        <p:txBody>
          <a:bodyPr lIns="0" tIns="0" rIns="0" bIns="0" rtlCol="0" anchor="t">
            <a:spAutoFit/>
          </a:bodyPr>
          <a:lstStyle/>
          <a:p>
            <a:pPr algn="just">
              <a:lnSpc>
                <a:spcPts val="3919"/>
              </a:lnSpc>
              <a:spcBef>
                <a:spcPct val="0"/>
              </a:spcBef>
            </a:pPr>
            <a:r>
              <a:rPr lang="en-US" sz="2799">
                <a:solidFill>
                  <a:srgbClr val="2F4156"/>
                </a:solidFill>
                <a:latin typeface="Cloud"/>
                <a:ea typeface="Cloud"/>
                <a:cs typeface="Cloud"/>
                <a:sym typeface="Cloud"/>
              </a:rPr>
              <a:t>Lorem ipsum dolor sit amet, consectetur adipiscing elit. Ut tincidunt sapien sit amet tellus facilisis malesuada. Sed augue sapien, pellentesque ac sodales vitae, tempus luctus augue. Cras nec lacus dui. Proin ultricies vestibulum urna elementum facilisis. Maecenas maximus metus eu eros porttitor dictum non ac nisi. Cras quis massa non erat vestibulum pellentesque id sit amet justo. In volutpat orci vitae sem tristique, eu tempus leo gravida. Mauris at neque neque.</a:t>
            </a:r>
          </a:p>
        </p:txBody>
      </p:sp>
      <p:sp>
        <p:nvSpPr>
          <p:cNvPr id="15" name="TextBox 15"/>
          <p:cNvSpPr txBox="1"/>
          <p:nvPr/>
        </p:nvSpPr>
        <p:spPr>
          <a:xfrm>
            <a:off x="5203709" y="1404081"/>
            <a:ext cx="7883347" cy="1327150"/>
          </a:xfrm>
          <a:prstGeom prst="rect">
            <a:avLst/>
          </a:prstGeom>
        </p:spPr>
        <p:txBody>
          <a:bodyPr lIns="0" tIns="0" rIns="0" bIns="0" rtlCol="0" anchor="t">
            <a:spAutoFit/>
          </a:bodyPr>
          <a:lstStyle/>
          <a:p>
            <a:pPr algn="ctr">
              <a:lnSpc>
                <a:spcPts val="9799"/>
              </a:lnSpc>
            </a:pPr>
            <a:r>
              <a:rPr lang="en-US" sz="6999" b="1">
                <a:solidFill>
                  <a:srgbClr val="2F4156"/>
                </a:solidFill>
                <a:latin typeface="Clarendon Narrow Bold"/>
                <a:ea typeface="Clarendon Narrow Bold"/>
                <a:cs typeface="Clarendon Narrow Bold"/>
                <a:sym typeface="Clarendon Narrow Bold"/>
              </a:rPr>
              <a:t>Conclusion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F4156"/>
        </a:solidFill>
        <a:effectLst/>
      </p:bgPr>
    </p:bg>
    <p:spTree>
      <p:nvGrpSpPr>
        <p:cNvPr id="1" name=""/>
        <p:cNvGrpSpPr/>
        <p:nvPr/>
      </p:nvGrpSpPr>
      <p:grpSpPr>
        <a:xfrm>
          <a:off x="0" y="0"/>
          <a:ext cx="0" cy="0"/>
          <a:chOff x="0" y="0"/>
          <a:chExt cx="0" cy="0"/>
        </a:xfrm>
      </p:grpSpPr>
      <p:sp>
        <p:nvSpPr>
          <p:cNvPr id="2" name="Freeform 2"/>
          <p:cNvSpPr/>
          <p:nvPr/>
        </p:nvSpPr>
        <p:spPr>
          <a:xfrm>
            <a:off x="5766687" y="1767594"/>
            <a:ext cx="6754627" cy="6751812"/>
          </a:xfrm>
          <a:custGeom>
            <a:avLst/>
            <a:gdLst/>
            <a:ahLst/>
            <a:cxnLst/>
            <a:rect l="l" t="t" r="r" b="b"/>
            <a:pathLst>
              <a:path w="6754627" h="6751812">
                <a:moveTo>
                  <a:pt x="0" y="0"/>
                </a:moveTo>
                <a:lnTo>
                  <a:pt x="6754626" y="0"/>
                </a:lnTo>
                <a:lnTo>
                  <a:pt x="6754626" y="6751812"/>
                </a:lnTo>
                <a:lnTo>
                  <a:pt x="0" y="6751812"/>
                </a:lnTo>
                <a:lnTo>
                  <a:pt x="0" y="0"/>
                </a:lnTo>
                <a:close/>
              </a:path>
            </a:pathLst>
          </a:custGeom>
          <a:blipFill>
            <a:blip r:embed="rId2"/>
            <a:stretch>
              <a:fillRect/>
            </a:stretch>
          </a:blipFill>
        </p:spPr>
      </p:sp>
      <p:sp>
        <p:nvSpPr>
          <p:cNvPr id="3" name="Freeform 3"/>
          <p:cNvSpPr/>
          <p:nvPr/>
        </p:nvSpPr>
        <p:spPr>
          <a:xfrm>
            <a:off x="-309201" y="227316"/>
            <a:ext cx="4754496" cy="4114800"/>
          </a:xfrm>
          <a:custGeom>
            <a:avLst/>
            <a:gdLst/>
            <a:ahLst/>
            <a:cxnLst/>
            <a:rect l="l" t="t" r="r" b="b"/>
            <a:pathLst>
              <a:path w="4754496" h="4114800">
                <a:moveTo>
                  <a:pt x="0" y="0"/>
                </a:moveTo>
                <a:lnTo>
                  <a:pt x="4754496" y="0"/>
                </a:lnTo>
                <a:lnTo>
                  <a:pt x="4754496"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3244401" y="5866745"/>
            <a:ext cx="4804968" cy="4114800"/>
          </a:xfrm>
          <a:custGeom>
            <a:avLst/>
            <a:gdLst/>
            <a:ahLst/>
            <a:cxnLst/>
            <a:rect l="l" t="t" r="r" b="b"/>
            <a:pathLst>
              <a:path w="4804968" h="4114800">
                <a:moveTo>
                  <a:pt x="0" y="0"/>
                </a:moveTo>
                <a:lnTo>
                  <a:pt x="4804969" y="0"/>
                </a:lnTo>
                <a:lnTo>
                  <a:pt x="4804969"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330495" y="5866745"/>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0342795" y="-3887484"/>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6154780" y="4010977"/>
            <a:ext cx="5978441" cy="2379346"/>
          </a:xfrm>
          <a:prstGeom prst="rect">
            <a:avLst/>
          </a:prstGeom>
        </p:spPr>
        <p:txBody>
          <a:bodyPr lIns="0" tIns="0" rIns="0" bIns="0" rtlCol="0" anchor="t">
            <a:spAutoFit/>
          </a:bodyPr>
          <a:lstStyle/>
          <a:p>
            <a:pPr algn="ctr">
              <a:lnSpc>
                <a:spcPts val="8265"/>
              </a:lnSpc>
            </a:pPr>
            <a:r>
              <a:rPr lang="en-US" sz="9500" b="1">
                <a:solidFill>
                  <a:srgbClr val="F5EFEB"/>
                </a:solidFill>
                <a:latin typeface="Clarendon Narrow Bold"/>
                <a:ea typeface="Clarendon Narrow Bold"/>
                <a:cs typeface="Clarendon Narrow Bold"/>
                <a:sym typeface="Clarendon Narrow Bold"/>
              </a:rPr>
              <a:t>Q&amp;A Session?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EFEB"/>
        </a:solidFill>
        <a:effectLst/>
      </p:bgPr>
    </p:bg>
    <p:spTree>
      <p:nvGrpSpPr>
        <p:cNvPr id="1" name=""/>
        <p:cNvGrpSpPr/>
        <p:nvPr/>
      </p:nvGrpSpPr>
      <p:grpSpPr>
        <a:xfrm>
          <a:off x="0" y="0"/>
          <a:ext cx="0" cy="0"/>
          <a:chOff x="0" y="0"/>
          <a:chExt cx="0" cy="0"/>
        </a:xfrm>
      </p:grpSpPr>
      <p:sp>
        <p:nvSpPr>
          <p:cNvPr id="2" name="Freeform 2"/>
          <p:cNvSpPr/>
          <p:nvPr/>
        </p:nvSpPr>
        <p:spPr>
          <a:xfrm>
            <a:off x="4699198" y="665151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5093484" y="-383408"/>
            <a:ext cx="11067650" cy="11053816"/>
          </a:xfrm>
          <a:custGeom>
            <a:avLst/>
            <a:gdLst/>
            <a:ahLst/>
            <a:cxnLst/>
            <a:rect l="l" t="t" r="r" b="b"/>
            <a:pathLst>
              <a:path w="11067650" h="11053816">
                <a:moveTo>
                  <a:pt x="0" y="0"/>
                </a:moveTo>
                <a:lnTo>
                  <a:pt x="11067651" y="0"/>
                </a:lnTo>
                <a:lnTo>
                  <a:pt x="11067651" y="11053816"/>
                </a:lnTo>
                <a:lnTo>
                  <a:pt x="0" y="11053816"/>
                </a:lnTo>
                <a:lnTo>
                  <a:pt x="0" y="0"/>
                </a:lnTo>
                <a:close/>
              </a:path>
            </a:pathLst>
          </a:custGeom>
          <a:blipFill>
            <a:blip r:embed="rId3"/>
            <a:stretch>
              <a:fillRect/>
            </a:stretch>
          </a:blipFill>
        </p:spPr>
      </p:sp>
      <p:grpSp>
        <p:nvGrpSpPr>
          <p:cNvPr id="4" name="Group 4"/>
          <p:cNvGrpSpPr/>
          <p:nvPr/>
        </p:nvGrpSpPr>
        <p:grpSpPr>
          <a:xfrm rot="5400000">
            <a:off x="7857602" y="-1836977"/>
            <a:ext cx="11343275" cy="13960954"/>
            <a:chOff x="0" y="0"/>
            <a:chExt cx="660400" cy="812800"/>
          </a:xfrm>
        </p:grpSpPr>
        <p:sp>
          <p:nvSpPr>
            <p:cNvPr id="5" name="Freeform 5"/>
            <p:cNvSpPr/>
            <p:nvPr/>
          </p:nvSpPr>
          <p:spPr>
            <a:xfrm>
              <a:off x="0" y="0"/>
              <a:ext cx="660400" cy="812800"/>
            </a:xfrm>
            <a:custGeom>
              <a:avLst/>
              <a:gdLst/>
              <a:ahLst/>
              <a:cxnLst/>
              <a:rect l="l" t="t" r="r" b="b"/>
              <a:pathLst>
                <a:path w="660400" h="8128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2F4156"/>
            </a:solidFill>
          </p:spPr>
        </p:sp>
        <p:sp>
          <p:nvSpPr>
            <p:cNvPr id="6" name="TextBox 6"/>
            <p:cNvSpPr txBox="1"/>
            <p:nvPr/>
          </p:nvSpPr>
          <p:spPr>
            <a:xfrm>
              <a:off x="0" y="-95250"/>
              <a:ext cx="660400" cy="781050"/>
            </a:xfrm>
            <a:prstGeom prst="rect">
              <a:avLst/>
            </a:prstGeom>
          </p:spPr>
          <p:txBody>
            <a:bodyPr lIns="50800" tIns="50800" rIns="50800" bIns="50800" rtlCol="0" anchor="ctr"/>
            <a:lstStyle/>
            <a:p>
              <a:pPr algn="ctr">
                <a:lnSpc>
                  <a:spcPts val="2935"/>
                </a:lnSpc>
              </a:pPr>
              <a:endParaRPr/>
            </a:p>
          </p:txBody>
        </p:sp>
      </p:grpSp>
      <p:sp>
        <p:nvSpPr>
          <p:cNvPr id="7" name="Freeform 7"/>
          <p:cNvSpPr/>
          <p:nvPr/>
        </p:nvSpPr>
        <p:spPr>
          <a:xfrm>
            <a:off x="-333092" y="-383408"/>
            <a:ext cx="5426576" cy="4676722"/>
          </a:xfrm>
          <a:custGeom>
            <a:avLst/>
            <a:gdLst/>
            <a:ahLst/>
            <a:cxnLst/>
            <a:rect l="l" t="t" r="r" b="b"/>
            <a:pathLst>
              <a:path w="5426576" h="4676722">
                <a:moveTo>
                  <a:pt x="0" y="0"/>
                </a:moveTo>
                <a:lnTo>
                  <a:pt x="5426576" y="0"/>
                </a:lnTo>
                <a:lnTo>
                  <a:pt x="5426576" y="4676722"/>
                </a:lnTo>
                <a:lnTo>
                  <a:pt x="0" y="467672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flipH="1" flipV="1">
            <a:off x="204154" y="7647498"/>
            <a:ext cx="2176042" cy="2427633"/>
          </a:xfrm>
          <a:custGeom>
            <a:avLst/>
            <a:gdLst/>
            <a:ahLst/>
            <a:cxnLst/>
            <a:rect l="l" t="t" r="r" b="b"/>
            <a:pathLst>
              <a:path w="2176042" h="2427633">
                <a:moveTo>
                  <a:pt x="2176042" y="2427634"/>
                </a:moveTo>
                <a:lnTo>
                  <a:pt x="0" y="2427634"/>
                </a:lnTo>
                <a:lnTo>
                  <a:pt x="0" y="0"/>
                </a:lnTo>
                <a:lnTo>
                  <a:pt x="2176042" y="0"/>
                </a:lnTo>
                <a:lnTo>
                  <a:pt x="2176042" y="2427634"/>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7072145" y="3411592"/>
            <a:ext cx="9612372" cy="3673366"/>
          </a:xfrm>
          <a:prstGeom prst="rect">
            <a:avLst/>
          </a:prstGeom>
        </p:spPr>
        <p:txBody>
          <a:bodyPr lIns="0" tIns="0" rIns="0" bIns="0" rtlCol="0" anchor="t">
            <a:spAutoFit/>
          </a:bodyPr>
          <a:lstStyle/>
          <a:p>
            <a:pPr algn="ctr">
              <a:lnSpc>
                <a:spcPts val="12687"/>
              </a:lnSpc>
            </a:pPr>
            <a:r>
              <a:rPr lang="en-US" sz="14926">
                <a:solidFill>
                  <a:srgbClr val="F5EFEB"/>
                </a:solidFill>
                <a:latin typeface="Clarendon Narrow"/>
                <a:ea typeface="Clarendon Narrow"/>
                <a:cs typeface="Clarendon Narrow"/>
                <a:sym typeface="Clarendon Narrow"/>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490</Words>
  <Application>Microsoft Office PowerPoint</Application>
  <PresentationFormat>Произвольный</PresentationFormat>
  <Paragraphs>30</Paragraphs>
  <Slides>11</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11</vt:i4>
      </vt:variant>
    </vt:vector>
  </HeadingPairs>
  <TitlesOfParts>
    <vt:vector size="18" baseType="lpstr">
      <vt:lpstr>Clarendon Narrow</vt:lpstr>
      <vt:lpstr>Calibri</vt:lpstr>
      <vt:lpstr>Cloud Bold</vt:lpstr>
      <vt:lpstr>Arial</vt:lpstr>
      <vt:lpstr>Cloud</vt:lpstr>
      <vt:lpstr>Clarendon Narrow 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Beige Geometry Group Project Presentation</dc:title>
  <cp:lastModifiedBy>sekal sekal</cp:lastModifiedBy>
  <cp:revision>2</cp:revision>
  <dcterms:created xsi:type="dcterms:W3CDTF">2006-08-16T00:00:00Z</dcterms:created>
  <dcterms:modified xsi:type="dcterms:W3CDTF">2026-04-12T20:18:42Z</dcterms:modified>
  <dc:identifier>DAHGrM47RkE</dc:identifier>
</cp:coreProperties>
</file>