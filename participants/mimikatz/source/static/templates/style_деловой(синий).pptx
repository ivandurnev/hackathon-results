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redoka" charset="1" panose="02000000000000000000"/>
      <p:regular r:id="rId17"/>
    </p:embeddedFont>
    <p:embeddedFont>
      <p:font typeface="Quicksand" charset="1" panose="00000000000000000000"/>
      <p:regular r:id="rId18"/>
    </p:embeddedFont>
    <p:embeddedFont>
      <p:font typeface="Quicksand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05478"/>
            <a:chOff x="0" y="0"/>
            <a:chExt cx="4274726" cy="212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2142"/>
            </a:xfrm>
            <a:custGeom>
              <a:avLst/>
              <a:gdLst/>
              <a:ahLst/>
              <a:cxnLst/>
              <a:rect r="r" b="b" t="t" l="l"/>
              <a:pathLst>
                <a:path h="2121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2142"/>
                  </a:lnTo>
                  <a:lnTo>
                    <a:pt x="0" y="2121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50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0699" y="3686175"/>
            <a:ext cx="10525583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COMPUTER NETWORKS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8450580"/>
            <a:ext cx="16230600" cy="805478"/>
            <a:chOff x="0" y="0"/>
            <a:chExt cx="4274726" cy="2121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2142"/>
            </a:xfrm>
            <a:custGeom>
              <a:avLst/>
              <a:gdLst/>
              <a:ahLst/>
              <a:cxnLst/>
              <a:rect r="r" b="b" t="t" l="l"/>
              <a:pathLst>
                <a:path h="2121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2142"/>
                  </a:lnTo>
                  <a:lnTo>
                    <a:pt x="0" y="2121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250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700000">
            <a:off x="10908772" y="3978227"/>
            <a:ext cx="10707063" cy="8458580"/>
          </a:xfrm>
          <a:custGeom>
            <a:avLst/>
            <a:gdLst/>
            <a:ahLst/>
            <a:cxnLst/>
            <a:rect r="r" b="b" t="t" l="l"/>
            <a:pathLst>
              <a:path h="8458580" w="10707063">
                <a:moveTo>
                  <a:pt x="0" y="0"/>
                </a:moveTo>
                <a:lnTo>
                  <a:pt x="10707063" y="0"/>
                </a:lnTo>
                <a:lnTo>
                  <a:pt x="10707063" y="8458580"/>
                </a:lnTo>
                <a:lnTo>
                  <a:pt x="0" y="845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92864" y="1137116"/>
            <a:ext cx="55245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GCSE Computer Science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70636" y="1137116"/>
            <a:ext cx="55245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Computer Networks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2864" y="8564880"/>
            <a:ext cx="55245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Mr Mitchell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4938" y="914400"/>
            <a:ext cx="1547812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LEARNING 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621480"/>
            <a:ext cx="16230600" cy="1666875"/>
            <a:chOff x="0" y="0"/>
            <a:chExt cx="4274726" cy="4390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439012"/>
            </a:xfrm>
            <a:custGeom>
              <a:avLst/>
              <a:gdLst/>
              <a:ahLst/>
              <a:cxnLst/>
              <a:rect r="r" b="b" t="t" l="l"/>
              <a:pathLst>
                <a:path h="43901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439012"/>
                  </a:lnTo>
                  <a:lnTo>
                    <a:pt x="0" y="4390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477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04937" y="3085348"/>
            <a:ext cx="15478125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Define what a computer network is.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5106453"/>
            <a:ext cx="16230600" cy="1666875"/>
            <a:chOff x="0" y="0"/>
            <a:chExt cx="4274726" cy="4390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439012"/>
            </a:xfrm>
            <a:custGeom>
              <a:avLst/>
              <a:gdLst/>
              <a:ahLst/>
              <a:cxnLst/>
              <a:rect r="r" b="b" t="t" l="l"/>
              <a:pathLst>
                <a:path h="43901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439012"/>
                  </a:lnTo>
                  <a:lnTo>
                    <a:pt x="0" y="4390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477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04938" y="5570320"/>
            <a:ext cx="15478125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Discuss the advantages and disadvantages of computer networks.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7591425"/>
            <a:ext cx="16230600" cy="1666875"/>
            <a:chOff x="0" y="0"/>
            <a:chExt cx="4274726" cy="4390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439012"/>
            </a:xfrm>
            <a:custGeom>
              <a:avLst/>
              <a:gdLst/>
              <a:ahLst/>
              <a:cxnLst/>
              <a:rect r="r" b="b" t="t" l="l"/>
              <a:pathLst>
                <a:path h="43901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439012"/>
                  </a:lnTo>
                  <a:lnTo>
                    <a:pt x="0" y="4390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74726" cy="477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4937" y="8055293"/>
            <a:ext cx="15478125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Describe the main types of computer network.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48749" y="1028700"/>
            <a:ext cx="10715625" cy="8229600"/>
            <a:chOff x="0" y="0"/>
            <a:chExt cx="282222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222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822222">
                  <a:moveTo>
                    <a:pt x="0" y="0"/>
                  </a:moveTo>
                  <a:lnTo>
                    <a:pt x="2822222" y="0"/>
                  </a:lnTo>
                  <a:lnTo>
                    <a:pt x="282222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2222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54067" y="7362527"/>
            <a:ext cx="9904989" cy="1524000"/>
            <a:chOff x="0" y="0"/>
            <a:chExt cx="2608721" cy="401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8721" cy="401383"/>
            </a:xfrm>
            <a:custGeom>
              <a:avLst/>
              <a:gdLst/>
              <a:ahLst/>
              <a:cxnLst/>
              <a:rect r="r" b="b" t="t" l="l"/>
              <a:pathLst>
                <a:path h="401383" w="2608721">
                  <a:moveTo>
                    <a:pt x="0" y="0"/>
                  </a:moveTo>
                  <a:lnTo>
                    <a:pt x="2608721" y="0"/>
                  </a:lnTo>
                  <a:lnTo>
                    <a:pt x="2608721" y="401383"/>
                  </a:lnTo>
                  <a:lnTo>
                    <a:pt x="0" y="401383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08721" cy="43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240001" y="7568267"/>
            <a:ext cx="933312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The term ‘computer’ can mean a range of different devices, including laptops, tablets and smartphones.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4938" y="3977005"/>
            <a:ext cx="4762500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COMPUTER NETWORKS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54067" y="1370123"/>
            <a:ext cx="9904989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 computer network is two or more computers connected together, whereas a</a:t>
            </a: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computer that is not connected to a network is stand-alone.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28289" y="3438823"/>
            <a:ext cx="6156543" cy="3409353"/>
            <a:chOff x="0" y="0"/>
            <a:chExt cx="8208725" cy="45458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10797" cy="4097305"/>
            </a:xfrm>
            <a:custGeom>
              <a:avLst/>
              <a:gdLst/>
              <a:ahLst/>
              <a:cxnLst/>
              <a:rect r="r" b="b" t="t" l="l"/>
              <a:pathLst>
                <a:path h="4097305" w="3210797">
                  <a:moveTo>
                    <a:pt x="0" y="0"/>
                  </a:moveTo>
                  <a:lnTo>
                    <a:pt x="3210797" y="0"/>
                  </a:lnTo>
                  <a:lnTo>
                    <a:pt x="3210797" y="4097305"/>
                  </a:lnTo>
                  <a:lnTo>
                    <a:pt x="0" y="4097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4997927" y="448499"/>
              <a:ext cx="3210797" cy="4097305"/>
            </a:xfrm>
            <a:custGeom>
              <a:avLst/>
              <a:gdLst/>
              <a:ahLst/>
              <a:cxnLst/>
              <a:rect r="r" b="b" t="t" l="l"/>
              <a:pathLst>
                <a:path h="4097305" w="3210797">
                  <a:moveTo>
                    <a:pt x="3210798" y="0"/>
                  </a:moveTo>
                  <a:lnTo>
                    <a:pt x="0" y="0"/>
                  </a:lnTo>
                  <a:lnTo>
                    <a:pt x="0" y="4097305"/>
                  </a:lnTo>
                  <a:lnTo>
                    <a:pt x="3210798" y="4097305"/>
                  </a:lnTo>
                  <a:lnTo>
                    <a:pt x="3210798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1344" y="3862907"/>
              <a:ext cx="2593339" cy="419924"/>
            </a:xfrm>
            <a:custGeom>
              <a:avLst/>
              <a:gdLst/>
              <a:ahLst/>
              <a:cxnLst/>
              <a:rect r="r" b="b" t="t" l="l"/>
              <a:pathLst>
                <a:path h="419924" w="2593339">
                  <a:moveTo>
                    <a:pt x="0" y="0"/>
                  </a:moveTo>
                  <a:lnTo>
                    <a:pt x="2593338" y="0"/>
                  </a:lnTo>
                  <a:lnTo>
                    <a:pt x="2593338" y="419925"/>
                  </a:lnTo>
                  <a:lnTo>
                    <a:pt x="0" y="419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88085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24495" y="4097305"/>
              <a:ext cx="2532191" cy="419924"/>
            </a:xfrm>
            <a:custGeom>
              <a:avLst/>
              <a:gdLst/>
              <a:ahLst/>
              <a:cxnLst/>
              <a:rect r="r" b="b" t="t" l="l"/>
              <a:pathLst>
                <a:path h="419924" w="2532191">
                  <a:moveTo>
                    <a:pt x="0" y="0"/>
                  </a:moveTo>
                  <a:lnTo>
                    <a:pt x="2532191" y="0"/>
                  </a:lnTo>
                  <a:lnTo>
                    <a:pt x="2532191" y="419924"/>
                  </a:lnTo>
                  <a:lnTo>
                    <a:pt x="0" y="41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88085" r="-2414" b="0"/>
              </a:stretch>
            </a:blipFill>
          </p:spPr>
        </p:sp>
      </p:grp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4938" y="914400"/>
            <a:ext cx="1547812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ADVANTAGES OF NETWORKING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759054" y="2917667"/>
            <a:ext cx="6338111" cy="2571750"/>
            <a:chOff x="0" y="0"/>
            <a:chExt cx="1669297" cy="677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9297" cy="677333"/>
            </a:xfrm>
            <a:custGeom>
              <a:avLst/>
              <a:gdLst/>
              <a:ahLst/>
              <a:cxnLst/>
              <a:rect r="r" b="b" t="t" l="l"/>
              <a:pathLst>
                <a:path h="677333" w="1669297">
                  <a:moveTo>
                    <a:pt x="0" y="0"/>
                  </a:moveTo>
                  <a:lnTo>
                    <a:pt x="1669297" y="0"/>
                  </a:lnTo>
                  <a:lnTo>
                    <a:pt x="1669297" y="677333"/>
                  </a:lnTo>
                  <a:lnTo>
                    <a:pt x="0" y="677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69297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59054" y="6299403"/>
            <a:ext cx="6338111" cy="2571750"/>
            <a:chOff x="0" y="0"/>
            <a:chExt cx="1669297" cy="677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9297" cy="677333"/>
            </a:xfrm>
            <a:custGeom>
              <a:avLst/>
              <a:gdLst/>
              <a:ahLst/>
              <a:cxnLst/>
              <a:rect r="r" b="b" t="t" l="l"/>
              <a:pathLst>
                <a:path h="677333" w="1669297">
                  <a:moveTo>
                    <a:pt x="0" y="0"/>
                  </a:moveTo>
                  <a:lnTo>
                    <a:pt x="1669297" y="0"/>
                  </a:lnTo>
                  <a:lnTo>
                    <a:pt x="1669297" y="677333"/>
                  </a:lnTo>
                  <a:lnTo>
                    <a:pt x="0" y="677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69297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48939" y="5894591"/>
            <a:ext cx="2096453" cy="3381375"/>
          </a:xfrm>
          <a:custGeom>
            <a:avLst/>
            <a:gdLst/>
            <a:ahLst/>
            <a:cxnLst/>
            <a:rect r="r" b="b" t="t" l="l"/>
            <a:pathLst>
              <a:path h="3381375" w="2096453">
                <a:moveTo>
                  <a:pt x="0" y="0"/>
                </a:moveTo>
                <a:lnTo>
                  <a:pt x="2096452" y="0"/>
                </a:lnTo>
                <a:lnTo>
                  <a:pt x="2096452" y="3381375"/>
                </a:lnTo>
                <a:lnTo>
                  <a:pt x="0" y="338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35373" y="2512674"/>
            <a:ext cx="2323927" cy="3381375"/>
          </a:xfrm>
          <a:custGeom>
            <a:avLst/>
            <a:gdLst/>
            <a:ahLst/>
            <a:cxnLst/>
            <a:rect r="r" b="b" t="t" l="l"/>
            <a:pathLst>
              <a:path h="3381375" w="2323927">
                <a:moveTo>
                  <a:pt x="0" y="0"/>
                </a:moveTo>
                <a:lnTo>
                  <a:pt x="2323927" y="0"/>
                </a:lnTo>
                <a:lnTo>
                  <a:pt x="2323927" y="3381375"/>
                </a:lnTo>
                <a:lnTo>
                  <a:pt x="0" y="338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82373" y="3123407"/>
            <a:ext cx="4333875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One internet connection can be used for multiple different devices using a router.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82373" y="6505143"/>
            <a:ext cx="4333875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User accounts and software can be deployed across network computers.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2917667"/>
            <a:ext cx="6338111" cy="2571750"/>
            <a:chOff x="0" y="0"/>
            <a:chExt cx="1669297" cy="677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69297" cy="677333"/>
            </a:xfrm>
            <a:custGeom>
              <a:avLst/>
              <a:gdLst/>
              <a:ahLst/>
              <a:cxnLst/>
              <a:rect r="r" b="b" t="t" l="l"/>
              <a:pathLst>
                <a:path h="677333" w="1669297">
                  <a:moveTo>
                    <a:pt x="0" y="0"/>
                  </a:moveTo>
                  <a:lnTo>
                    <a:pt x="1669297" y="0"/>
                  </a:lnTo>
                  <a:lnTo>
                    <a:pt x="1669297" y="677333"/>
                  </a:lnTo>
                  <a:lnTo>
                    <a:pt x="0" y="677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69297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204724" y="2512674"/>
            <a:ext cx="2324175" cy="3381736"/>
          </a:xfrm>
          <a:custGeom>
            <a:avLst/>
            <a:gdLst/>
            <a:ahLst/>
            <a:cxnLst/>
            <a:rect r="r" b="b" t="t" l="l"/>
            <a:pathLst>
              <a:path h="3381736" w="2324175">
                <a:moveTo>
                  <a:pt x="0" y="0"/>
                </a:moveTo>
                <a:lnTo>
                  <a:pt x="2324175" y="0"/>
                </a:lnTo>
                <a:lnTo>
                  <a:pt x="2324175" y="3381736"/>
                </a:lnTo>
                <a:lnTo>
                  <a:pt x="0" y="3381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28700" y="6299403"/>
            <a:ext cx="6338111" cy="2571750"/>
            <a:chOff x="0" y="0"/>
            <a:chExt cx="1669297" cy="677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69297" cy="677333"/>
            </a:xfrm>
            <a:custGeom>
              <a:avLst/>
              <a:gdLst/>
              <a:ahLst/>
              <a:cxnLst/>
              <a:rect r="r" b="b" t="t" l="l"/>
              <a:pathLst>
                <a:path h="677333" w="1669297">
                  <a:moveTo>
                    <a:pt x="0" y="0"/>
                  </a:moveTo>
                  <a:lnTo>
                    <a:pt x="1669297" y="0"/>
                  </a:lnTo>
                  <a:lnTo>
                    <a:pt x="1669297" y="677333"/>
                  </a:lnTo>
                  <a:lnTo>
                    <a:pt x="0" y="677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69297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2019" y="3123407"/>
            <a:ext cx="4333875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Files are stored centrally on a server so can be accessed on computers across the network.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2019" y="6505143"/>
            <a:ext cx="4333875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Devices (e.g. printers, scanners) are accessible on any network connected computer.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204724" y="5894591"/>
            <a:ext cx="2323927" cy="3381375"/>
          </a:xfrm>
          <a:custGeom>
            <a:avLst/>
            <a:gdLst/>
            <a:ahLst/>
            <a:cxnLst/>
            <a:rect r="r" b="b" t="t" l="l"/>
            <a:pathLst>
              <a:path h="3381375" w="2323927">
                <a:moveTo>
                  <a:pt x="0" y="0"/>
                </a:moveTo>
                <a:lnTo>
                  <a:pt x="2323927" y="0"/>
                </a:lnTo>
                <a:lnTo>
                  <a:pt x="2323927" y="3381375"/>
                </a:lnTo>
                <a:lnTo>
                  <a:pt x="0" y="338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21480"/>
            <a:ext cx="16230600" cy="6636820"/>
            <a:chOff x="0" y="0"/>
            <a:chExt cx="4274726" cy="17479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747969"/>
            </a:xfrm>
            <a:custGeom>
              <a:avLst/>
              <a:gdLst/>
              <a:ahLst/>
              <a:cxnLst/>
              <a:rect r="r" b="b" t="t" l="l"/>
              <a:pathLst>
                <a:path h="174796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47969"/>
                  </a:lnTo>
                  <a:lnTo>
                    <a:pt x="0" y="17479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178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3405" y="3374207"/>
            <a:ext cx="4100463" cy="952500"/>
            <a:chOff x="0" y="0"/>
            <a:chExt cx="1079957" cy="2508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957" cy="250864"/>
            </a:xfrm>
            <a:custGeom>
              <a:avLst/>
              <a:gdLst/>
              <a:ahLst/>
              <a:cxnLst/>
              <a:rect r="r" b="b" t="t" l="l"/>
              <a:pathLst>
                <a:path h="250864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957" cy="288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3405" y="3850457"/>
            <a:ext cx="4100463" cy="4762500"/>
            <a:chOff x="0" y="0"/>
            <a:chExt cx="1079957" cy="1254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957" cy="1254321"/>
            </a:xfrm>
            <a:custGeom>
              <a:avLst/>
              <a:gdLst/>
              <a:ahLst/>
              <a:cxnLst/>
              <a:rect r="r" b="b" t="t" l="l"/>
              <a:pathLst>
                <a:path h="1254321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79957" cy="129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90546" y="3374207"/>
            <a:ext cx="4100463" cy="952500"/>
            <a:chOff x="0" y="0"/>
            <a:chExt cx="1079957" cy="2508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957" cy="250864"/>
            </a:xfrm>
            <a:custGeom>
              <a:avLst/>
              <a:gdLst/>
              <a:ahLst/>
              <a:cxnLst/>
              <a:rect r="r" b="b" t="t" l="l"/>
              <a:pathLst>
                <a:path h="250864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79957" cy="288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90546" y="3850457"/>
            <a:ext cx="4100463" cy="4762500"/>
            <a:chOff x="0" y="0"/>
            <a:chExt cx="1079957" cy="12543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957" cy="1254321"/>
            </a:xfrm>
            <a:custGeom>
              <a:avLst/>
              <a:gdLst/>
              <a:ahLst/>
              <a:cxnLst/>
              <a:rect r="r" b="b" t="t" l="l"/>
              <a:pathLst>
                <a:path h="1254321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9957" cy="129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77686" y="3374207"/>
            <a:ext cx="4100463" cy="952500"/>
            <a:chOff x="0" y="0"/>
            <a:chExt cx="1079957" cy="2508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9957" cy="250864"/>
            </a:xfrm>
            <a:custGeom>
              <a:avLst/>
              <a:gdLst/>
              <a:ahLst/>
              <a:cxnLst/>
              <a:rect r="r" b="b" t="t" l="l"/>
              <a:pathLst>
                <a:path h="250864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79957" cy="288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77686" y="3850457"/>
            <a:ext cx="4100463" cy="4762500"/>
            <a:chOff x="0" y="0"/>
            <a:chExt cx="1079957" cy="12543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9957" cy="1254321"/>
            </a:xfrm>
            <a:custGeom>
              <a:avLst/>
              <a:gdLst/>
              <a:ahLst/>
              <a:cxnLst/>
              <a:rect r="r" b="b" t="t" l="l"/>
              <a:pathLst>
                <a:path h="1254321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79957" cy="129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305046" y="4656684"/>
            <a:ext cx="1697182" cy="1905000"/>
          </a:xfrm>
          <a:custGeom>
            <a:avLst/>
            <a:gdLst/>
            <a:ahLst/>
            <a:cxnLst/>
            <a:rect r="r" b="b" t="t" l="l"/>
            <a:pathLst>
              <a:path h="1905000" w="1697182">
                <a:moveTo>
                  <a:pt x="0" y="0"/>
                </a:moveTo>
                <a:lnTo>
                  <a:pt x="1697182" y="0"/>
                </a:lnTo>
                <a:lnTo>
                  <a:pt x="1697182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172432" y="4656684"/>
            <a:ext cx="1936691" cy="1905000"/>
          </a:xfrm>
          <a:custGeom>
            <a:avLst/>
            <a:gdLst/>
            <a:ahLst/>
            <a:cxnLst/>
            <a:rect r="r" b="b" t="t" l="l"/>
            <a:pathLst>
              <a:path h="1905000" w="1936691">
                <a:moveTo>
                  <a:pt x="0" y="0"/>
                </a:moveTo>
                <a:lnTo>
                  <a:pt x="1936691" y="0"/>
                </a:lnTo>
                <a:lnTo>
                  <a:pt x="1936691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3410540" y="4656684"/>
            <a:ext cx="1434757" cy="1905000"/>
          </a:xfrm>
          <a:custGeom>
            <a:avLst/>
            <a:gdLst/>
            <a:ahLst/>
            <a:cxnLst/>
            <a:rect r="r" b="b" t="t" l="l"/>
            <a:pathLst>
              <a:path h="1905000" w="1434757">
                <a:moveTo>
                  <a:pt x="0" y="0"/>
                </a:moveTo>
                <a:lnTo>
                  <a:pt x="1434757" y="0"/>
                </a:lnTo>
                <a:lnTo>
                  <a:pt x="1434757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404938" y="914400"/>
            <a:ext cx="1547812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DISADVANTAGES OF NETWORKING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76195" y="3519939"/>
            <a:ext cx="3554883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Availability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63336" y="3519939"/>
            <a:ext cx="3554883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Performance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50477" y="3519939"/>
            <a:ext cx="3554883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Management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76195" y="6805935"/>
            <a:ext cx="3554883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If connection is lost, files and devices are unavailable.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63336" y="6805935"/>
            <a:ext cx="3554883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Larger networks are slower and less reliable.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59313" y="6805935"/>
            <a:ext cx="3537210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Specialist knowledge and skills are required.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6636820"/>
            <a:chOff x="0" y="0"/>
            <a:chExt cx="4274726" cy="17479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747969"/>
            </a:xfrm>
            <a:custGeom>
              <a:avLst/>
              <a:gdLst/>
              <a:ahLst/>
              <a:cxnLst/>
              <a:rect r="r" b="b" t="t" l="l"/>
              <a:pathLst>
                <a:path h="174796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47969"/>
                  </a:lnTo>
                  <a:lnTo>
                    <a:pt x="0" y="17479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178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3405" y="1781427"/>
            <a:ext cx="4100463" cy="952500"/>
            <a:chOff x="0" y="0"/>
            <a:chExt cx="1079957" cy="2508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957" cy="250864"/>
            </a:xfrm>
            <a:custGeom>
              <a:avLst/>
              <a:gdLst/>
              <a:ahLst/>
              <a:cxnLst/>
              <a:rect r="r" b="b" t="t" l="l"/>
              <a:pathLst>
                <a:path h="250864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957" cy="288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03405" y="2257677"/>
            <a:ext cx="4100463" cy="4762500"/>
            <a:chOff x="0" y="0"/>
            <a:chExt cx="1079957" cy="1254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957" cy="1254321"/>
            </a:xfrm>
            <a:custGeom>
              <a:avLst/>
              <a:gdLst/>
              <a:ahLst/>
              <a:cxnLst/>
              <a:rect r="r" b="b" t="t" l="l"/>
              <a:pathLst>
                <a:path h="1254321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79957" cy="129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90546" y="1781427"/>
            <a:ext cx="4100463" cy="952500"/>
            <a:chOff x="0" y="0"/>
            <a:chExt cx="1079957" cy="2508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957" cy="250864"/>
            </a:xfrm>
            <a:custGeom>
              <a:avLst/>
              <a:gdLst/>
              <a:ahLst/>
              <a:cxnLst/>
              <a:rect r="r" b="b" t="t" l="l"/>
              <a:pathLst>
                <a:path h="250864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79957" cy="288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90546" y="2257677"/>
            <a:ext cx="4100463" cy="4762500"/>
            <a:chOff x="0" y="0"/>
            <a:chExt cx="1079957" cy="12543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957" cy="1254321"/>
            </a:xfrm>
            <a:custGeom>
              <a:avLst/>
              <a:gdLst/>
              <a:ahLst/>
              <a:cxnLst/>
              <a:rect r="r" b="b" t="t" l="l"/>
              <a:pathLst>
                <a:path h="1254321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9957" cy="129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77686" y="1781427"/>
            <a:ext cx="4100463" cy="952500"/>
            <a:chOff x="0" y="0"/>
            <a:chExt cx="1079957" cy="2508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9957" cy="250864"/>
            </a:xfrm>
            <a:custGeom>
              <a:avLst/>
              <a:gdLst/>
              <a:ahLst/>
              <a:cxnLst/>
              <a:rect r="r" b="b" t="t" l="l"/>
              <a:pathLst>
                <a:path h="250864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79957" cy="288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77686" y="2257677"/>
            <a:ext cx="4100463" cy="4762500"/>
            <a:chOff x="0" y="0"/>
            <a:chExt cx="1079957" cy="12543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9957" cy="1254321"/>
            </a:xfrm>
            <a:custGeom>
              <a:avLst/>
              <a:gdLst/>
              <a:ahLst/>
              <a:cxnLst/>
              <a:rect r="r" b="b" t="t" l="l"/>
              <a:pathLst>
                <a:path h="1254321" w="1079957">
                  <a:moveTo>
                    <a:pt x="0" y="0"/>
                  </a:moveTo>
                  <a:lnTo>
                    <a:pt x="1079957" y="0"/>
                  </a:lnTo>
                  <a:lnTo>
                    <a:pt x="1079957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79957" cy="129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084239" y="3087716"/>
            <a:ext cx="2138795" cy="2381250"/>
          </a:xfrm>
          <a:custGeom>
            <a:avLst/>
            <a:gdLst/>
            <a:ahLst/>
            <a:cxnLst/>
            <a:rect r="r" b="b" t="t" l="l"/>
            <a:pathLst>
              <a:path h="2381250" w="2138795">
                <a:moveTo>
                  <a:pt x="0" y="0"/>
                </a:moveTo>
                <a:lnTo>
                  <a:pt x="2138795" y="0"/>
                </a:lnTo>
                <a:lnTo>
                  <a:pt x="2138795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125499" y="3087716"/>
            <a:ext cx="2030557" cy="2381250"/>
          </a:xfrm>
          <a:custGeom>
            <a:avLst/>
            <a:gdLst/>
            <a:ahLst/>
            <a:cxnLst/>
            <a:rect r="r" b="b" t="t" l="l"/>
            <a:pathLst>
              <a:path h="2381250" w="2030557">
                <a:moveTo>
                  <a:pt x="0" y="0"/>
                </a:moveTo>
                <a:lnTo>
                  <a:pt x="2030557" y="0"/>
                </a:lnTo>
                <a:lnTo>
                  <a:pt x="2030557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067180" y="3156485"/>
            <a:ext cx="2121477" cy="2381250"/>
          </a:xfrm>
          <a:custGeom>
            <a:avLst/>
            <a:gdLst/>
            <a:ahLst/>
            <a:cxnLst/>
            <a:rect r="r" b="b" t="t" l="l"/>
            <a:pathLst>
              <a:path h="2381250" w="2121477">
                <a:moveTo>
                  <a:pt x="0" y="0"/>
                </a:moveTo>
                <a:lnTo>
                  <a:pt x="2121477" y="0"/>
                </a:lnTo>
                <a:lnTo>
                  <a:pt x="2121477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376195" y="1927159"/>
            <a:ext cx="3554883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63336" y="1927159"/>
            <a:ext cx="3554883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50477" y="1927159"/>
            <a:ext cx="3554883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82012" y="5737030"/>
            <a:ext cx="314325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Personal Area Network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69152" y="5737030"/>
            <a:ext cx="314325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Local Area Network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56293" y="5737030"/>
            <a:ext cx="314325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Wide Area Network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04937" y="8173085"/>
            <a:ext cx="1547812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TYPES OF NETWORKS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48749" y="1028700"/>
            <a:ext cx="10715625" cy="8229600"/>
            <a:chOff x="0" y="0"/>
            <a:chExt cx="282222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222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822222">
                  <a:moveTo>
                    <a:pt x="0" y="0"/>
                  </a:moveTo>
                  <a:lnTo>
                    <a:pt x="2822222" y="0"/>
                  </a:lnTo>
                  <a:lnTo>
                    <a:pt x="282222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2222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47336" y="4535616"/>
            <a:ext cx="3911719" cy="4284562"/>
            <a:chOff x="0" y="0"/>
            <a:chExt cx="5215626" cy="57127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3669203"/>
              <a:ext cx="3175000" cy="2043545"/>
            </a:xfrm>
            <a:custGeom>
              <a:avLst/>
              <a:gdLst/>
              <a:ahLst/>
              <a:cxnLst/>
              <a:rect r="r" b="b" t="t" l="l"/>
              <a:pathLst>
                <a:path h="2043545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043546"/>
                  </a:lnTo>
                  <a:lnTo>
                    <a:pt x="0" y="2043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04829" y="0"/>
              <a:ext cx="3210797" cy="4097305"/>
            </a:xfrm>
            <a:custGeom>
              <a:avLst/>
              <a:gdLst/>
              <a:ahLst/>
              <a:cxnLst/>
              <a:rect r="r" b="b" t="t" l="l"/>
              <a:pathLst>
                <a:path h="4097305" w="3210797">
                  <a:moveTo>
                    <a:pt x="0" y="0"/>
                  </a:moveTo>
                  <a:lnTo>
                    <a:pt x="3210797" y="0"/>
                  </a:lnTo>
                  <a:lnTo>
                    <a:pt x="3210797" y="4097305"/>
                  </a:lnTo>
                  <a:lnTo>
                    <a:pt x="0" y="4097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1829188">
              <a:off x="1806902" y="3623332"/>
              <a:ext cx="1024316" cy="664874"/>
            </a:xfrm>
            <a:custGeom>
              <a:avLst/>
              <a:gdLst/>
              <a:ahLst/>
              <a:cxnLst/>
              <a:rect r="r" b="b" t="t" l="l"/>
              <a:pathLst>
                <a:path h="664874" w="1024316">
                  <a:moveTo>
                    <a:pt x="0" y="0"/>
                  </a:moveTo>
                  <a:lnTo>
                    <a:pt x="1024316" y="0"/>
                  </a:lnTo>
                  <a:lnTo>
                    <a:pt x="1024316" y="664874"/>
                  </a:lnTo>
                  <a:lnTo>
                    <a:pt x="0" y="66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04938" y="3410267"/>
            <a:ext cx="4762500" cy="335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PERSONAL AREA NETWORK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54067" y="1370123"/>
            <a:ext cx="9904989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PAN (Personal Area Network) is used within a very small area. This is usually on a person or in a vehicle.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54067" y="4627084"/>
            <a:ext cx="47625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Examples of PANs: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54067" y="5335824"/>
            <a:ext cx="476250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smartwatches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wireless headphones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wireless keyboards/mice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car entertainment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4067" y="2982388"/>
            <a:ext cx="990498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Bluetooth is usually used to connect these devices, which has a typical range of about 10 metres.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0715625" cy="8229600"/>
            <a:chOff x="0" y="0"/>
            <a:chExt cx="282222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222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822222">
                  <a:moveTo>
                    <a:pt x="0" y="0"/>
                  </a:moveTo>
                  <a:lnTo>
                    <a:pt x="2822222" y="0"/>
                  </a:lnTo>
                  <a:lnTo>
                    <a:pt x="282222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2222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120562" y="3410267"/>
            <a:ext cx="4762500" cy="335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LOCAL AREA NETWORK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4018" y="1370123"/>
            <a:ext cx="9904989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LAN (Local Area Network) is used within a small geographical area, which is usually limited to one building.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144084" y="4601535"/>
            <a:ext cx="6194923" cy="4321794"/>
            <a:chOff x="0" y="0"/>
            <a:chExt cx="8259897" cy="57623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4003689"/>
              <a:ext cx="3358634" cy="1758703"/>
            </a:xfrm>
            <a:custGeom>
              <a:avLst/>
              <a:gdLst/>
              <a:ahLst/>
              <a:cxnLst/>
              <a:rect r="r" b="b" t="t" l="l"/>
              <a:pathLst>
                <a:path h="1758703" w="3358634">
                  <a:moveTo>
                    <a:pt x="0" y="0"/>
                  </a:moveTo>
                  <a:lnTo>
                    <a:pt x="3358634" y="0"/>
                  </a:lnTo>
                  <a:lnTo>
                    <a:pt x="3358634" y="1758703"/>
                  </a:lnTo>
                  <a:lnTo>
                    <a:pt x="0" y="175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9" id="9"/>
            <p:cNvSpPr/>
            <p:nvPr/>
          </p:nvSpPr>
          <p:spPr>
            <a:xfrm flipV="true">
              <a:off x="2991767" y="3671489"/>
              <a:ext cx="2857983" cy="1650057"/>
            </a:xfrm>
            <a:prstGeom prst="line">
              <a:avLst/>
            </a:prstGeom>
            <a:ln cap="flat" w="241300">
              <a:solidFill>
                <a:srgbClr val="1C014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95995" y="0"/>
              <a:ext cx="4163902" cy="4883041"/>
            </a:xfrm>
            <a:custGeom>
              <a:avLst/>
              <a:gdLst/>
              <a:ahLst/>
              <a:cxnLst/>
              <a:rect r="r" b="b" t="t" l="l"/>
              <a:pathLst>
                <a:path h="4883041" w="4163902">
                  <a:moveTo>
                    <a:pt x="0" y="0"/>
                  </a:moveTo>
                  <a:lnTo>
                    <a:pt x="4163902" y="0"/>
                  </a:lnTo>
                  <a:lnTo>
                    <a:pt x="4163902" y="4883041"/>
                  </a:lnTo>
                  <a:lnTo>
                    <a:pt x="0" y="4883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34018" y="4627084"/>
            <a:ext cx="47625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Examples of LANs: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4018" y="5335824"/>
            <a:ext cx="4762500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home networks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small businesses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schools and colleges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018" y="2982388"/>
            <a:ext cx="990498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These networks can be connected wirelessly but for reliability, wired hardware (Ethernet) is often used.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43675" y="1028700"/>
            <a:ext cx="10715625" cy="8229600"/>
            <a:chOff x="0" y="0"/>
            <a:chExt cx="282222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222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822222">
                  <a:moveTo>
                    <a:pt x="0" y="0"/>
                  </a:moveTo>
                  <a:lnTo>
                    <a:pt x="2822222" y="0"/>
                  </a:lnTo>
                  <a:lnTo>
                    <a:pt x="282222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2222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83643" y="2342280"/>
            <a:ext cx="3811792" cy="5602440"/>
            <a:chOff x="0" y="0"/>
            <a:chExt cx="5082389" cy="7469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3095406"/>
              <a:ext cx="3929108" cy="4374514"/>
            </a:xfrm>
            <a:custGeom>
              <a:avLst/>
              <a:gdLst/>
              <a:ahLst/>
              <a:cxnLst/>
              <a:rect r="r" b="b" t="t" l="l"/>
              <a:pathLst>
                <a:path h="4374514" w="3929108">
                  <a:moveTo>
                    <a:pt x="0" y="0"/>
                  </a:moveTo>
                  <a:lnTo>
                    <a:pt x="3929108" y="0"/>
                  </a:lnTo>
                  <a:lnTo>
                    <a:pt x="3929108" y="4374513"/>
                  </a:lnTo>
                  <a:lnTo>
                    <a:pt x="0" y="4374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64554" y="0"/>
              <a:ext cx="3117835" cy="3499611"/>
            </a:xfrm>
            <a:custGeom>
              <a:avLst/>
              <a:gdLst/>
              <a:ahLst/>
              <a:cxnLst/>
              <a:rect r="r" b="b" t="t" l="l"/>
              <a:pathLst>
                <a:path h="3499611" w="3117835">
                  <a:moveTo>
                    <a:pt x="0" y="0"/>
                  </a:moveTo>
                  <a:lnTo>
                    <a:pt x="3117835" y="0"/>
                  </a:lnTo>
                  <a:lnTo>
                    <a:pt x="3117835" y="3499611"/>
                  </a:lnTo>
                  <a:lnTo>
                    <a:pt x="0" y="349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948993" y="1370123"/>
            <a:ext cx="4952494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WAN (Wide Area Network) is spread across a large geographical area, often an entire country or further.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8993" y="6519621"/>
            <a:ext cx="4952494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Examples of WANs: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8993" y="7228361"/>
            <a:ext cx="4952494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 internet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mobile networks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banking networks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4938" y="3977005"/>
            <a:ext cx="4762500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WIDE AREA NETWORK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8993" y="4087288"/>
            <a:ext cx="4952494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 internet is a large scale WAN, which uses undersea cables to connect computers across the world.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474989" cy="3146108"/>
            <a:chOff x="0" y="0"/>
            <a:chExt cx="1441972" cy="8286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1972" cy="828604"/>
            </a:xfrm>
            <a:custGeom>
              <a:avLst/>
              <a:gdLst/>
              <a:ahLst/>
              <a:cxnLst/>
              <a:rect r="r" b="b" t="t" l="l"/>
              <a:pathLst>
                <a:path h="828604" w="1441972">
                  <a:moveTo>
                    <a:pt x="0" y="0"/>
                  </a:moveTo>
                  <a:lnTo>
                    <a:pt x="1441972" y="0"/>
                  </a:lnTo>
                  <a:lnTo>
                    <a:pt x="1441972" y="828604"/>
                  </a:lnTo>
                  <a:lnTo>
                    <a:pt x="0" y="82860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41972" cy="866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5483" y="1784985"/>
            <a:ext cx="4121422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Drag and drop the network examples into the correct category.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755142" y="1028700"/>
            <a:ext cx="3333750" cy="952500"/>
            <a:chOff x="0" y="0"/>
            <a:chExt cx="4445000" cy="1270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Smartwatch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55142" y="2126933"/>
            <a:ext cx="3333750" cy="952500"/>
            <a:chOff x="0" y="0"/>
            <a:chExt cx="4445000" cy="1270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Home network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55142" y="3222308"/>
            <a:ext cx="3333750" cy="952500"/>
            <a:chOff x="0" y="0"/>
            <a:chExt cx="4445000" cy="1270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School network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25550" y="2126933"/>
            <a:ext cx="3333750" cy="952500"/>
            <a:chOff x="0" y="0"/>
            <a:chExt cx="4445000" cy="1270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Headphones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925550" y="3222308"/>
            <a:ext cx="3333750" cy="952500"/>
            <a:chOff x="0" y="0"/>
            <a:chExt cx="4445000" cy="1270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Mobile network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925550" y="1028700"/>
            <a:ext cx="3333750" cy="952500"/>
            <a:chOff x="0" y="0"/>
            <a:chExt cx="4445000" cy="127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Bank network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40346" y="2126933"/>
            <a:ext cx="3333750" cy="952500"/>
            <a:chOff x="0" y="0"/>
            <a:chExt cx="4445000" cy="1270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In-car systems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340346" y="1028700"/>
            <a:ext cx="3333750" cy="952500"/>
            <a:chOff x="0" y="0"/>
            <a:chExt cx="4445000" cy="1270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Office network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340346" y="3222308"/>
            <a:ext cx="3333750" cy="952500"/>
            <a:chOff x="0" y="0"/>
            <a:chExt cx="4445000" cy="12700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internet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362450" y="4429125"/>
            <a:ext cx="12896850" cy="1428750"/>
            <a:chOff x="0" y="0"/>
            <a:chExt cx="3396701" cy="3762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396701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8700" y="4429125"/>
            <a:ext cx="3333750" cy="1428750"/>
            <a:chOff x="0" y="0"/>
            <a:chExt cx="878025" cy="3762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76878" y="4812982"/>
            <a:ext cx="281369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PAN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4362450" y="6129338"/>
            <a:ext cx="12896850" cy="1428750"/>
            <a:chOff x="0" y="0"/>
            <a:chExt cx="3396701" cy="3762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396701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28700" y="6129338"/>
            <a:ext cx="3333750" cy="1428750"/>
            <a:chOff x="0" y="0"/>
            <a:chExt cx="878025" cy="3762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276878" y="6513195"/>
            <a:ext cx="281369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LAN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4362450" y="7829550"/>
            <a:ext cx="12896850" cy="1428750"/>
            <a:chOff x="0" y="0"/>
            <a:chExt cx="3396701" cy="3762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396701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28700" y="7829550"/>
            <a:ext cx="3333750" cy="1428750"/>
            <a:chOff x="0" y="0"/>
            <a:chExt cx="878025" cy="3762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76878" y="8213408"/>
            <a:ext cx="281369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WAN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474989" cy="3146108"/>
            <a:chOff x="0" y="0"/>
            <a:chExt cx="1441972" cy="8286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1972" cy="828604"/>
            </a:xfrm>
            <a:custGeom>
              <a:avLst/>
              <a:gdLst/>
              <a:ahLst/>
              <a:cxnLst/>
              <a:rect r="r" b="b" t="t" l="l"/>
              <a:pathLst>
                <a:path h="828604" w="1441972">
                  <a:moveTo>
                    <a:pt x="0" y="0"/>
                  </a:moveTo>
                  <a:lnTo>
                    <a:pt x="1441972" y="0"/>
                  </a:lnTo>
                  <a:lnTo>
                    <a:pt x="1441972" y="828604"/>
                  </a:lnTo>
                  <a:lnTo>
                    <a:pt x="0" y="82860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41972" cy="866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5483" y="1784985"/>
            <a:ext cx="4121422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Drag and drop the network examples into the correct category.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362450" y="4429125"/>
            <a:ext cx="12896850" cy="1428750"/>
            <a:chOff x="0" y="0"/>
            <a:chExt cx="3396701" cy="376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6701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62450" y="6129338"/>
            <a:ext cx="12896850" cy="1428750"/>
            <a:chOff x="0" y="0"/>
            <a:chExt cx="3396701" cy="3762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96701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62450" y="7829550"/>
            <a:ext cx="12896850" cy="1428750"/>
            <a:chOff x="0" y="0"/>
            <a:chExt cx="3396701" cy="376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96701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34000" y="4667250"/>
            <a:ext cx="3333750" cy="952500"/>
            <a:chOff x="0" y="0"/>
            <a:chExt cx="4445000" cy="1270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Smartwatch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34000" y="6367462"/>
            <a:ext cx="3333750" cy="952500"/>
            <a:chOff x="0" y="0"/>
            <a:chExt cx="4445000" cy="127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Home network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954000" y="6367462"/>
            <a:ext cx="3333750" cy="952500"/>
            <a:chOff x="0" y="0"/>
            <a:chExt cx="4445000" cy="1270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School network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0" y="4667250"/>
            <a:ext cx="3333750" cy="952500"/>
            <a:chOff x="0" y="0"/>
            <a:chExt cx="4445000" cy="1270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Headphones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0" y="8070056"/>
            <a:ext cx="3333750" cy="952500"/>
            <a:chOff x="0" y="0"/>
            <a:chExt cx="4445000" cy="1270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Mobile network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954000" y="8070056"/>
            <a:ext cx="3333750" cy="952500"/>
            <a:chOff x="0" y="0"/>
            <a:chExt cx="4445000" cy="1270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Bank network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954000" y="4667250"/>
            <a:ext cx="3333750" cy="952500"/>
            <a:chOff x="0" y="0"/>
            <a:chExt cx="4445000" cy="12700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In-car systems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0" y="6367462"/>
            <a:ext cx="3333750" cy="952500"/>
            <a:chOff x="0" y="0"/>
            <a:chExt cx="4445000" cy="12700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Office network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334000" y="8070056"/>
            <a:ext cx="3333750" cy="952500"/>
            <a:chOff x="0" y="0"/>
            <a:chExt cx="4445000" cy="127000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4445000" cy="1270000"/>
              <a:chOff x="0" y="0"/>
              <a:chExt cx="878025" cy="25086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7802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250864"/>
                    </a:lnTo>
                    <a:lnTo>
                      <a:pt x="0" y="250864"/>
                    </a:lnTo>
                    <a:close/>
                  </a:path>
                </a:pathLst>
              </a:custGeom>
              <a:solidFill>
                <a:srgbClr val="9FC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878025" cy="28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306536" y="271145"/>
              <a:ext cx="3831929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internet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8700" y="4429125"/>
            <a:ext cx="3333750" cy="1428750"/>
            <a:chOff x="0" y="0"/>
            <a:chExt cx="878025" cy="3762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76878" y="4812982"/>
            <a:ext cx="281369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PAN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28700" y="6129338"/>
            <a:ext cx="3333750" cy="1428750"/>
            <a:chOff x="0" y="0"/>
            <a:chExt cx="878025" cy="3762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76878" y="6513195"/>
            <a:ext cx="281369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LAN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028700" y="7829550"/>
            <a:ext cx="3333750" cy="1428750"/>
            <a:chOff x="0" y="0"/>
            <a:chExt cx="878025" cy="3762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76878" y="8213408"/>
            <a:ext cx="281369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WAN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DAHElbvFBGY</dc:identifier>
  <dcterms:modified xsi:type="dcterms:W3CDTF">2011-08-01T06:04:30Z</dcterms:modified>
  <cp:revision>1</cp:revision>
  <dc:title>Computer Networks Presentation in Blue Clean Style</dc:title>
</cp:coreProperties>
</file>