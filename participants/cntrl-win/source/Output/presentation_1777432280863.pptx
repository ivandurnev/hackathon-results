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134" d="100"/>
          <a:sy n="134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Введение в кредиты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Денежные кредиты представляют собой финансовую услугу, предоставляемую банками и микрофинансовыми организациями. Они позволяют клиентам получить средства на определенный срок под проценты, что способствует управлению личными финансами и развитию бизнеса.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xels_dc11ac9c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Типы кредитов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Основные виды денежных кредитов: потребительские кредиты, автокредиты, ипотека, кредитные карты и бизнес-кредиты. Каждый тип кредита имеет свои особенности и условия, которые необходимо учитывать при выборе.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xels_659c448b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Процесс оформления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При оформлении кредита важно подготовить необходимые документы, пройти проверку кредитной истории и выбрать подходящую программу. Банки и МФО предлагают различные варианты, учитывающие потребности клиента и его платежеспособность.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xels_ecf661f09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Риски и преимущества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Кредитование предоставляет возможность быстрого доступа к финансовым средствам, но также несет риски задолженности и переплаты. Правильное планирование и учет собственных возможностей помогает минимизировать риски и максимизировать преимущества.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xels_35b5b485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Регулирование и защита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Финансовый рынок кредитования регулируется Центральным Банком и законодательством РФ. Эти меры направлены на защиту прав потребителей и обеспечение прозрачности условий кредитования. Клиентам рекомендуется внимательно изучать договор перед подписанием.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xels_244b2b64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</Words>
  <Application>Microsoft Macintosh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Ирина Тушкина</cp:lastModifiedBy>
  <cp:revision>1</cp:revision>
  <dcterms:created xsi:type="dcterms:W3CDTF">2013-01-27T09:14:16Z</dcterms:created>
  <dcterms:modified xsi:type="dcterms:W3CDTF">2026-04-29T03:11:33Z</dcterms:modified>
  <cp:category/>
</cp:coreProperties>
</file>