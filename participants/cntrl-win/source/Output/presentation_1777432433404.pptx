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Определение денежных кредитов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Денежный кредит представляет собой финансовую операцию, при которой одна сторона предоставляет деньги другой стороне на условиях возвратности, платности и срочности. Ключевые элементы: процентная ставка, срок кредита, условия погашения.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3ea3cf5cc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Типы кредитов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Основные виды денежных кредитов: потребительские кредиты, ипотека, автокредитование, бизнес-кредиты. Каждый тип имеет свои особенности, преимущества и риски, которые необходимо учесть при выборе.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b4447bf8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Процесс получения кредита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1. Подача заявки и сбор документов.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2. Анализ кредитной истории и финансового состояния.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3. Одобрение кредита банком.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4. Подписание договора и получение денег.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6f65866fa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Риски и преимущества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Преимущества: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- Возможность быстрого доступа к крупным суммам.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- Улучшение кредитной истории при своевременных выплатах.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Риски: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c210da55c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Рекомендации по управлению долгом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1. Тщательно планируйте свой бюджет перед оформлением кредита.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2. Выбирайте надёжные финансовые учреждения с хорошей репутацией.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3. Изучайте все условия кредита и возможные штрафы.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4. Регулярно контролируйте состояние вашего кредита.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75b0288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