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Искусственный интеллект в образовании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Искусственный интеллект активно внедряется в образовательную сферу. Он помогает автоматизировать проверку заданий, персонализировать обучение и создавать адаптивные образовательные программы.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Экономия времени преподавателей</a:t>
            </a:r>
          </a:p>
          <a:p>
            <a:r>
              <a:t>- Индивидуальный подход к студентам</a:t>
            </a:r>
          </a:p>
          <a:p>
            <a:r>
              <a:t>- Повышение эффективности обучения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проблемы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Высокая стоимость внедрения</a:t>
            </a:r>
          </a:p>
          <a:p>
            <a:r>
              <a:t>- Недостаток специалистов</a:t>
            </a:r>
          </a:p>
          <a:p>
            <a:r>
              <a:t>- Вопросы конфиденциальности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Перспективы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 будущем AI станет важной частью цифрового образования и поможет сделать обучение более доступным.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Искусственный интеллект открывает новые возможности для образования, но требует внимательного подхода к его внедрению и использованию.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