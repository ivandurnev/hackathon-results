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Generated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Автоматически создано с помощью 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Ошибка генерации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Не удалось получить ответ от LLM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Спасибо!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Готовы ответить на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