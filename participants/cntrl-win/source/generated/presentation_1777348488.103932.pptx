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Generated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Автоматически создано с помощью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Искусственный интеллект (AI) активно внедряется в образовательную сферу</a:t>
            </a:r>
          </a:p>
          <a:p>
            <a:pPr>
              <a:defRPr sz="1800"/>
            </a:pPr>
            <a:r>
              <a:t>Он помогает автоматизировать проверку заданий, персонализировать обучение и создавать адаптивные образовательные программы.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Автоматизация проверки заданий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Искусственный интеллект позволяет автоматизировать процесс проверки домашних заданий и тестов, что значительно экономит время преподавателей и повышает качество обратной связи для студентов.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Персонализация обучения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 способствует созданию индивидуальных учебных планов, учитывающих особенности каждого студента, что способствует более эффективному усвоению материала и повышению мотивации к обучению.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Адаптивные образовательные программы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Искусственный интеллект помогает создавать адаптивные образовательные программы, которые могут меняться в зависимости от прогресса и потребностей студентов, обеспечивая более гибкий и целенаправленный подход к обучению.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Преимущества внедрения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Основные преимущества использования искусственного интеллекта в образовании:</a:t>
            </a:r>
            <a:br/>
            <a:r>
              <a:t>- Экономия времени преподавателей</a:t>
            </a:r>
            <a:br/>
            <a:r>
              <a:t>- Индивидуальный подход к студентам</a:t>
            </a:r>
            <a:br/>
            <a:r>
              <a:t>- Повышение эффективности обучения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Проблемы внедрения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Основные проблемы, связанные с внедрением искусственного интеллекта в образование:</a:t>
            </a:r>
            <a:br/>
            <a:r>
              <a:t>- Высокая стоимость внедрения</a:t>
            </a:r>
            <a:br/>
            <a:r>
              <a:t>- Недостаток специалистов</a:t>
            </a:r>
            <a:br/>
            <a:r>
              <a:t>- Вопросы конфиденциальности данных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Перспективы развития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В будущем искусственный интеллект станет важной частью цифрового образования и поможет сделать обучение более доступным и эффективным для широкого круга студентов.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Готовы ответить на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