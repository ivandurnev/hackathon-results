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Автоматически создано с помощью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Искусственный интеллект в образовании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Искусственный интеллект активно внедряется в образовательную сферу</a:t>
            </a:r>
          </a:p>
          <a:p>
            <a:pPr>
              <a:defRPr sz="1800"/>
            </a:pPr>
            <a:r>
              <a:t>Он помогает автоматизировать проверку заданий, персонализировать обучение и создавать адаптивные образовательные программы.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преимущества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- Экономия времени преподавателей</a:t>
            </a:r>
            <a:br/>
            <a:r>
              <a:t>- Индивидуальный подход к студентам</a:t>
            </a:r>
            <a:br/>
            <a:r>
              <a:t>- Повышение эффективности обучения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проблемы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- Высокая стоимость внедрения</a:t>
            </a:r>
            <a:br/>
            <a:r>
              <a:t>- Недостаток специалистов</a:t>
            </a:r>
            <a:br/>
            <a:r>
              <a:t>- Вопросы конфиденциальности данных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Перспективы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В будущем AI станет важной частью цифрового образования и поможет сделать обучение более доступным.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Искусственный интеллект открывает новые возможности в образовании, но требует решения ряда вызовов для полноценного внедрения.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Готовы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