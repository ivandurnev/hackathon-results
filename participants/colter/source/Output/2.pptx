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день! Сегодня мы поговорим о том, как искусственный интеллект становится важнейшим фактором нашего повседневного существования.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значительно упрощает нашу бытовую жизнь, благодаря автоматизации множества задач.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продолжает развиваться в нескольких направлениях, среди которых особенно выделяются машинное обучение, обработка естественного языка и компьютерное зрение.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Безопасность и этика являются крайне важными аспектами при развитии и применении искусственного интеллекта.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внимание! Мы готовы ответить на ваши вопросы. Давайте вместе обсудим возможности и вызовы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00000"/>
            <a:ext cx="103632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4F5F7"/>
                </a:solidFill>
                <a:latin typeface="Inter"/>
              </a:rPr>
              <a:t>Искусственный интеллект: новая реальность нашей жизни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50000"/>
            <a:ext cx="1036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5A8FF0"/>
                </a:solidFill>
                <a:latin typeface="Inter"/>
              </a:rPr>
              <a:t>Представить презентацию и вызвать интерес у аудитории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4F5F7"/>
                </a:solidFill>
                <a:latin typeface="Inter"/>
              </a:rPr>
              <a:t>Автоматизация бытовых задач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4F5F7"/>
                </a:solidFill>
                <a:latin typeface="Inter"/>
              </a:rPr>
              <a:t>Искусственный интеллект уже помогает нам с помощью управляемых холодильников, которые заказывают продукты онлайн</a:t>
            </a:r>
          </a:p>
          <a:p>
            <a:pPr algn="l"/>
            <a:r>
              <a:rPr sz="2400">
                <a:solidFill>
                  <a:srgbClr val="F4F5F7"/>
                </a:solidFill>
                <a:latin typeface="Inter"/>
              </a:rPr>
              <a:t>Умные помощники, такие как Siri и Alexa, выполняют голосовые команды, контролируют освещение и климат дома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4F5F7"/>
                </a:solidFill>
                <a:latin typeface="Inter"/>
              </a:rPr>
              <a:t>Основные направления развития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400">
                <a:solidFill>
                  <a:srgbClr val="F4F5F7"/>
                </a:solidFill>
                <a:latin typeface="Inter"/>
              </a:rPr>
              <a:t>Машинное обучение и глубокое обучение</a:t>
            </a:r>
          </a:p>
          <a:p>
            <a:pPr algn="l">
              <a:buChar char="•"/>
            </a:pPr>
            <a:r>
              <a:rPr sz="2400">
                <a:solidFill>
                  <a:srgbClr val="F4F5F7"/>
                </a:solidFill>
                <a:latin typeface="Inter"/>
              </a:rPr>
              <a:t>Обработка естественного языка</a:t>
            </a:r>
          </a:p>
          <a:p>
            <a:pPr algn="l">
              <a:buChar char="•"/>
            </a:pPr>
            <a:r>
              <a:rPr sz="2400">
                <a:solidFill>
                  <a:srgbClr val="F4F5F7"/>
                </a:solidFill>
                <a:latin typeface="Inter"/>
              </a:rPr>
              <a:t>Компьютерное зрение</a:t>
            </a:r>
          </a:p>
          <a:p>
            <a:pPr algn="l">
              <a:buChar char="•"/>
            </a:pPr>
            <a:r>
              <a:rPr sz="2400">
                <a:solidFill>
                  <a:srgbClr val="F4F5F7"/>
                </a:solidFill>
                <a:latin typeface="Inter"/>
              </a:rPr>
              <a:t>Робототехника</a:t>
            </a:r>
          </a:p>
          <a:p>
            <a:pPr algn="l">
              <a:buChar char="•"/>
            </a:pPr>
            <a:r>
              <a:rPr sz="2400">
                <a:solidFill>
                  <a:srgbClr val="F4F5F7"/>
                </a:solidFill>
                <a:latin typeface="Inter"/>
              </a:rPr>
              <a:t>Большие данные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4F5F7"/>
                </a:solidFill>
                <a:latin typeface="Inter"/>
              </a:rPr>
              <a:t>Безопасность и этика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4F5F7"/>
                </a:solidFill>
                <a:latin typeface="Inter"/>
              </a:rPr>
              <a:t>Развитие стандартов безопасности и защиты данных</a:t>
            </a:r>
          </a:p>
          <a:p>
            <a:pPr algn="l"/>
            <a:r>
              <a:rPr sz="2400">
                <a:solidFill>
                  <a:srgbClr val="F4F5F7"/>
                </a:solidFill>
                <a:latin typeface="Inter"/>
              </a:rPr>
              <a:t>Этические кодексы для создания ответственного AI</a:t>
            </a:r>
          </a:p>
          <a:p>
            <a:pPr algn="l"/>
            <a:r>
              <a:rPr sz="2400">
                <a:solidFill>
                  <a:srgbClr val="F4F5F7"/>
                </a:solidFill>
                <a:latin typeface="Inter"/>
              </a:rPr>
              <a:t>Прозрачность алгоритмов и ответственность создателей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0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00000"/>
            <a:ext cx="103632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4F5F7"/>
                </a:solidFill>
                <a:latin typeface="Inter"/>
              </a:rPr>
              <a:t>Готовы ответить на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0000"/>
            <a:ext cx="103632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F4F5F7"/>
                </a:solidFill>
                <a:latin typeface="Inter"/>
              </a:rPr>
              <a:t>Спасибо за внимание!</a:t>
            </a:r>
          </a:p>
          <a:p>
            <a:pPr algn="l"/>
            <a:r>
              <a:rPr sz="2400">
                <a:solidFill>
                  <a:srgbClr val="F4F5F7"/>
                </a:solidFill>
                <a:latin typeface="Inter"/>
              </a:rPr>
              <a:t>Готовы ответить на ваши вопросы!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