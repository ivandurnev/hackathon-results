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ИИ становится всё более значимым фактором в нашем мироздании, преображая повседневную жизнь и открывая новые горизонты.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Искусственный интеллект уже активно внедряется во многие сферы нашей жизни, начиная от автомобилей и заканчивая домашними помощниками.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ИИ предоставляет множество практических преимуществ, которые заметно улучшают качество нашей жизни.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пути внедрения ИИ возникают различные этические и вызовы, требующие внимательного рассмотрения и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Мы готовы ответить на ваши вопросы и вместе обсудить, какие шаги стоит предпринять для успешного и этичного развития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00000"/>
            <a:ext cx="103632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ИИ: Преображение повседневности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50000"/>
            <a:ext cx="1036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B547"/>
                </a:solidFill>
                <a:latin typeface="Inter"/>
              </a:rPr>
              <a:t>Привлечь внимание и задать направление презентации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Основные области применения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300">
                <a:solidFill>
                  <a:srgbClr val="FFFFFF"/>
                </a:solidFill>
                <a:latin typeface="Inter"/>
              </a:rPr>
              <a:t>Автомобильная промышленность: автопилоты и системы помощи водителю</a:t>
            </a:r>
          </a:p>
          <a:p>
            <a:pPr algn="l">
              <a:buChar char="•"/>
            </a:pPr>
            <a:r>
              <a:rPr sz="2300">
                <a:solidFill>
                  <a:srgbClr val="FFFFFF"/>
                </a:solidFill>
                <a:latin typeface="Inter"/>
              </a:rPr>
              <a:t>Диагностика болезней и персонализация лечения</a:t>
            </a:r>
          </a:p>
          <a:p>
            <a:pPr algn="l">
              <a:buChar char="•"/>
            </a:pPr>
            <a:r>
              <a:rPr sz="2300">
                <a:solidFill>
                  <a:srgbClr val="FFFFFF"/>
                </a:solidFill>
                <a:latin typeface="Inter"/>
              </a:rPr>
              <a:t>Финансовая сфера: автоматизация торговли и управления рисками</a:t>
            </a:r>
          </a:p>
          <a:p>
            <a:pPr algn="l">
              <a:buChar char="•"/>
            </a:pPr>
            <a:r>
              <a:rPr sz="2300">
                <a:solidFill>
                  <a:srgbClr val="FFFFFF"/>
                </a:solidFill>
                <a:latin typeface="Inter"/>
              </a:rPr>
              <a:t>Адаптивные учебные программы и онлайн-платформы</a:t>
            </a:r>
          </a:p>
          <a:p>
            <a:pPr algn="l">
              <a:buChar char="•"/>
            </a:pPr>
            <a:r>
              <a:rPr sz="2300">
                <a:solidFill>
                  <a:srgbClr val="FFFFFF"/>
                </a:solidFill>
                <a:latin typeface="Inter"/>
              </a:rPr>
              <a:t>Домашние помощники: умные дома и голосовые ассистенты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Inter"/>
              </a:rPr>
              <a:t>Повседневные преимущества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>
                <a:solidFill>
                  <a:srgbClr val="FFFFFF"/>
                </a:solidFill>
                <a:latin typeface="Inter"/>
              </a:rPr>
              <a:t>Искусственный интеллект значительно упрощает нашу повседневную жизнь</a:t>
            </a:r>
          </a:p>
          <a:p>
            <a:pPr algn="l"/>
            <a:r>
              <a:rPr sz="2300">
                <a:solidFill>
                  <a:srgbClr val="FFFFFF"/>
                </a:solidFill>
                <a:latin typeface="Inter"/>
              </a:rPr>
              <a:t>Он помогает нам быстрее и качественнее выполнять задачи, снижает ошибки и позволяет сосредоточиться на более важных вещах</a:t>
            </a:r>
          </a:p>
          <a:p>
            <a:pPr algn="l"/>
            <a:r>
              <a:rPr sz="2300">
                <a:solidFill>
                  <a:srgbClr val="FFFFFF"/>
                </a:solidFill>
                <a:latin typeface="Inter"/>
              </a:rPr>
              <a:t>Например, благодаря автопилотам мы можем путешествовать безопаснее, а с помощью умных домов контролировать всё вокруг нас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Этика и вызовы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400">
                <a:solidFill>
                  <a:srgbClr val="FFFFFF"/>
                </a:solidFill>
                <a:latin typeface="Inter"/>
              </a:rPr>
              <a:t>Проблема конфиденциальности данных</a:t>
            </a:r>
          </a:p>
          <a:p>
            <a:pPr algn="l">
              <a:buChar char="•"/>
            </a:pPr>
            <a:r>
              <a:rPr sz="2400">
                <a:solidFill>
                  <a:srgbClr val="FFFFFF"/>
                </a:solidFill>
                <a:latin typeface="Inter"/>
              </a:rPr>
              <a:t>Этические дилеммы в принятии решений</a:t>
            </a:r>
          </a:p>
          <a:p>
            <a:pPr algn="l">
              <a:buChar char="•"/>
            </a:pPr>
            <a:r>
              <a:rPr sz="2400">
                <a:solidFill>
                  <a:srgbClr val="FFFFFF"/>
                </a:solidFill>
                <a:latin typeface="Inter"/>
              </a:rPr>
              <a:t>Возможная потеря рабочих мест</a:t>
            </a:r>
          </a:p>
          <a:p>
            <a:pPr algn="l">
              <a:buChar char="•"/>
            </a:pPr>
            <a:r>
              <a:rPr sz="2400">
                <a:solidFill>
                  <a:srgbClr val="FFFFFF"/>
                </a:solidFill>
                <a:latin typeface="Inter"/>
              </a:rPr>
              <a:t>Риск зависимости от технологий</a:t>
            </a:r>
          </a:p>
          <a:p>
            <a:pPr algn="l">
              <a:buChar char="•"/>
            </a:pPr>
            <a:r>
              <a:rPr sz="2400">
                <a:solidFill>
                  <a:srgbClr val="FFFFFF"/>
                </a:solidFill>
                <a:latin typeface="Inter"/>
              </a:rPr>
              <a:t>Необходимость регулирования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00000"/>
            <a:ext cx="103632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0000"/>
            <a:ext cx="103632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  <a:latin typeface="Inter"/>
              </a:rPr>
              <a:t>Готовы ответить на ваши вопросы и вместе обсудить, какие шаги стоит предпринять для успешного и этичного развития 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