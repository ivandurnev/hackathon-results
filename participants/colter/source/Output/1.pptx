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Добрый день, сегодня мы поговорим о том, как искусственный интеллект влияет на нашу повседневную жизнь и какие перспективы он открывает.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Искусственный интеллект уже внедряется в различные сферы нашей жизни. Давайте рассмотрим некоторые из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Искусственный интеллект значительно преобразует образовательную область, делая обучение более персонализированным и эффективным.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Исследования показывают, что использование AI в производстве существенно снижает трудозатраты и повышает качество продукции.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открывает огромные перспективы, но также требует внимательного подхода к его применению.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всем за ваше внимание! Мы всегда рады ответить на ваши вопросы и обсудить эту важную и интересную тему дальше!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00000"/>
            <a:ext cx="10363200" cy="1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20242C"/>
                </a:solidFill>
                <a:latin typeface="Inter"/>
              </a:rPr>
              <a:t>AI в нашем мире: новый шаг вперед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50000"/>
            <a:ext cx="103632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>
                <a:solidFill>
                  <a:srgbClr val="F2994A"/>
                </a:solidFill>
                <a:latin typeface="Inter"/>
              </a:rPr>
              <a:t>Привлечь внимание и задать направление презентации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00000"/>
            <a:ext cx="10363200" cy="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0242C"/>
                </a:solidFill>
                <a:latin typeface="Inter"/>
              </a:rPr>
              <a:t>Основные области применения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50000"/>
            <a:ext cx="103632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2400">
                <a:solidFill>
                  <a:srgbClr val="20242C"/>
                </a:solidFill>
                <a:latin typeface="Inter"/>
              </a:rPr>
              <a:t>Автомобильная промышленность</a:t>
            </a:r>
          </a:p>
          <a:p>
            <a:pPr algn="l">
              <a:buChar char="•"/>
            </a:pPr>
            <a:r>
              <a:rPr sz="2400">
                <a:solidFill>
                  <a:srgbClr val="20242C"/>
                </a:solidFill>
                <a:latin typeface="Inter"/>
              </a:rPr>
              <a:t>Здравоохранение</a:t>
            </a:r>
          </a:p>
          <a:p>
            <a:pPr algn="l">
              <a:buChar char="•"/>
            </a:pPr>
            <a:r>
              <a:rPr sz="2400">
                <a:solidFill>
                  <a:srgbClr val="20242C"/>
                </a:solidFill>
                <a:latin typeface="Inter"/>
              </a:rPr>
              <a:t>Финансы</a:t>
            </a:r>
          </a:p>
          <a:p>
            <a:pPr algn="l">
              <a:buChar char="•"/>
            </a:pPr>
            <a:r>
              <a:rPr sz="2400">
                <a:solidFill>
                  <a:srgbClr val="20242C"/>
                </a:solidFill>
                <a:latin typeface="Inter"/>
              </a:rPr>
              <a:t>Образование</a:t>
            </a:r>
          </a:p>
          <a:p>
            <a:pPr algn="l">
              <a:buChar char="•"/>
            </a:pPr>
            <a:r>
              <a:rPr sz="2400">
                <a:solidFill>
                  <a:srgbClr val="20242C"/>
                </a:solidFill>
                <a:latin typeface="Inter"/>
              </a:rPr>
              <a:t>Производство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20242C"/>
                </a:solidFill>
                <a:latin typeface="Inter"/>
              </a:rPr>
              <a:t>AI в образовании: доступ к знаниям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20242C"/>
                </a:solidFill>
                <a:latin typeface="Inter"/>
              </a:rPr>
              <a:t>AI позволяет создавать адаптивные программы обучения, учитывающие уровень подготовки ученика</a:t>
            </a:r>
          </a:p>
          <a:p>
            <a:pPr algn="l"/>
            <a:r>
              <a:rPr sz="2400">
                <a:solidFill>
                  <a:srgbClr val="20242C"/>
                </a:solidFill>
                <a:latin typeface="Inter"/>
              </a:rPr>
              <a:t>Интерактивные помощники и chatbots помогают ученикам быстро находить нужную информацию</a:t>
            </a:r>
          </a:p>
          <a:p>
            <a:pPr algn="l"/>
            <a:r>
              <a:rPr sz="2400">
                <a:solidFill>
                  <a:srgbClr val="20242C"/>
                </a:solidFill>
                <a:latin typeface="Inter"/>
              </a:rPr>
              <a:t>Аналитические инструменты помогают преподавателям оценивать прогресс учеников более точно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20242C"/>
                </a:solidFill>
                <a:latin typeface="Inter"/>
              </a:rPr>
              <a:t>Эффективность AI в производстве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•"/>
            </a:pPr>
            <a:r>
              <a:rPr sz="2400">
                <a:solidFill>
                  <a:srgbClr val="20242C"/>
                </a:solidFill>
                <a:latin typeface="Inter"/>
              </a:rPr>
              <a:t>Автоматизация процессов производства</a:t>
            </a:r>
          </a:p>
          <a:p>
            <a:pPr algn="l">
              <a:buChar char="•"/>
            </a:pPr>
            <a:r>
              <a:rPr sz="2400">
                <a:solidFill>
                  <a:srgbClr val="20242C"/>
                </a:solidFill>
                <a:latin typeface="Inter"/>
              </a:rPr>
              <a:t>Профилактика и диагностика оборудования</a:t>
            </a:r>
          </a:p>
          <a:p>
            <a:pPr algn="l">
              <a:buChar char="•"/>
            </a:pPr>
            <a:r>
              <a:rPr sz="2400">
                <a:solidFill>
                  <a:srgbClr val="20242C"/>
                </a:solidFill>
                <a:latin typeface="Inter"/>
              </a:rPr>
              <a:t>Оптимизация логистики и управления запасами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300" b="1">
                <a:solidFill>
                  <a:srgbClr val="20242C"/>
                </a:solidFill>
                <a:latin typeface="Inter"/>
              </a:rPr>
              <a:t>Будущее AI: оптимизм и вызовы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20242C"/>
                </a:solidFill>
                <a:latin typeface="Inter"/>
              </a:rPr>
              <a:t>Искусственный интеллект продолжает стремительно развиваться</a:t>
            </a:r>
          </a:p>
          <a:p>
            <a:pPr algn="l"/>
            <a:r>
              <a:rPr sz="2400">
                <a:solidFill>
                  <a:srgbClr val="20242C"/>
                </a:solidFill>
                <a:latin typeface="Inter"/>
              </a:rPr>
              <a:t>Благодаря AI мы можем лучше понимать мир вокруг нас</a:t>
            </a:r>
          </a:p>
          <a:p>
            <a:pPr algn="l"/>
            <a:r>
              <a:rPr sz="2400">
                <a:solidFill>
                  <a:srgbClr val="20242C"/>
                </a:solidFill>
                <a:latin typeface="Inter"/>
              </a:rPr>
              <a:t>Однако важно учитывать этические и юридические аспекты его применения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enerated_81617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000" y="1450000"/>
            <a:ext cx="4572000" cy="430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00000"/>
            <a:ext cx="5200000" cy="10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20242C"/>
                </a:solidFill>
                <a:latin typeface="Inter"/>
              </a:rP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50000"/>
            <a:ext cx="5200000" cy="4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>
                <a:solidFill>
                  <a:srgbClr val="20242C"/>
                </a:solidFill>
                <a:latin typeface="Inter"/>
              </a:rPr>
              <a:t>Завершить презентацию на позитивной ноте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