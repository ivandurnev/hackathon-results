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097280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Введение в природу амура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66928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Амур — крупная река в Дальневосточном регионе России, образованная слиянием рек Шилки и Аргуни. Длина реки составляет около 2 824 км. Амур является важнейшим водным артерией региона, играя значительную роль в экономике и культуре.</a:t>
            </a:r>
          </a:p>
        </p:txBody>
      </p:sp>
      <p:pic>
        <p:nvPicPr>
          <p:cNvPr id="4" name="Picture 3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097280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Географическое положение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66928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Амур протекает через территории России и Китая, образуя естественную границу между этими странами. Бассейн реки охватывает значительные площади, включая части Амурской области, Еврейской автономной области, Хабаровского края и Приморского края.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097280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Экологическое значение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66928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Амур и его притоки являются домом для множества видов рыб, в том числе осетровых, которые находятся под угрозой исчезновения. Река также играет важную роль в сохранении биоразнообразия региона, поддерживая уникальные экосистемы и водно-болотные угодья.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097280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Экономическое значение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66928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Амур используется для транспортировки грузов, обеспечения водоснабжения городов и сельскохозяйственных угодий, а также для гидроэнергетики. На реке расположены несколько крупных портов, способствующих развитию торговли и экономики региона.</a:t>
            </a:r>
          </a:p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097280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Культурное значение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66928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Амур имеет большое культурное значение для местного населения. Он является символом региона и часто упоминается в литературе, песнях и легендах. Река также привлекает туристов, интересующихся природой и историей Дальнего Востока.</a:t>
            </a:r>
          </a:p>
        </p:txBody>
      </p:sp>
      <p:pic>
        <p:nvPicPr>
          <p:cNvPr id="4" name="Picture 3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