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 Змеи: Биология и Экология**Подзаголовок:** Обзор основных видов и их роли в природе</a:t>
            </a:r>
          </a:p>
          <a:p>
            <a:pPr lvl="1">
              <a:spcAft>
                <a:spcPts val="1000"/>
              </a:spcAft>
              <a:defRPr sz="2000"/>
            </a:pPr>
            <a:r>
              <a:t>*Имя автора:** [Ваше имя]</a:t>
            </a:r>
          </a:p>
          <a:p>
            <a:pPr lvl="1">
              <a:spcAft>
                <a:spcPts val="1000"/>
              </a:spcAft>
              <a:defRPr sz="2000"/>
            </a:pPr>
            <a:r>
              <a:t>*Дата:**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Введение**Текст:** Змеи — это древние и уникальные пресмыкающиеся, которые играют важную роль в экосистемах. Они являются объектом исследований в области биологии, экологии и медицины. В данной презентации мы рассмотрим основные виды змей, их биологические характеристики и экологическую значимость.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Слайд3Классификациязмей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Классификация змей**Текст:** Змеи относятся к классу пресмыкающихся (Reptilia) и порядку чешуйчатых (Squamata). В настоящее время известно более 3 000 видов змей, которые делятся на несколько семейств, таких как гадюковые, питоны, кобринные и другие.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Слайд4Анатомиязмей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Анатомия змей**Текст:** Змеи имеют характерные анатомические особенности:</a:t>
            </a:r>
          </a:p>
          <a:p>
            <a:pPr lvl="1">
              <a:spcAft>
                <a:spcPts val="1000"/>
              </a:spcAft>
              <a:defRPr sz="2000"/>
            </a:pPr>
            <a:r>
              <a:t>Длинное, удлинённое тело без конечностей</a:t>
            </a:r>
          </a:p>
          <a:p>
            <a:pPr lvl="1">
              <a:spcAft>
                <a:spcPts val="1000"/>
              </a:spcAft>
              <a:defRPr sz="2000"/>
            </a:pPr>
            <a:r>
              <a:t>Чешуйчатая кожа</a:t>
            </a:r>
          </a:p>
          <a:p>
            <a:pPr lvl="1">
              <a:spcAft>
                <a:spcPts val="1000"/>
              </a:spcAft>
              <a:defRPr sz="2000"/>
            </a:pPr>
            <a:r>
              <a:t>Животное пищеварение</a:t>
            </a:r>
          </a:p>
          <a:p>
            <a:pPr lvl="1">
              <a:spcAft>
                <a:spcPts val="1000"/>
              </a:spcAft>
              <a:defRPr sz="2000"/>
            </a:pPr>
            <a:r>
              <a:t>Специализированные зубы и ядовитые железы у некоторых видов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Слайд5Жизненныйциклзмей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Жизненный цикл змей**Текст:** Жизненный цикл змей включает следующие этапы:</a:t>
            </a:r>
          </a:p>
          <a:p>
            <a:pPr lvl="1">
              <a:spcAft>
                <a:spcPts val="1000"/>
              </a:spcAft>
              <a:defRPr sz="2000"/>
            </a:pPr>
            <a:r>
              <a:t>Яйцекладка или живорождение</a:t>
            </a:r>
          </a:p>
          <a:p>
            <a:pPr lvl="1">
              <a:spcAft>
                <a:spcPts val="1000"/>
              </a:spcAft>
              <a:defRPr sz="2000"/>
            </a:pPr>
            <a:r>
              <a:t>Развитие эмбриона</a:t>
            </a:r>
          </a:p>
          <a:p>
            <a:pPr lvl="1">
              <a:spcAft>
                <a:spcPts val="1000"/>
              </a:spcAft>
              <a:defRPr sz="2000"/>
            </a:pPr>
            <a:r>
              <a:t>Вылупление и рост</a:t>
            </a:r>
          </a:p>
          <a:p>
            <a:pPr lvl="1">
              <a:spcAft>
                <a:spcPts val="1000"/>
              </a:spcAft>
              <a:defRPr sz="2000"/>
            </a:pPr>
            <a:r>
              <a:t>Созревание и размножение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Слайд6Питаниезмей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Питание змей**Текст:** Змеи являются хищниками и питаются различными животными:</a:t>
            </a:r>
          </a:p>
          <a:p>
            <a:pPr lvl="1">
              <a:spcAft>
                <a:spcPts val="1000"/>
              </a:spcAft>
              <a:defRPr sz="2000"/>
            </a:pPr>
            <a:r>
              <a:t>Мелкие млекопитающие (мыши, крысы)</a:t>
            </a:r>
          </a:p>
          <a:p>
            <a:pPr lvl="1">
              <a:spcAft>
                <a:spcPts val="1000"/>
              </a:spcAft>
              <a:defRPr sz="2000"/>
            </a:pPr>
            <a:r>
              <a:t>Птицы</a:t>
            </a:r>
          </a:p>
          <a:p>
            <a:pPr lvl="1">
              <a:spcAft>
                <a:spcPts val="1000"/>
              </a:spcAft>
              <a:defRPr sz="2000"/>
            </a:pPr>
            <a:r>
              <a:t>Другие пресмыкающиеся</a:t>
            </a:r>
          </a:p>
          <a:p>
            <a:pPr lvl="1">
              <a:spcAft>
                <a:spcPts val="1000"/>
              </a:spcAft>
              <a:defRPr sz="2000"/>
            </a:pPr>
            <a:r>
              <a:t>Амфибии</a:t>
            </a:r>
          </a:p>
          <a:p>
            <a:pPr lvl="1">
              <a:spcAft>
                <a:spcPts val="1000"/>
              </a:spcAft>
              <a:defRPr sz="2000"/>
            </a:pPr>
            <a:r>
              <a:t>Насекомые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Слайд7Экологическаярользмей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Экологическая роль змей**Текст:** Змеи играют важную роль в экосистемах:</a:t>
            </a:r>
          </a:p>
          <a:p>
            <a:pPr lvl="1">
              <a:spcAft>
                <a:spcPts val="1000"/>
              </a:spcAft>
              <a:defRPr sz="2000"/>
            </a:pPr>
            <a:r>
              <a:t>Контроль численности грызунов и других мелких животных</a:t>
            </a:r>
          </a:p>
          <a:p>
            <a:pPr lvl="1">
              <a:spcAft>
                <a:spcPts val="1000"/>
              </a:spcAft>
              <a:defRPr sz="2000"/>
            </a:pPr>
            <a:r>
              <a:t>Участие в пищевых цепях</a:t>
            </a:r>
          </a:p>
          <a:p>
            <a:pPr lvl="1">
              <a:spcAft>
                <a:spcPts val="1000"/>
              </a:spcAft>
              <a:defRPr sz="2000"/>
            </a:pPr>
            <a:r>
              <a:t>Индикаторы состояния окружающей среды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Слайд8Опасныевидызмей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Опасные виды змей**Текст:** Некоторые виды змей опасны для человека:</a:t>
            </a:r>
          </a:p>
          <a:p>
            <a:pPr lvl="1">
              <a:spcAft>
                <a:spcPts val="1000"/>
              </a:spcAft>
              <a:defRPr sz="2000"/>
            </a:pPr>
            <a:r>
              <a:t>Кобры</a:t>
            </a:r>
          </a:p>
          <a:p>
            <a:pPr lvl="1">
              <a:spcAft>
                <a:spcPts val="1000"/>
              </a:spcAft>
              <a:defRPr sz="2000"/>
            </a:pPr>
            <a:r>
              <a:t>Гадюки</a:t>
            </a:r>
          </a:p>
          <a:p>
            <a:pPr lvl="1">
              <a:spcAft>
                <a:spcPts val="1000"/>
              </a:spcAft>
              <a:defRPr sz="2000"/>
            </a:pPr>
            <a:r>
              <a:t>Анаконды</a:t>
            </a:r>
          </a:p>
          <a:p>
            <a:pPr lvl="1">
              <a:spcAft>
                <a:spcPts val="1000"/>
              </a:spcAft>
              <a:defRPr sz="2000"/>
            </a:pPr>
            <a:r>
              <a:t>Таипаны</a:t>
            </a:r>
          </a:p>
          <a:p>
            <a:pPr lvl="1">
              <a:spcAft>
                <a:spcPts val="1000"/>
              </a:spcAft>
              <a:defRPr sz="2000"/>
            </a:pPr>
            <a:r>
              <a:t>Коралловые змеи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Слайд9Защитаисохранениезмей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Защита и сохранение змей**Текст:** Многие виды змей находятся под угрозой исчезновения:</a:t>
            </a:r>
          </a:p>
          <a:p>
            <a:pPr lvl="1">
              <a:spcAft>
                <a:spcPts val="1000"/>
              </a:spcAft>
              <a:defRPr sz="2000"/>
            </a:pPr>
            <a:r>
              <a:t>Создание заповедников и национальных парков</a:t>
            </a:r>
          </a:p>
          <a:p>
            <a:pPr lvl="1">
              <a:spcAft>
                <a:spcPts val="1000"/>
              </a:spcAft>
              <a:defRPr sz="2000"/>
            </a:pPr>
            <a:r>
              <a:t>Программы восстановления популяций</a:t>
            </a:r>
          </a:p>
          <a:p>
            <a:pPr lvl="1">
              <a:spcAft>
                <a:spcPts val="1000"/>
              </a:spcAft>
              <a:defRPr sz="2000"/>
            </a:pPr>
            <a:r>
              <a:t>Образовательные программы для населения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Слайд10Заключение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Заключение**Текст:** Змеи — это важные и интересные существа, которые заслуживают внимания и уважения. Их изучение помогает лучше понять экосистемы и разрабатывать меры по их сохранению. Мы надеемся, что эта презентация была полезной и информативной.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нужны какие-либо дополнительные материалы или помощь в оформлении,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