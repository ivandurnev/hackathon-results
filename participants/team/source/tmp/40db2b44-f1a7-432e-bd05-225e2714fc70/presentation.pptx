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Заголовок: Альбер Камю: Жизнь и творчествоТекст:</a:t>
            </a:r>
          </a:p>
          <a:p>
            <a:pPr>
              <a:spcAft>
                <a:spcPts val="800"/>
              </a:spcAft>
              <a:defRPr sz="2000"/>
            </a:pPr>
            <a:r>
              <a:t>Альбер Камю 1913–1960 — французский писатель, философ, драматург и журналист. Лауреат Нобелевской премии по литературе 1957. Камю известен своими работами, исследующими темы абсурда, свободы и человеческого достоинства.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Биография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Заголовок: Биография Альбера КамюТекст:</a:t>
            </a:r>
          </a:p>
          <a:p>
            <a:pPr lvl="1">
              <a:spcAft>
                <a:spcPts val="800"/>
              </a:spcAft>
              <a:defRPr sz="2000"/>
            </a:pPr>
            <a:r>
              <a:t>Родился 7 ноября 1913 года в Алжире.</a:t>
            </a:r>
          </a:p>
          <a:p>
            <a:pPr lvl="1">
              <a:spcAft>
                <a:spcPts val="800"/>
              </a:spcAft>
              <a:defRPr sz="2000"/>
            </a:pPr>
            <a:r>
              <a:t>Отец погиб в Первой мировой войне, мать была домохозяйкой.</a:t>
            </a:r>
          </a:p>
          <a:p>
            <a:pPr lvl="1">
              <a:spcAft>
                <a:spcPts val="800"/>
              </a:spcAft>
              <a:defRPr sz="2000"/>
            </a:pPr>
            <a:r>
              <a:t>Учился в Лицее Бюссена в Алжире, затем поступил в Алжирский университет.</a:t>
            </a:r>
          </a:p>
          <a:p>
            <a:pPr lvl="1">
              <a:spcAft>
                <a:spcPts val="800"/>
              </a:spcAft>
              <a:defRPr sz="2000"/>
            </a:pPr>
            <a:r>
              <a:t>Работал журналистом, активно участвовал в антифашистском движении.</a:t>
            </a:r>
          </a:p>
          <a:p>
            <a:pPr lvl="1">
              <a:spcAft>
                <a:spcPts val="800"/>
              </a:spcAft>
              <a:defRPr sz="2000"/>
            </a:pPr>
            <a:r>
              <a:t>Переехал в Париж в 1942 году, где начал сотрудничать с журналом "Combat".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Философияабсурда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Заголовок: Философия абсурдаТекст:</a:t>
            </a:r>
          </a:p>
          <a:p>
            <a:pPr lvl="1">
              <a:spcAft>
                <a:spcPts val="800"/>
              </a:spcAft>
              <a:defRPr sz="2000"/>
            </a:pPr>
            <a:r>
              <a:t>Камю разработал концепцию абсурда, которая стала центральной в его творчестве.</a:t>
            </a:r>
          </a:p>
          <a:p>
            <a:pPr lvl="1">
              <a:spcAft>
                <a:spcPts val="800"/>
              </a:spcAft>
              <a:defRPr sz="2000"/>
            </a:pPr>
            <a:r>
              <a:t>Основные идеи: мир бессмысленен, но человек должен продолжать борьбу за смысл жизни.</a:t>
            </a:r>
          </a:p>
          <a:p>
            <a:pPr lvl="1">
              <a:spcAft>
                <a:spcPts val="800"/>
              </a:spcAft>
              <a:defRPr sz="2000"/>
            </a:pPr>
            <a:r>
              <a:t>Ключевые произведения: "Миф о Сизифе" 1942, "Человек в REVOLT" 1951.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Литературныепроизведения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Заголовок: Литературные произведенияТекст:</a:t>
            </a:r>
          </a:p>
          <a:p>
            <a:pPr lvl="1">
              <a:spcAft>
                <a:spcPts val="800"/>
              </a:spcAft>
              <a:defRPr sz="2000"/>
            </a:pPr>
            <a:r>
              <a:t>"Чужой" 1942 — роман, исследующий тему чуждости и абсурда.</a:t>
            </a:r>
          </a:p>
          <a:p>
            <a:pPr lvl="1">
              <a:spcAft>
                <a:spcPts val="800"/>
              </a:spcAft>
              <a:defRPr sz="2000"/>
            </a:pPr>
            <a:r>
              <a:t>"Чума" 1947 — аллегория на фашизм и сопротивление.</a:t>
            </a:r>
          </a:p>
          <a:p>
            <a:pPr lvl="1">
              <a:spcAft>
                <a:spcPts val="800"/>
              </a:spcAft>
              <a:defRPr sz="2000"/>
            </a:pPr>
            <a:r>
              <a:t>"Падение" 1956 — размышления о человеческой природе и морали.</a:t>
            </a:r>
          </a:p>
          <a:p>
            <a:pPr lvl="1">
              <a:spcAft>
                <a:spcPts val="800"/>
              </a:spcAft>
              <a:defRPr sz="2000"/>
            </a:pPr>
            <a:r>
              <a:t>"Первый человек" 1994 — автобиографический роман, опубликованный посмертно.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Наследиеивлияние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Заголовок: Наследие и влияниеТекст:</a:t>
            </a:r>
          </a:p>
          <a:p>
            <a:pPr lvl="1">
              <a:spcAft>
                <a:spcPts val="800"/>
              </a:spcAft>
              <a:defRPr sz="2000"/>
            </a:pPr>
            <a:r>
              <a:t>Камю оказал значительное влияние на философию и литературу XX века.</a:t>
            </a:r>
          </a:p>
          <a:p>
            <a:pPr lvl="1">
              <a:spcAft>
                <a:spcPts val="800"/>
              </a:spcAft>
              <a:defRPr sz="2000"/>
            </a:pPr>
            <a:r>
              <a:t>Его идеи продолжают вдохновлять современных мыслителей и писателей.</a:t>
            </a:r>
          </a:p>
          <a:p>
            <a:pPr lvl="1">
              <a:spcAft>
                <a:spcPts val="800"/>
              </a:spcAft>
              <a:defRPr sz="2000"/>
            </a:pPr>
            <a:r>
              <a:t>Камю был награжден Нобелевской премией по литературе за "свет, которое он пролил на проблемы совести и свободы человека".</a:t>
            </a:r>
          </a:p>
          <a:p>
            <a:pPr>
              <a:spcAft>
                <a:spcPts val="800"/>
              </a:spcAft>
              <a:defRPr sz="2000"/>
            </a:pPr>
            <a:r>
              <a:t>Надеюсь, это поможет! Если у тебя есть какие-то дополнительные пожелания или вопросы, дай знать!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