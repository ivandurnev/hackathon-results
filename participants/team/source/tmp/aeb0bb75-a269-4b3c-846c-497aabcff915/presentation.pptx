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Слайд1Титульныйслайд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spcAft>
                <a:spcPts val="1000"/>
              </a:spcAft>
              <a:defRPr sz="2000"/>
            </a:pPr>
            <a:r>
              <a:t>*Змеи: Обзор и особенности**- Дата: [Дата]</a:t>
            </a:r>
          </a:p>
          <a:p>
            <a:pPr lvl="1">
              <a:spcAft>
                <a:spcPts val="1000"/>
              </a:spcAft>
              <a:defRPr sz="2000"/>
            </a:pPr>
            <a:r>
              <a:t>Автор: [Ваше имя]</a:t>
            </a:r>
          </a:p>
          <a:p>
            <a:pPr>
              <a:spcAft>
                <a:spcPts val="1000"/>
              </a:spcAft>
              <a:defRPr sz="2000"/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Слайд2Введение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spcAft>
                <a:spcPts val="1000"/>
              </a:spcAft>
              <a:defRPr sz="2000"/>
            </a:pPr>
            <a:r>
              <a:t>*Что такое змеи?**- Змеи — это пресмыкающиеся из отряда Squamata.</a:t>
            </a:r>
          </a:p>
          <a:p>
            <a:pPr lvl="1">
              <a:spcAft>
                <a:spcPts val="1000"/>
              </a:spcAft>
              <a:defRPr sz="2000"/>
            </a:pPr>
            <a:r>
              <a:t>Они распространены по всему миру, кроме Антарктиды и некоторых островов.</a:t>
            </a:r>
          </a:p>
          <a:p>
            <a:pPr>
              <a:spcAft>
                <a:spcPts val="1000"/>
              </a:spcAft>
              <a:defRPr sz="2000"/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Слайд3Классификация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spcAft>
                <a:spcPts val="1000"/>
              </a:spcAft>
              <a:defRPr sz="2000"/>
            </a:pPr>
            <a:r>
              <a:t>*Основные группы змей**- Ядовитые змеи</a:t>
            </a:r>
          </a:p>
          <a:p>
            <a:pPr lvl="1">
              <a:spcAft>
                <a:spcPts val="1000"/>
              </a:spcAft>
              <a:defRPr sz="2000"/>
            </a:pPr>
            <a:r>
              <a:t>Нeyaдовитые змеи</a:t>
            </a:r>
          </a:p>
          <a:p>
            <a:pPr lvl="1">
              <a:spcAft>
                <a:spcPts val="1000"/>
              </a:spcAft>
              <a:defRPr sz="2000"/>
            </a:pPr>
            <a:r>
              <a:t>Полуядовитые змеи</a:t>
            </a:r>
          </a:p>
          <a:p>
            <a:pPr>
              <a:spcAft>
                <a:spcPts val="1000"/>
              </a:spcAft>
              <a:defRPr sz="2000"/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Слайд4Анатомия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spcAft>
                <a:spcPts val="1000"/>
              </a:spcAft>
              <a:defRPr sz="2000"/>
            </a:pPr>
            <a:r>
              <a:t>*Строение тела змеи**- Голова</a:t>
            </a:r>
          </a:p>
          <a:p>
            <a:pPr lvl="1">
              <a:spcAft>
                <a:spcPts val="1000"/>
              </a:spcAft>
              <a:defRPr sz="2000"/>
            </a:pPr>
            <a:r>
              <a:t>Тело</a:t>
            </a:r>
          </a:p>
          <a:p>
            <a:pPr lvl="1">
              <a:spcAft>
                <a:spcPts val="1000"/>
              </a:spcAft>
              <a:defRPr sz="2000"/>
            </a:pPr>
            <a:r>
              <a:t>Хвост</a:t>
            </a:r>
          </a:p>
          <a:p>
            <a:pPr lvl="1">
              <a:spcAft>
                <a:spcPts val="1000"/>
              </a:spcAft>
              <a:defRPr sz="2000"/>
            </a:pPr>
            <a:r>
              <a:t>Железы яда (у ядовитых видов)</a:t>
            </a:r>
          </a:p>
          <a:p>
            <a:pPr>
              <a:spcAft>
                <a:spcPts val="1000"/>
              </a:spcAft>
              <a:defRPr sz="2000"/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Слайд5Поведениеиобразжизни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spcAft>
                <a:spcPts val="1000"/>
              </a:spcAft>
              <a:defRPr sz="2000"/>
            </a:pPr>
            <a:r>
              <a:t>*Характеристики поведения**- Холоднокровность</a:t>
            </a:r>
          </a:p>
          <a:p>
            <a:pPr lvl="1">
              <a:spcAft>
                <a:spcPts val="1000"/>
              </a:spcAft>
              <a:defRPr sz="2000"/>
            </a:pPr>
            <a:r>
              <a:t>Способы передвижения</a:t>
            </a:r>
          </a:p>
          <a:p>
            <a:pPr lvl="1">
              <a:spcAft>
                <a:spcPts val="1000"/>
              </a:spcAft>
              <a:defRPr sz="2000"/>
            </a:pPr>
            <a:r>
              <a:t>Питание и охота</a:t>
            </a:r>
          </a:p>
          <a:p>
            <a:pPr>
              <a:spcAft>
                <a:spcPts val="1000"/>
              </a:spcAft>
              <a:defRPr sz="2000"/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Слайд6Размножение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spcAft>
                <a:spcPts val="1000"/>
              </a:spcAft>
              <a:defRPr sz="2000"/>
            </a:pPr>
            <a:r>
              <a:t>*Процесс размножения змей**- Оvipарные (яйцекладущие)</a:t>
            </a:r>
          </a:p>
          <a:p>
            <a:pPr lvl="1">
              <a:spcAft>
                <a:spcPts val="1000"/>
              </a:spcAft>
              <a:defRPr sz="2000"/>
            </a:pPr>
            <a:r>
              <a:t>Viviparous (живорождущие)</a:t>
            </a:r>
          </a:p>
          <a:p>
            <a:pPr lvl="1">
              <a:spcAft>
                <a:spcPts val="1000"/>
              </a:spcAft>
              <a:defRPr sz="2000"/>
            </a:pPr>
            <a:r>
              <a:t>Ovoviviparous (яйцеживорождущие)</a:t>
            </a:r>
          </a:p>
          <a:p>
            <a:pPr>
              <a:spcAft>
                <a:spcPts val="1000"/>
              </a:spcAft>
              <a:defRPr sz="2000"/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Слайд7Змеивкультуреимедицине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spcAft>
                <a:spcPts val="1000"/>
              </a:spcAft>
              <a:defRPr sz="2000"/>
            </a:pPr>
            <a:r>
              <a:t>*Змеи в символике и медицине**- Символика в разных культурах</a:t>
            </a:r>
          </a:p>
          <a:p>
            <a:pPr lvl="1">
              <a:spcAft>
                <a:spcPts val="1000"/>
              </a:spcAft>
              <a:defRPr sz="2000"/>
            </a:pPr>
            <a:r>
              <a:t>Использование змеиного яда в медицине</a:t>
            </a:r>
          </a:p>
          <a:p>
            <a:pPr>
              <a:spcAft>
                <a:spcPts val="1000"/>
              </a:spcAft>
              <a:defRPr sz="2000"/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Слайд8Основныевидызмей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spcAft>
                <a:spcPts val="1000"/>
              </a:spcAft>
              <a:defRPr sz="2000"/>
            </a:pPr>
            <a:r>
              <a:t>*Примеры известных видов**- Кобрa</a:t>
            </a:r>
          </a:p>
          <a:p>
            <a:pPr lvl="1">
              <a:spcAft>
                <a:spcPts val="1000"/>
              </a:spcAft>
              <a:defRPr sz="2000"/>
            </a:pPr>
            <a:r>
              <a:t>Гремучая змея</a:t>
            </a:r>
          </a:p>
          <a:p>
            <a:pPr lvl="1">
              <a:spcAft>
                <a:spcPts val="1000"/>
              </a:spcAft>
              <a:defRPr sz="2000"/>
            </a:pPr>
            <a:r>
              <a:t>Удав</a:t>
            </a:r>
          </a:p>
          <a:p>
            <a:pPr lvl="1">
              <a:spcAft>
                <a:spcPts val="1000"/>
              </a:spcAft>
              <a:defRPr sz="2000"/>
            </a:pPr>
            <a:r>
              <a:t>Анаконда</a:t>
            </a:r>
          </a:p>
          <a:p>
            <a:pPr>
              <a:spcAft>
                <a:spcPts val="1000"/>
              </a:spcAft>
              <a:defRPr sz="2000"/>
            </a:p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Слайд9Заключение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spcAft>
                <a:spcPts val="1000"/>
              </a:spcAft>
              <a:defRPr sz="2000"/>
            </a:pPr>
            <a:r>
              <a:t>*Важность изучения змей**- Экологическая роль</a:t>
            </a:r>
          </a:p>
          <a:p>
            <a:pPr lvl="1">
              <a:spcAft>
                <a:spcPts val="1000"/>
              </a:spcAft>
              <a:defRPr sz="2000"/>
            </a:pPr>
            <a:r>
              <a:t>Научные исследования</a:t>
            </a:r>
          </a:p>
          <a:p>
            <a:pPr lvl="1">
              <a:spcAft>
                <a:spcPts val="1000"/>
              </a:spcAft>
              <a:defRPr sz="2000"/>
            </a:pPr>
            <a:r>
              <a:t>Консервация и защита видов</a:t>
            </a:r>
          </a:p>
          <a:p>
            <a:pPr>
              <a:spcAft>
                <a:spcPts val="1000"/>
              </a:spcAft>
              <a:defRPr sz="2000"/>
            </a:pPr>
            <a:r>
              <a:t>Если у вас есть какие-то конкретные пожелания или дополнительные темы, которые вы хотели бы включить, дайте знать!</a:t>
            </a:r>
          </a:p>
          <a:p>
            <a:pPr>
              <a:spcAft>
                <a:spcPts val="1000"/>
              </a:spcAft>
              <a:defRPr sz="2000"/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