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презентации:**Арбуз: Полезные свойства и применение</a:t>
            </a:r>
          </a:p>
          <a:p>
            <a:pPr lvl="1">
              <a:spcAft>
                <a:spcPts val="1000"/>
              </a:spcAft>
              <a:defRPr sz="2000"/>
            </a:pPr>
            <a:r>
              <a:t>*Подзаголовок:**</a:t>
            </a:r>
          </a:p>
          <a:p>
            <a:pPr>
              <a:spcAft>
                <a:spcPts val="1000"/>
              </a:spcAft>
              <a:defRPr sz="2000"/>
            </a:pPr>
            <a:r>
              <a:t>Обзор ключевых аспектов</a:t>
            </a:r>
          </a:p>
          <a:p>
            <a:pPr lvl="1">
              <a:spcAft>
                <a:spcPts val="1000"/>
              </a:spcAft>
              <a:defRPr sz="2000"/>
            </a:pPr>
            <a:r>
              <a:t>*Автор:**</a:t>
            </a:r>
          </a:p>
          <a:p>
            <a:pPr>
              <a:spcAft>
                <a:spcPts val="1000"/>
              </a:spcAft>
              <a:defRPr sz="2000"/>
            </a:pPr>
            <a:r>
              <a:t>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</a:t>
            </a:r>
          </a:p>
          <a:p>
            <a:pPr>
              <a:spcAft>
                <a:spcPts val="1000"/>
              </a:spcAft>
              <a:defRPr sz="2000"/>
            </a:pPr>
            <a:r>
              <a:t>[Дата создания презентации]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Слайд2Общаяинформацияобарбузе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*Заголовок:**Общая информация об арбузе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>
              <a:spcAft>
                <a:spcPts val="1000"/>
              </a:spcAft>
              <a:defRPr sz="2000"/>
            </a:pPr>
            <a:r>
              <a:t>Арбуз (лат. *Citrullus lanatus*) — многолетнее травянистое растение семейства Тыквенные. Произрастает в тропических и субтропических регионах. Плоды арбуза содержат большое количество воды, сахара, витаминов и минералов. Арбуз является популярным летним фруктом, известным своим освежающим вкусом и питательными свойствами.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Слайд3Полезныесвойстваарбуза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*Заголовок:**Полезные свойства арбуза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Арбуз содержит до 92% воды, что делает его отличным средством для гидратации.</a:t>
            </a:r>
          </a:p>
          <a:p>
            <a:pPr lvl="1">
              <a:spcAft>
                <a:spcPts val="1000"/>
              </a:spcAft>
              <a:defRPr sz="2000"/>
            </a:pPr>
            <a:r>
              <a:t>**Ликопин:** Антиоксидант, который помогает защитить клетки от повреждений.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 C:** Поддерживает иммунную систему и способствует заживлению ран.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 A:** Важен для здоровья глаз и кожи.</a:t>
            </a:r>
          </a:p>
          <a:p>
            <a:pPr lvl="1">
              <a:spcAft>
                <a:spcPts val="1000"/>
              </a:spcAft>
              <a:defRPr sz="2000"/>
            </a:pPr>
            <a:r>
              <a:t>**Магний:** Участвует в множестве биологических процессов, включая работу сердца и мышц.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Слайд4Применениеарбузавпищевойпромышленности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*Заголовок:**Применение арбуза в пищевой промышленности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**Свежие плоды:** Используются в качестве десертов, салатов и напитков.</a:t>
            </a:r>
          </a:p>
          <a:p>
            <a:pPr lvl="1">
              <a:spcAft>
                <a:spcPts val="1000"/>
              </a:spcAft>
              <a:defRPr sz="2000"/>
            </a:pPr>
            <a:r>
              <a:t>**Сок:** Производится из мякоти арбуза и используется как самостоятельный продукт или в составе смесей.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**Консервы:** Арбузные джемы, варенья и компоты.</a:t>
            </a:r>
          </a:p>
          <a:p>
            <a:pPr lvl="1">
              <a:spcAft>
                <a:spcPts val="1000"/>
              </a:spcAft>
              <a:defRPr sz="2000"/>
            </a:pPr>
            <a:r>
              <a:t>**Семечки:** Используются в кулинарии как закуска или добавка к блюдам.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*Заголовок:**Заключение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>
              <a:spcAft>
                <a:spcPts val="1000"/>
              </a:spcAft>
              <a:defRPr sz="2000"/>
            </a:pPr>
            <a:r>
              <a:t>Арбуз — это не только вкусный, но и полезный продукт. Его высокое содержание воды и антиоксидантов делает его идеальным выбором для летнего питания. В пищевой промышленности арбуз находит широкое применение благодаря своим уникальным свойствам и универсальности.</a:t>
            </a:r>
          </a:p>
          <a:p>
            <a:pPr lvl="1">
              <a:spcAft>
                <a:spcPts val="1000"/>
              </a:spcAft>
              <a:defRPr sz="2000"/>
            </a:pPr>
            <a:r>
              <a:t>*Заключительная фраза:**</a:t>
            </a:r>
          </a:p>
          <a:p>
            <a:pPr>
              <a:spcAft>
                <a:spcPts val="1000"/>
              </a:spcAft>
              <a:defRPr sz="2000"/>
            </a:pPr>
            <a:r>
              <a:t>Благодарю за внимание!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детальная информация или какие-то конкретные данные, пожалуйста, уточните.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