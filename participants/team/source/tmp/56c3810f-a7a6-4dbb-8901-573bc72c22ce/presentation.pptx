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594360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ягодный овощ, который относится к семейству Тыквенные. Он известен своим сладким вкусом и высоким содержанием воды. Арбуз богат витаминами и минералами, особенно витамином C и бета-каротином. Его мякоть может быть разных цветов, но чаще всего она красная или желтая. Арбуз широко используется в кулинарии, как в свежем виде, так и в различных блюдах и напитках.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