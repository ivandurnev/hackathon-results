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Змеи: Обзор и важность в экосистеме**Текст:**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— это рептилии отряда Squamata, которые играют важную роль в экосистемах.</a:t>
            </a:r>
          </a:p>
          <a:p>
            <a:pPr lvl="1">
              <a:spcAft>
                <a:spcPts val="1000"/>
              </a:spcAft>
              <a:defRPr sz="2000"/>
            </a:pPr>
            <a:r>
              <a:t>Они распространены по всему миру, кроме Антарктиды и некоторых островов.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имеют большое значение в контроле численности грызунов и других мелких животных.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Слайд2Биологияианатомия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Биология и анатомия змей**Текст:**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лишены конечностей, но имеют развитую мускулатуру, позволяющую им двигаться и охотиться.</a:t>
            </a:r>
          </a:p>
          <a:p>
            <a:pPr lvl="1">
              <a:spcAft>
                <a:spcPts val="1000"/>
              </a:spcAft>
              <a:defRPr sz="2000"/>
            </a:pPr>
            <a:r>
              <a:t>У них есть уникальная способность проглатывать добычу, значительно превышающую размер их головы.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регулярно сбрасывают кожу, что позволяет им расти и обновлять свой внешний вид.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Слайд3Видызмей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Основные виды змей**Текст:**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**Ядовитые змеи:** Кобры, гадюки, коралловые змеи.</a:t>
            </a:r>
          </a:p>
          <a:p>
            <a:pPr lvl="1">
              <a:spcAft>
                <a:spcPts val="1000"/>
              </a:spcAft>
              <a:defRPr sz="2000"/>
            </a:pPr>
            <a:r>
              <a:t>**Неядовитые змеи:** Удавы, питоны, гремучие змеи.</a:t>
            </a:r>
          </a:p>
          <a:p>
            <a:pPr lvl="1">
              <a:spcAft>
                <a:spcPts val="1000"/>
              </a:spcAft>
              <a:defRPr sz="2000"/>
            </a:pPr>
            <a:r>
              <a:t>**Морские змеи:** Обитают в тропических и субтропических водах, имеют плоский хвост для лучшего плавания.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Слайд4Экологическаяроль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Экологическая роль змей**Текст:**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являются важными хищниками, контролирующими численность грызунов и других мелких животных.</a:t>
            </a:r>
          </a:p>
          <a:p>
            <a:pPr lvl="1">
              <a:spcAft>
                <a:spcPts val="1000"/>
              </a:spcAft>
              <a:defRPr sz="2000"/>
            </a:pPr>
            <a:r>
              <a:t>Они служат источником пищи для многих крупных хищников, таких как птицы и млекопитающие.</a:t>
            </a:r>
          </a:p>
          <a:p>
            <a:pPr lvl="1">
              <a:spcAft>
                <a:spcPts val="1000"/>
              </a:spcAft>
              <a:defRPr sz="2000"/>
            </a:pPr>
            <a:r>
              <a:t>Некоторые виды змей помогают в распространении семян растений.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Слайд5Змеиичеловек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Взаимодействие змей и человека**Текст:**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используются в медицине для производства антител и лекарств.</a:t>
            </a:r>
          </a:p>
          <a:p>
            <a:pPr lvl="1">
              <a:spcAft>
                <a:spcPts val="1000"/>
              </a:spcAft>
              <a:defRPr sz="2000"/>
            </a:pPr>
            <a:r>
              <a:t>В культуре и искусстве змеи часто символизируют мудрость, искушение и возрождение.</a:t>
            </a:r>
          </a:p>
          <a:p>
            <a:pPr lvl="1">
              <a:spcAft>
                <a:spcPts val="1000"/>
              </a:spcAft>
              <a:defRPr sz="2000"/>
            </a:pPr>
            <a:r>
              <a:t>Важно соблюдать меры предосторожности при встрече с змеями, особенно ядовитыми видами.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более подробная информация или конкретные изображения для каждого слайда, дайте мне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