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Название проекта: Котокафе "Мурлыка"Подзаголовок: Создаем уютное пространство для кошек и кошатников</a:t>
            </a:r>
          </a:p>
          <a:p>
            <a:pPr>
              <a:spcAft>
                <a:spcPts val="800"/>
              </a:spcAft>
              <a:defRPr sz="2000"/>
            </a:pPr>
            <a:r>
              <a:t>Изображение: Логотип котокафе и фотография уютного интерьера с кошками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Описаниепроекта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Концепция:  Котокафе "Мурлыка" — это уникальное место, где гости могут наслаждаться кофе и общением с домашними кошками.</a:t>
            </a:r>
          </a:p>
          <a:p>
            <a:pPr>
              <a:spcAft>
                <a:spcPts val="800"/>
              </a:spcAft>
              <a:defRPr sz="2000"/>
            </a:pPr>
            <a:r>
              <a:t>Цель: создать комфортную и безопасную среду для кошек и людей, способствовать их взаимному общению и улучшению настроения.</a:t>
            </a:r>
          </a:p>
          <a:p>
            <a:pPr>
              <a:spcAft>
                <a:spcPts val="800"/>
              </a:spcAft>
              <a:defRPr sz="2000"/>
            </a:pPr>
            <a:r>
              <a:t>Целевая аудитория:</a:t>
            </a:r>
          </a:p>
          <a:p>
            <a:pPr>
              <a:spcAft>
                <a:spcPts val="800"/>
              </a:spcAft>
              <a:defRPr sz="2000"/>
            </a:pPr>
            <a:r>
              <a:t>Люди, любящие кошек, но не имеющие возможности завести питомца.</a:t>
            </a:r>
          </a:p>
          <a:p>
            <a:pPr>
              <a:spcAft>
                <a:spcPts val="800"/>
              </a:spcAft>
              <a:defRPr sz="2000"/>
            </a:pPr>
            <a:r>
              <a:t>Кошатники, желающие провести время с кошками в уютной обстановке.</a:t>
            </a:r>
          </a:p>
          <a:p>
            <a:pPr>
              <a:spcAft>
                <a:spcPts val="800"/>
              </a:spcAft>
              <a:defRPr sz="2000"/>
            </a:pPr>
            <a:r>
              <a:t>Семьи с детьми, ищущие интересные места для отдыха.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Бизнесмодель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Источники дохода:  Продажа кофе, чая, выпечки и легких закусок.</a:t>
            </a:r>
          </a:p>
          <a:p>
            <a:pPr>
              <a:spcAft>
                <a:spcPts val="800"/>
              </a:spcAft>
              <a:defRPr sz="2000"/>
            </a:pPr>
            <a:r>
              <a:t>Продажа сувениров и товаров для кошек.</a:t>
            </a:r>
          </a:p>
          <a:p>
            <a:pPr>
              <a:spcAft>
                <a:spcPts val="800"/>
              </a:spcAft>
              <a:defRPr sz="2000"/>
            </a:pPr>
            <a:r>
              <a:t>Организация мероприятий мастер классы, фотосессии, детские праздники.</a:t>
            </a:r>
          </a:p>
          <a:p>
            <a:pPr>
              <a:spcAft>
                <a:spcPts val="800"/>
              </a:spcAft>
              <a:defRPr sz="2000"/>
            </a:pPr>
            <a:r>
              <a:t>Основные расходы:</a:t>
            </a:r>
          </a:p>
          <a:p>
            <a:pPr>
              <a:spcAft>
                <a:spcPts val="800"/>
              </a:spcAft>
              <a:defRPr sz="2000"/>
            </a:pPr>
            <a:r>
              <a:t>Аренда помещения.</a:t>
            </a:r>
          </a:p>
          <a:p>
            <a:pPr>
              <a:spcAft>
                <a:spcPts val="800"/>
              </a:spcAft>
              <a:defRPr sz="2000"/>
            </a:pPr>
            <a:r>
              <a:t>Зарплата персонала.</a:t>
            </a:r>
          </a:p>
          <a:p>
            <a:pPr>
              <a:spcAft>
                <a:spcPts val="800"/>
              </a:spcAft>
              <a:defRPr sz="2000"/>
            </a:pPr>
            <a:r>
              <a:t>Покупка и содержание кошек.</a:t>
            </a:r>
          </a:p>
          <a:p>
            <a:pPr>
              <a:spcAft>
                <a:spcPts val="800"/>
              </a:spcAft>
              <a:defRPr sz="2000"/>
            </a:pPr>
            <a:r>
              <a:t>Закупка продуктов и товаров.</a:t>
            </a:r>
          </a:p>
          <a:p>
            <a:pPr>
              <a:spcAft>
                <a:spcPts val="800"/>
              </a:spcAft>
              <a:defRPr sz="2000"/>
            </a:pPr>
            <a:r>
              <a:t>Маркетинг и реклама.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Маркетинговаястратегия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Целевые каналы:  Социальные сети Instagram, Facebook, VKontakte.</a:t>
            </a:r>
          </a:p>
          <a:p>
            <a:pPr>
              <a:spcAft>
                <a:spcPts val="800"/>
              </a:spcAft>
              <a:defRPr sz="2000"/>
            </a:pPr>
            <a:r>
              <a:t>Локальные рекламные площадки газеты, радио, билборды.</a:t>
            </a:r>
          </a:p>
          <a:p>
            <a:pPr>
              <a:spcAft>
                <a:spcPts val="800"/>
              </a:spcAft>
              <a:defRPr sz="2000"/>
            </a:pPr>
            <a:r>
              <a:t>Сотрудничество с местными кошачьими приютами и ветеринарными клиниками.</a:t>
            </a:r>
          </a:p>
          <a:p>
            <a:pPr>
              <a:spcAft>
                <a:spcPts val="800"/>
              </a:spcAft>
              <a:defRPr sz="2000"/>
            </a:pPr>
            <a:r>
              <a:t>Промо активности:</a:t>
            </a:r>
          </a:p>
          <a:p>
            <a:pPr>
              <a:spcAft>
                <a:spcPts val="800"/>
              </a:spcAft>
              <a:defRPr sz="2000"/>
            </a:pPr>
            <a:r>
              <a:t>Открытые дни для привлечения внимания.</a:t>
            </a:r>
          </a:p>
          <a:p>
            <a:pPr>
              <a:spcAft>
                <a:spcPts val="800"/>
              </a:spcAft>
              <a:defRPr sz="2000"/>
            </a:pPr>
            <a:r>
              <a:t>Скидки для постоянных клиентов.</a:t>
            </a:r>
          </a:p>
          <a:p>
            <a:pPr>
              <a:spcAft>
                <a:spcPts val="800"/>
              </a:spcAft>
              <a:defRPr sz="2000"/>
            </a:pPr>
            <a:r>
              <a:t>Партнерские программы с кошачьими брендами.</a:t>
            </a:r>
          </a:p>
          <a:p>
            <a:pPr>
              <a:spcAft>
                <a:spcPts val="800"/>
              </a:spcAft>
              <a:defRPr sz="2000"/>
            </a:pPr>
            <a:r>
              <a:t>Онлайн конкурсы и розыгрыши.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Перспективыипланы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Краткосрочные цели:  Открытие первого котокафе в центре города.</a:t>
            </a:r>
          </a:p>
          <a:p>
            <a:pPr>
              <a:spcAft>
                <a:spcPts val="800"/>
              </a:spcAft>
              <a:defRPr sz="2000"/>
            </a:pPr>
            <a:r>
              <a:t>Создание лояльной клиентской базы.</a:t>
            </a:r>
          </a:p>
          <a:p>
            <a:pPr>
              <a:spcAft>
                <a:spcPts val="800"/>
              </a:spcAft>
              <a:defRPr sz="2000"/>
            </a:pPr>
            <a:r>
              <a:t>Установление партнерских отношений с местными бизнесами.</a:t>
            </a:r>
          </a:p>
          <a:p>
            <a:pPr>
              <a:spcAft>
                <a:spcPts val="800"/>
              </a:spcAft>
              <a:defRPr sz="2000"/>
            </a:pPr>
            <a:r>
              <a:t>Долгосрочные цели:</a:t>
            </a:r>
          </a:p>
          <a:p>
            <a:pPr>
              <a:spcAft>
                <a:spcPts val="800"/>
              </a:spcAft>
              <a:defRPr sz="2000"/>
            </a:pPr>
            <a:r>
              <a:t>Расширение сети котокафе в других районах города.</a:t>
            </a:r>
          </a:p>
          <a:p>
            <a:pPr>
              <a:spcAft>
                <a:spcPts val="800"/>
              </a:spcAft>
              <a:defRPr sz="2000"/>
            </a:pPr>
            <a:r>
              <a:t>Введение новых услуг например, кошачьи гостиницы, услуги по уходу за кошками.</a:t>
            </a:r>
          </a:p>
          <a:p>
            <a:pPr>
              <a:spcAft>
                <a:spcPts val="800"/>
              </a:spcAft>
              <a:defRPr sz="2000"/>
            </a:pPr>
            <a:r>
              <a:t>Участие в благотворительных проектах по поддержке кошачьих приютов.</a:t>
            </a:r>
          </a:p>
          <a:p>
            <a:pPr>
              <a:spcAft>
                <a:spcPts val="800"/>
              </a:spcAft>
              <a:defRPr sz="2000"/>
            </a:pPr>
            <a:r>
              <a:t>Изображение: График роста и планы по расширению</a:t>
            </a:r>
          </a:p>
          <a:p>
            <a:pPr>
              <a:spcAft>
                <a:spcPts val="800"/>
              </a:spcAft>
              <a:defRPr sz="2000"/>
            </a:pPr>
            <a:r>
              <a:t>Если у тебя есть какие то конкретные пожелания или дополнения, дай знать, и я внесу изменения!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