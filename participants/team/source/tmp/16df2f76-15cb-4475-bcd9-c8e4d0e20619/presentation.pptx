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**Название презентации:** Арбуз: Полезные свойства и применение- **Автор:**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Краткое введение в тему арбуза, его значение в мировой культуре и питании.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Слайд3Ботаническоеописание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Научное название, классификация, происхождение и распространение арбуза.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Слайд4Составипитательнаяценность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Подробный анализ состава арбуза, включая витамины, минералы и другие полезные вещества.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Слайд5Полезныесвойства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Описание полезных свойств арбуза для здоровья, включая его влияние на сердечно-сосудистую систему, пищеварение и гидратацию.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Слайд6Применениевкулинарии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Разнообразные способы использования арбуза в кулинарии, включая рецепты салатов, десертов и напитков.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Слайд7Применениевкосметологии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Описание использования арбуза в косметических средствах, включая маски, скрабы и тоники.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Слайд8Промышленноеиспользование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Применение арбуза в промышленности, включая производство сока, консервов и других продуктов.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Слайд9Экономическоезначение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Анализ экономического значения арбуза, включая его роль в сельском хозяйстве и торговле.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Слайд10Заключение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**Описание:** Краткое резюме основных моментов презентации и выводы о значимости арбуза.Если у вас есть какие-то конкретные пожелания или дополнительные темы, которые вы хотели бы включить, дайте знать, и я помогу вам скорректировать план.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