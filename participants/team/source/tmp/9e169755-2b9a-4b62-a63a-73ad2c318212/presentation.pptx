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 презентации:** Змеи: Биология, Экология и Влияние на Человечество**Подпись:** [Ваше имя] |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*Змеи:**- Общее описание</a:t>
            </a:r>
          </a:p>
          <a:p>
            <a:pPr lvl="1">
              <a:spcAft>
                <a:spcPts val="1000"/>
              </a:spcAft>
              <a:defRPr sz="2000"/>
            </a:pPr>
            <a:r>
              <a:t>Распространение по миру</a:t>
            </a:r>
          </a:p>
          <a:p>
            <a:pPr lvl="1">
              <a:spcAft>
                <a:spcPts val="1000"/>
              </a:spcAft>
              <a:defRPr sz="2000"/>
            </a:pPr>
            <a:r>
              <a:t>Краткий обзор видов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Слайд3Классификациязмей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*Основные группы:**- Ядовитые змеи</a:t>
            </a:r>
          </a:p>
          <a:p>
            <a:pPr lvl="1">
              <a:spcAft>
                <a:spcPts val="1000"/>
              </a:spcAft>
              <a:defRPr sz="2000"/>
            </a:pPr>
            <a:r>
              <a:t>Неядовитые змеи</a:t>
            </a:r>
          </a:p>
          <a:p>
            <a:pPr lvl="1">
              <a:spcAft>
                <a:spcPts val="1000"/>
              </a:spcAft>
              <a:defRPr sz="2000"/>
            </a:pPr>
            <a:r>
              <a:t>Примеры видов в каждой группе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Слайд4Анатомияифизиология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*Основные характеристики:**- Строение тела</a:t>
            </a:r>
          </a:p>
          <a:p>
            <a:pPr lvl="1">
              <a:spcAft>
                <a:spcPts val="1000"/>
              </a:spcAft>
              <a:defRPr sz="2000"/>
            </a:pPr>
            <a:r>
              <a:t>Органы чувств</a:t>
            </a:r>
          </a:p>
          <a:p>
            <a:pPr lvl="1">
              <a:spcAft>
                <a:spcPts val="1000"/>
              </a:spcAft>
              <a:defRPr sz="2000"/>
            </a:pPr>
            <a:r>
              <a:t>Механизмы защиты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Слайд5Жизненныйцикл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*Этапы развития:**- Размножение</a:t>
            </a:r>
          </a:p>
          <a:p>
            <a:pPr lvl="1">
              <a:spcAft>
                <a:spcPts val="1000"/>
              </a:spcAft>
              <a:defRPr sz="2000"/>
            </a:pPr>
            <a:r>
              <a:t>Развитие яиц</a:t>
            </a:r>
          </a:p>
          <a:p>
            <a:pPr lvl="1">
              <a:spcAft>
                <a:spcPts val="1000"/>
              </a:spcAft>
              <a:defRPr sz="2000"/>
            </a:pPr>
            <a:r>
              <a:t>Рост и развитие молодых особей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Слайд6Питаниеиохота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*Диета:**- Основные источники пищи</a:t>
            </a:r>
          </a:p>
          <a:p>
            <a:pPr lvl="1">
              <a:spcAft>
                <a:spcPts val="1000"/>
              </a:spcAft>
              <a:defRPr sz="2000"/>
            </a:pPr>
            <a:r>
              <a:t>Методы охоты</a:t>
            </a:r>
          </a:p>
          <a:p>
            <a:pPr lvl="1">
              <a:spcAft>
                <a:spcPts val="1000"/>
              </a:spcAft>
              <a:defRPr sz="2000"/>
            </a:pPr>
            <a:r>
              <a:t>Особенности пищеварения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Слайд7Экологическаяроль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*Влияние на экосистемы:**- Контроль численности грызунов</a:t>
            </a:r>
          </a:p>
          <a:p>
            <a:pPr lvl="1">
              <a:spcAft>
                <a:spcPts val="1000"/>
              </a:spcAft>
              <a:defRPr sz="2000"/>
            </a:pPr>
            <a:r>
              <a:t>Циклы питания и размножения</a:t>
            </a:r>
          </a:p>
          <a:p>
            <a:pPr lvl="1">
              <a:spcAft>
                <a:spcPts val="1000"/>
              </a:spcAft>
              <a:defRPr sz="2000"/>
            </a:pPr>
            <a:r>
              <a:t>Взаимодействие с другими видами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Слайд8Взаимодействиесчеловеком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*Положительные аспекты:**- Использование в медицине</a:t>
            </a:r>
          </a:p>
          <a:p>
            <a:pPr lvl="1">
              <a:spcAft>
                <a:spcPts val="1000"/>
              </a:spcAft>
              <a:defRPr sz="2000"/>
            </a:pPr>
            <a:r>
              <a:t>Культурное значение</a:t>
            </a:r>
          </a:p>
          <a:p>
            <a:pPr lvl="1">
              <a:spcAft>
                <a:spcPts val="1000"/>
              </a:spcAft>
              <a:defRPr sz="2000"/>
            </a:pPr>
            <a:r>
              <a:t>Домашние питомцы</a:t>
            </a:r>
          </a:p>
          <a:p>
            <a:pPr lvl="1">
              <a:spcAft>
                <a:spcPts val="1000"/>
              </a:spcAft>
              <a:defRPr sz="2000"/>
            </a:pPr>
            <a:r>
              <a:t>*Отрицательные аспекты:**</a:t>
            </a:r>
          </a:p>
          <a:p>
            <a:pPr lvl="1">
              <a:spcAft>
                <a:spcPts val="1000"/>
              </a:spcAft>
              <a:defRPr sz="2000"/>
            </a:pPr>
            <a:r>
              <a:t>Угроза безопасности</a:t>
            </a:r>
          </a:p>
          <a:p>
            <a:pPr lvl="1">
              <a:spcAft>
                <a:spcPts val="1000"/>
              </a:spcAft>
              <a:defRPr sz="2000"/>
            </a:pPr>
            <a:r>
              <a:t>Экономический ущерб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Слайд9Охранаисохранение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*Меры по сохранению:**- Создание заповедников</a:t>
            </a:r>
          </a:p>
          <a:p>
            <a:pPr lvl="1">
              <a:spcAft>
                <a:spcPts val="1000"/>
              </a:spcAft>
              <a:defRPr sz="2000"/>
            </a:pPr>
            <a:r>
              <a:t>Законодательные акты</a:t>
            </a:r>
          </a:p>
          <a:p>
            <a:pPr lvl="1">
              <a:spcAft>
                <a:spcPts val="1000"/>
              </a:spcAft>
              <a:defRPr sz="2000"/>
            </a:pPr>
            <a:r>
              <a:t>Научные исследования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Слайд10Заключение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*Основные выводы:**- Важность змей в экосистемах</a:t>
            </a:r>
          </a:p>
          <a:p>
            <a:pPr lvl="1">
              <a:spcAft>
                <a:spcPts val="1000"/>
              </a:spcAft>
              <a:defRPr sz="2000"/>
            </a:pPr>
            <a:r>
              <a:t>Необходимость бережного отношения к этим животным</a:t>
            </a:r>
          </a:p>
          <a:p>
            <a:pPr lvl="1">
              <a:spcAft>
                <a:spcPts val="1000"/>
              </a:spcAft>
              <a:defRPr sz="2000"/>
            </a:pPr>
            <a:r>
              <a:t>Перспективы дальнейших исследований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нужны более детальные описания для каждого слайда или какие-либо дополнительные элементы, дайте мне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