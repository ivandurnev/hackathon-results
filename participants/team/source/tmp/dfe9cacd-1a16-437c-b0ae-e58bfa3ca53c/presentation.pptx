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Название проекта: Котокафе "Мурлыка"Подзаголовок: Создание уникального пространства для любителей кошек</a:t>
            </a:r>
          </a:p>
          <a:p>
            <a:pPr>
              <a:spcAft>
                <a:spcPts val="800"/>
              </a:spcAft>
              <a:defRPr sz="2000"/>
            </a:pPr>
            <a:r>
              <a:t>Имя автора: Твое имя</a:t>
            </a:r>
          </a:p>
          <a:p>
            <a:pPr>
              <a:spcAft>
                <a:spcPts val="800"/>
              </a:spcAft>
              <a:defRPr sz="2000"/>
            </a:pPr>
            <a:r>
              <a:t>Дата: Дата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Обзоррынка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Заголовок: Обзор рынка котокафеТекст:</a:t>
            </a:r>
          </a:p>
          <a:p>
            <a:pPr>
              <a:spcAft>
                <a:spcPts val="800"/>
              </a:spcAft>
              <a:defRPr sz="2000"/>
            </a:pPr>
            <a:r>
              <a:t>Тренды: Растущий интерес к кошкам и кошачьим кафе в крупных городах.</a:t>
            </a:r>
          </a:p>
          <a:p>
            <a:pPr>
              <a:spcAft>
                <a:spcPts val="800"/>
              </a:spcAft>
              <a:defRPr sz="2000"/>
            </a:pPr>
            <a:r>
              <a:t>Целевая аудитория: Люди, любящие кошек, студенты, молодые семьи, туристы.</a:t>
            </a:r>
          </a:p>
          <a:p>
            <a:pPr>
              <a:spcAft>
                <a:spcPts val="800"/>
              </a:spcAft>
              <a:defRPr sz="2000"/>
            </a:pPr>
            <a:r>
              <a:t>Конкуренты: Анализ существующих котокафе в регионе, их преимуществ и недостатков.</a:t>
            </a:r>
          </a:p>
          <a:p>
            <a:pPr>
              <a:spcAft>
                <a:spcPts val="800"/>
              </a:spcAft>
              <a:defRPr sz="2000"/>
            </a:pPr>
            <a:r>
              <a:t>Уникальное торговое предложение УТП: Комфортная атмосфера, качественный сервис, разнообразие кошек и меню.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Концепцияибизнесмодель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Заголовок: Концепция и бизнес модельТекст:</a:t>
            </a:r>
          </a:p>
          <a:p>
            <a:pPr>
              <a:spcAft>
                <a:spcPts val="800"/>
              </a:spcAft>
              <a:defRPr sz="2000"/>
            </a:pPr>
            <a:r>
              <a:t>Концепция: Создание уютного места, где можно провести время с кошками, выпить кофе и пообщаться с друзьями.</a:t>
            </a:r>
          </a:p>
          <a:p>
            <a:pPr>
              <a:spcAft>
                <a:spcPts val="800"/>
              </a:spcAft>
              <a:defRPr sz="2000"/>
            </a:pPr>
            <a:r>
              <a:t>Бизнес модель:</a:t>
            </a:r>
          </a:p>
          <a:p>
            <a:pPr>
              <a:spcAft>
                <a:spcPts val="800"/>
              </a:spcAft>
              <a:defRPr sz="2000"/>
            </a:pPr>
            <a:r>
              <a:t>Доходы: Продажа кофе и сладостей, входные билеты, услуги по уходу за кошками.</a:t>
            </a:r>
          </a:p>
          <a:p>
            <a:pPr>
              <a:spcAft>
                <a:spcPts val="800"/>
              </a:spcAft>
              <a:defRPr sz="2000"/>
            </a:pPr>
            <a:r>
              <a:t>Расходы: Аренда помещения, зарплата персонала, питание и уход за кошками, маркетинг.</a:t>
            </a:r>
          </a:p>
          <a:p>
            <a:pPr>
              <a:spcAft>
                <a:spcPts val="800"/>
              </a:spcAft>
              <a:defRPr sz="2000"/>
            </a:pPr>
            <a:r>
              <a:t>Ценообразование: Сбалансированная цена на входные билеты и меню, чтобы привлечь широкую аудиторию.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Маркетинговаястратегия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Заголовок: Маркетинговая стратегияТекст:</a:t>
            </a:r>
          </a:p>
          <a:p>
            <a:pPr>
              <a:spcAft>
                <a:spcPts val="800"/>
              </a:spcAft>
              <a:defRPr sz="2000"/>
            </a:pPr>
            <a:r>
              <a:t>Целевые каналы: Социальные сети Instagram, Facebook, VK, местные блогеры, партнерские программы с кошачьими приютами.</a:t>
            </a:r>
          </a:p>
          <a:p>
            <a:pPr>
              <a:spcAft>
                <a:spcPts val="800"/>
              </a:spcAft>
              <a:defRPr sz="2000"/>
            </a:pPr>
            <a:r>
              <a:t>Промоакции: Открытые дни, скидки для постоянных клиентов, совместные мероприятия с кошачьими брендами.</a:t>
            </a:r>
          </a:p>
          <a:p>
            <a:pPr>
              <a:spcAft>
                <a:spcPts val="800"/>
              </a:spcAft>
              <a:defRPr sz="2000"/>
            </a:pPr>
            <a:r>
              <a:t>Брендинг: Создание узнаваемого логотипа, фирменного стиля, упаковки.</a:t>
            </a:r>
          </a:p>
          <a:p>
            <a:pPr>
              <a:spcAft>
                <a:spcPts val="800"/>
              </a:spcAft>
              <a:defRPr sz="2000"/>
            </a:pPr>
            <a:r>
              <a:t>PR: Публикации в местных СМИ, участие в городских фестивалях и выставках.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Финансовыйплан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Заголовок: Финансовый планТекст:</a:t>
            </a:r>
          </a:p>
          <a:p>
            <a:pPr>
              <a:spcAft>
                <a:spcPts val="800"/>
              </a:spcAft>
              <a:defRPr sz="2000"/>
            </a:pPr>
            <a:r>
              <a:t>Начальные инвестиции: Сумма рублей аренда, ремонт, оборудование, первоначальный запас кошек и продуктов.</a:t>
            </a:r>
          </a:p>
          <a:p>
            <a:pPr>
              <a:spcAft>
                <a:spcPts val="800"/>
              </a:spcAft>
              <a:defRPr sz="2000"/>
            </a:pPr>
            <a:r>
              <a:t>Прогноз доходов: Сумма рублей в месяц входные билеты, продажа кофе и сладостей.</a:t>
            </a:r>
          </a:p>
          <a:p>
            <a:pPr>
              <a:spcAft>
                <a:spcPts val="800"/>
              </a:spcAft>
              <a:defRPr sz="2000"/>
            </a:pPr>
            <a:r>
              <a:t>Прогноз расходов: Сумма рублей в месяц аренда, зарплата, питание кошек, маркетинг.</a:t>
            </a:r>
          </a:p>
          <a:p>
            <a:pPr>
              <a:spcAft>
                <a:spcPts val="800"/>
              </a:spcAft>
              <a:defRPr sz="2000"/>
            </a:pPr>
            <a:r>
              <a:t>Окупаемость: Срок месяцев.</a:t>
            </a:r>
          </a:p>
          <a:p>
            <a:pPr>
              <a:spcAft>
                <a:spcPts val="800"/>
              </a:spcAft>
              <a:defRPr sz="2000"/>
            </a:pPr>
            <a:r>
              <a:t>Финансовые показатели:</a:t>
            </a:r>
          </a:p>
          <a:p>
            <a:pPr>
              <a:spcAft>
                <a:spcPts val="800"/>
              </a:spcAft>
              <a:defRPr sz="2000"/>
            </a:pPr>
            <a:r>
              <a:t>EBITDA: Сумма рублей в месяц.</a:t>
            </a:r>
          </a:p>
          <a:p>
            <a:pPr>
              <a:spcAft>
                <a:spcPts val="800"/>
              </a:spcAft>
              <a:defRPr sz="2000"/>
            </a:pPr>
            <a:r>
              <a:t>ROI: Процент за первый год.</a:t>
            </a:r>
          </a:p>
          <a:p>
            <a:pPr>
              <a:spcAft>
                <a:spcPts val="800"/>
              </a:spcAft>
              <a:defRPr sz="2000"/>
            </a:pPr>
            <a:r>
              <a:t>Если у тебя есть какие то конкретные данные или дополнительные идеи, которые ты хотел бы включить, дай знать, и я помогу скорректировать презентацию!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