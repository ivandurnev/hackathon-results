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Ошибка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Детали: ИИ не прислал JSON структуру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