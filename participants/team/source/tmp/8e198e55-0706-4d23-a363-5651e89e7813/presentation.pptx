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Слайд1Титульныйслайд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*Название презентации:** Арбуз: Полезные свойства и применение в пищевой промышленности**Подпись:** [Ваше имя]</a:t>
            </a:r>
          </a:p>
          <a:p>
            <a:pPr lvl="1">
              <a:spcAft>
                <a:spcPts val="1000"/>
              </a:spcAft>
              <a:defRPr sz="2000"/>
            </a:pPr>
            <a:r>
              <a:t>*Дата:** [Дата]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Слайд2Общаяинформацияобарбузе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Общая информация об арбузе**Текст:**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Арбуз (лат. *Citrullus lanatus*) — однолетнее травянистое растение семейства Тыквенные.</a:t>
            </a:r>
          </a:p>
          <a:p>
            <a:pPr lvl="1">
              <a:spcAft>
                <a:spcPts val="1000"/>
              </a:spcAft>
              <a:defRPr sz="2000"/>
            </a:pPr>
            <a:r>
              <a:t>Происхождение: Африка, в частности, южная часть континента.</a:t>
            </a:r>
          </a:p>
          <a:p>
            <a:pPr lvl="1">
              <a:spcAft>
                <a:spcPts val="1000"/>
              </a:spcAft>
              <a:defRPr sz="2000"/>
            </a:pPr>
            <a:r>
              <a:t>Культура выращивается в теплых климатических зонах по всему миру.</a:t>
            </a:r>
          </a:p>
          <a:p>
            <a:pPr lvl="1">
              <a:spcAft>
                <a:spcPts val="1000"/>
              </a:spcAft>
              <a:defRPr sz="2000"/>
            </a:pPr>
            <a:r>
              <a:t>Является одним из самых популярных летних фруктов благодаря своему сладкому вкусу и высокому содержанию воды.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Слайд3Полезныесвойстваарбуза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Полезные свойства арбуза**Текст:**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Высокое содержание воды (до 92%) способствует гидратации организма.</a:t>
            </a:r>
          </a:p>
          <a:p>
            <a:pPr lvl="1">
              <a:spcAft>
                <a:spcPts val="1000"/>
              </a:spcAft>
              <a:defRPr sz="2000"/>
            </a:pPr>
            <a:r>
              <a:t>Богат витаминами C, A и B6, а также минералами, такими как калий и магний.</a:t>
            </a:r>
          </a:p>
          <a:p>
            <a:pPr lvl="1">
              <a:spcAft>
                <a:spcPts val="1000"/>
              </a:spcAft>
              <a:defRPr sz="2000"/>
            </a:pPr>
            <a:r>
              <a:t>Содержит антиоксиданты, в том числе ликопин, который помогает предотвратить развитие сердечно-сосудистых заболеваний.</a:t>
            </a:r>
          </a:p>
          <a:p>
            <a:pPr lvl="1">
              <a:spcAft>
                <a:spcPts val="1000"/>
              </a:spcAft>
              <a:defRPr sz="2000"/>
            </a:pPr>
            <a:r>
              <a:t>Низкокалорийный продукт, идеально подходящий для диетического питания.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Слайд4Применениеарбузавпищевойпромышленности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Применение арбуза в пищевой промышленности**Текст:**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Используется в производстве свежих соков и нектаров.</a:t>
            </a:r>
          </a:p>
          <a:p>
            <a:pPr lvl="1">
              <a:spcAft>
                <a:spcPts val="1000"/>
              </a:spcAft>
              <a:defRPr sz="2000"/>
            </a:pPr>
            <a:r>
              <a:t>Входит в состав различных десертов, таких как мороженое, желе и компоты.</a:t>
            </a:r>
          </a:p>
          <a:p>
            <a:pPr lvl="1">
              <a:spcAft>
                <a:spcPts val="1000"/>
              </a:spcAft>
              <a:defRPr sz="2000"/>
            </a:pPr>
            <a:r>
              <a:t>Применяется в кулинарии для приготовления салатов, закусок и гарниров.</a:t>
            </a:r>
          </a:p>
          <a:p>
            <a:pPr lvl="1">
              <a:spcAft>
                <a:spcPts val="1000"/>
              </a:spcAft>
              <a:defRPr sz="2000"/>
            </a:pPr>
            <a:r>
              <a:t>Арбузные семечки используются для производства масла и кондитерских изделий.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Слайд5Экономическоезначениеарбуза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Экономическое значение арбуза**Текст:**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Арбуз является важной сельскохозяйственной культурой, обеспечивающей значительный доход для фермеров.</a:t>
            </a:r>
          </a:p>
          <a:p>
            <a:pPr lvl="1">
              <a:spcAft>
                <a:spcPts val="1000"/>
              </a:spcAft>
              <a:defRPr sz="2000"/>
            </a:pPr>
            <a:r>
              <a:t>В России арбуз выращивается в южных регионах, таких как Краснодарский край и Ростовская область.</a:t>
            </a:r>
          </a:p>
          <a:p>
            <a:pPr lvl="1">
              <a:spcAft>
                <a:spcPts val="1000"/>
              </a:spcAft>
              <a:defRPr sz="2000"/>
            </a:pPr>
            <a:r>
              <a:t>Экспорт арбузов является значимым направлением для многих стран, включая Россию.</a:t>
            </a:r>
          </a:p>
          <a:p>
            <a:pPr lvl="1">
              <a:spcAft>
                <a:spcPts val="1000"/>
              </a:spcAft>
              <a:defRPr sz="2000"/>
            </a:pPr>
            <a:r>
              <a:t>Развитие рынка арбузов способствует созданию рабочих мест и развитию сельской экономики.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Слайд6Заключение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Заключение**Текст:**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Арбуз — это не только вкусный, но и полезный продукт.</a:t>
            </a:r>
          </a:p>
          <a:p>
            <a:pPr lvl="1">
              <a:spcAft>
                <a:spcPts val="1000"/>
              </a:spcAft>
              <a:defRPr sz="2000"/>
            </a:pPr>
            <a:r>
              <a:t>Его широкое применение в пищевой промышленности делает его важным элементом экономики.</a:t>
            </a:r>
          </a:p>
          <a:p>
            <a:pPr lvl="1">
              <a:spcAft>
                <a:spcPts val="1000"/>
              </a:spcAft>
              <a:defRPr sz="2000"/>
            </a:pPr>
            <a:r>
              <a:t>Рекомендации по употреблению: включайте арбуз в свой рацион для поддержания здоровья и хорошего самочувствия.</a:t>
            </a:r>
          </a:p>
          <a:p>
            <a:pPr lvl="1">
              <a:spcAft>
                <a:spcPts val="1000"/>
              </a:spcAft>
              <a:defRPr sz="2000"/>
            </a:pPr>
            <a:r>
              <a:t>Благодарю за внимание!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Если вам нужна более детальная информация или конкретные визуальные элементы для каждого слайда, дайте мне знать, и я помогу вам с этим!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