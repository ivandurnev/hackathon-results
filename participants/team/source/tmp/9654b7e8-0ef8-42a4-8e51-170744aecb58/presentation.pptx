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**Название презентации:** Змеи: Биология и Экология- **Подпись:**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Общая информация о змеях- **Текст:** Змеи — это пресмыкающиеся, относящиеся к отряду Squamata. Они распространены по всему миру, кроме Антарктиды, и насчитывают более 3 000 видов. Змеи играют важную роль в экосистемах и имеют значительное значение в культуре и медицине.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Слайд3Классификация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Классификация змей- **Текст:** Змеи делятся на несколько семейств, в том числе:</a:t>
            </a:r>
          </a:p>
          <a:p>
            <a:pPr lvl="1">
              <a:spcAft>
                <a:spcPts val="1000"/>
              </a:spcAft>
              <a:defRPr sz="2000"/>
            </a:pPr>
            <a:r>
              <a:t>Colubridae (колюбровые)</a:t>
            </a:r>
          </a:p>
          <a:p>
            <a:pPr lvl="1">
              <a:spcAft>
                <a:spcPts val="1000"/>
              </a:spcAft>
              <a:defRPr sz="2000"/>
            </a:pPr>
            <a:r>
              <a:t>Elapidae (элаповые)</a:t>
            </a:r>
          </a:p>
          <a:p>
            <a:pPr lvl="1">
              <a:spcAft>
                <a:spcPts val="1000"/>
              </a:spcAft>
              <a:defRPr sz="2000"/>
            </a:pPr>
            <a:r>
              <a:t>Viperidae (vipery)</a:t>
            </a:r>
          </a:p>
          <a:p>
            <a:pPr lvl="1">
              <a:spcAft>
                <a:spcPts val="1000"/>
              </a:spcAft>
              <a:defRPr sz="2000"/>
            </a:pPr>
            <a:r>
              <a:t>Boidae (boa)</a:t>
            </a:r>
          </a:p>
          <a:p>
            <a:pPr lvl="1">
              <a:spcAft>
                <a:spcPts val="1000"/>
              </a:spcAft>
              <a:defRPr sz="2000"/>
            </a:pPr>
            <a:r>
              <a:t>Pythonidae (питоны)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Слайд4Анатомияифизиология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Анатомия и физиология змей- **Текст:** Змеи имеют уникальное строение тела:</a:t>
            </a:r>
          </a:p>
          <a:p>
            <a:pPr lvl="1">
              <a:spcAft>
                <a:spcPts val="1000"/>
              </a:spcAft>
              <a:defRPr sz="2000"/>
            </a:pPr>
            <a:r>
              <a:t>Длинное тело без конечностей</a:t>
            </a:r>
          </a:p>
          <a:p>
            <a:pPr lvl="1">
              <a:spcAft>
                <a:spcPts val="1000"/>
              </a:spcAft>
              <a:defRPr sz="2000"/>
            </a:pPr>
            <a:r>
              <a:t>Чешуйчатая кожа</a:t>
            </a:r>
          </a:p>
          <a:p>
            <a:pPr lvl="1">
              <a:spcAft>
                <a:spcPts val="1000"/>
              </a:spcAft>
              <a:defRPr sz="2000"/>
            </a:pPr>
            <a:r>
              <a:t>Животное зрение и обоняние</a:t>
            </a:r>
          </a:p>
          <a:p>
            <a:pPr lvl="1">
              <a:spcAft>
                <a:spcPts val="1000"/>
              </a:spcAft>
              <a:defRPr sz="2000"/>
            </a:pPr>
            <a:r>
              <a:t>Способность к регенерации зубов и клыков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Слайд5Питание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Питание змей- **Текст:** Змеи являются хищниками и питаются различными животными:</a:t>
            </a:r>
          </a:p>
          <a:p>
            <a:pPr lvl="1">
              <a:spcAft>
                <a:spcPts val="1000"/>
              </a:spcAft>
              <a:defRPr sz="2000"/>
            </a:pPr>
            <a:r>
              <a:t>Мелкие млекопитающие</a:t>
            </a:r>
          </a:p>
          <a:p>
            <a:pPr lvl="1">
              <a:spcAft>
                <a:spcPts val="1000"/>
              </a:spcAft>
              <a:defRPr sz="2000"/>
            </a:pPr>
            <a:r>
              <a:t>Птицы</a:t>
            </a:r>
          </a:p>
          <a:p>
            <a:pPr lvl="1">
              <a:spcAft>
                <a:spcPts val="1000"/>
              </a:spcAft>
              <a:defRPr sz="2000"/>
            </a:pPr>
            <a:r>
              <a:t>Рептилии</a:t>
            </a:r>
          </a:p>
          <a:p>
            <a:pPr lvl="1">
              <a:spcAft>
                <a:spcPts val="1000"/>
              </a:spcAft>
              <a:defRPr sz="2000"/>
            </a:pPr>
            <a:r>
              <a:t>Амфибии</a:t>
            </a:r>
          </a:p>
          <a:p>
            <a:pPr lvl="1">
              <a:spcAft>
                <a:spcPts val="1000"/>
              </a:spcAft>
              <a:defRPr sz="2000"/>
            </a:pPr>
            <a:r>
              <a:t>Насекомые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Слайд6Размножение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Размножение змей- **Текст:** Змеи могут размножаться как яйцекладущими, так и живорождущими способами:</a:t>
            </a:r>
          </a:p>
          <a:p>
            <a:pPr lvl="1">
              <a:spcAft>
                <a:spcPts val="1000"/>
              </a:spcAft>
              <a:defRPr sz="2000"/>
            </a:pPr>
            <a:r>
              <a:t>Яйцекладущие виды откладывают яйца</a:t>
            </a:r>
          </a:p>
          <a:p>
            <a:pPr lvl="1">
              <a:spcAft>
                <a:spcPts val="1000"/>
              </a:spcAft>
              <a:defRPr sz="2000"/>
            </a:pPr>
            <a:r>
              <a:t>Живорождущие виды рождают живых детёнышей</a:t>
            </a:r>
          </a:p>
          <a:p>
            <a:pPr lvl="1">
              <a:spcAft>
                <a:spcPts val="1000"/>
              </a:spcAft>
              <a:defRPr sz="2000"/>
            </a:pPr>
            <a:r>
              <a:t>Некоторые виды практикуют парадоксальное размножение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Слайд7Экологическаяроль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Экологическая роль змей- **Текст:** Змеи играют важную роль в экосистемах:</a:t>
            </a:r>
          </a:p>
          <a:p>
            <a:pPr lvl="1">
              <a:spcAft>
                <a:spcPts val="1000"/>
              </a:spcAft>
              <a:defRPr sz="2000"/>
            </a:pPr>
            <a:r>
              <a:t>Контроль численности грызунов и других вредителей</a:t>
            </a:r>
          </a:p>
          <a:p>
            <a:pPr lvl="1">
              <a:spcAft>
                <a:spcPts val="1000"/>
              </a:spcAft>
              <a:defRPr sz="2000"/>
            </a:pPr>
            <a:r>
              <a:t>Предмет питания для крупных хищников</a:t>
            </a:r>
          </a:p>
          <a:p>
            <a:pPr lvl="1">
              <a:spcAft>
                <a:spcPts val="1000"/>
              </a:spcAft>
              <a:defRPr sz="2000"/>
            </a:pPr>
            <a:r>
              <a:t>Участие в цикле переработки органических веществ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Слайд8Взаимодействиесчеловеком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Взаимодействие змей с человеком- **Текст:** Змеи имеют как положительное, так и отрицательное влияние на человечество: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Использование в медицине (антидоты, исследования)</a:t>
            </a:r>
          </a:p>
          <a:p>
            <a:pPr lvl="1">
              <a:spcAft>
                <a:spcPts val="1000"/>
              </a:spcAft>
              <a:defRPr sz="2000"/>
            </a:pPr>
            <a:r>
              <a:t>Культурное значение (символика, искусство)</a:t>
            </a:r>
          </a:p>
          <a:p>
            <a:pPr lvl="1">
              <a:spcAft>
                <a:spcPts val="1000"/>
              </a:spcAft>
              <a:defRPr sz="2000"/>
            </a:pPr>
            <a:r>
              <a:t>Опасность для человека (ядовитые виды)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Слайд9Охранаисохранение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Охрана и сохранение змей- **Текст:** Многие виды змей находятся под угрозой исчезновения:</a:t>
            </a:r>
          </a:p>
          <a:p>
            <a:pPr lvl="1">
              <a:spcAft>
                <a:spcPts val="1000"/>
              </a:spcAft>
              <a:defRPr sz="2000"/>
            </a:pPr>
            <a:r>
              <a:t>Разрушение среды обитания</a:t>
            </a:r>
          </a:p>
          <a:p>
            <a:pPr lvl="1">
              <a:spcAft>
                <a:spcPts val="1000"/>
              </a:spcAft>
              <a:defRPr sz="2000"/>
            </a:pPr>
            <a:r>
              <a:t>Незаконная торговля</a:t>
            </a:r>
          </a:p>
          <a:p>
            <a:pPr lvl="1">
              <a:spcAft>
                <a:spcPts val="1000"/>
              </a:spcAft>
              <a:defRPr sz="2000"/>
            </a:pPr>
            <a:r>
              <a:t>Охота и уничтожение</a:t>
            </a:r>
          </a:p>
          <a:p>
            <a:pPr lvl="1">
              <a:spcAft>
                <a:spcPts val="1000"/>
              </a:spcAft>
              <a:defRPr sz="2000"/>
            </a:pPr>
            <a:r>
              <a:t>Программы охраны и восстановления популяций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Слайд10Заключение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Заключение- **Текст:** Змеи — это уникальные и важные существа, играющие значительную роль в природе и жизни человека. Понимание их биологии и экологии поможет в сохранении этих видов и предотвращении конфликтов с человеком.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подробная информация или конкретные изображения для каждого слайда, дайте знать, и я помогу вам с этим!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