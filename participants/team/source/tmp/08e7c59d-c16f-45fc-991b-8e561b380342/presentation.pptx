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ПрезентацияАльберКамю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Слайд1Биографияиосновныефакты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*Альбер Камю (1913-1960)**- 🇫 Французский писатель, философ, журналист</a:t>
            </a:r>
          </a:p>
          <a:p>
            <a:pPr lvl="1">
              <a:spcAft>
                <a:spcPts val="1000"/>
              </a:spcAft>
              <a:defRPr sz="2000"/>
            </a:pPr>
            <a:r>
              <a:t>📍 Родился в Алжире (французская колония)</a:t>
            </a:r>
          </a:p>
          <a:p>
            <a:pPr lvl="1">
              <a:spcAft>
                <a:spcPts val="1000"/>
              </a:spcAft>
              <a:defRPr sz="2000"/>
            </a:pPr>
            <a:r>
              <a:t>🏆 Нобелевская премия по литературе 1957 года</a:t>
            </a:r>
          </a:p>
          <a:p>
            <a:pPr lvl="1">
              <a:spcAft>
                <a:spcPts val="1000"/>
              </a:spcAft>
              <a:defRPr sz="2000"/>
            </a:pPr>
            <a:r>
              <a:t>⚡ Погиб в автокатастрофе в возрасте 46 лет</a:t>
            </a:r>
          </a:p>
          <a:p>
            <a:pPr lvl="1">
              <a:spcAft>
                <a:spcPts val="1000"/>
              </a:spcAft>
              <a:defRPr sz="2000"/>
            </a:pPr>
            <a:r>
              <a:t>*Основные вехи:**</a:t>
            </a:r>
          </a:p>
          <a:p>
            <a:pPr lvl="1">
              <a:spcAft>
                <a:spcPts val="1000"/>
              </a:spcAft>
              <a:defRPr sz="2000"/>
            </a:pPr>
            <a:r>
              <a:t>1930-е: начало журналистской карьеры</a:t>
            </a:r>
          </a:p>
          <a:p>
            <a:pPr lvl="1">
              <a:spcAft>
                <a:spcPts val="1000"/>
              </a:spcAft>
              <a:defRPr sz="2000"/>
            </a:pPr>
            <a:r>
              <a:t>1942: публикация «Постороннего» и «Мифа о Сизифе»</a:t>
            </a:r>
          </a:p>
          <a:p>
            <a:pPr lvl="1">
              <a:spcAft>
                <a:spcPts val="1000"/>
              </a:spcAft>
              <a:defRPr sz="2000"/>
            </a:pPr>
            <a:r>
              <a:t>1940-е: участие в движении Сопротивления</a:t>
            </a:r>
          </a:p>
          <a:p>
            <a:pPr lvl="1">
              <a:spcAft>
                <a:spcPts val="1000"/>
              </a:spcAft>
              <a:defRPr sz="2000"/>
            </a:pPr>
            <a:r>
              <a:t>1950-е: активная общественная позиция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Слайд2Философияабсурда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*Основные положения:**🔹 **Абсурд** — конфликт между стремлением человека найти смысл жизни и безразличной, молчаливой вселенной</a:t>
            </a:r>
          </a:p>
          <a:p>
            <a:pPr>
              <a:spcAft>
                <a:spcPts val="1000"/>
              </a:spcAft>
              <a:defRPr sz="2000"/>
            </a:pPr>
            <a:r>
              <a:t>🔹 **Три следствия абсурда:**</a:t>
            </a:r>
          </a:p>
          <a:p>
            <a:pPr lvl="1">
              <a:spcAft>
                <a:spcPts val="1000"/>
              </a:spcAft>
              <a:defRPr sz="2000"/>
            </a:pPr>
            <a:r>
              <a:t>Бунт (непринятие бессмысленности)</a:t>
            </a:r>
          </a:p>
          <a:p>
            <a:pPr lvl="1">
              <a:spcAft>
                <a:spcPts val="1000"/>
              </a:spcAft>
              <a:defRPr sz="2000"/>
            </a:pPr>
            <a:r>
              <a:t>Свобода (отсутствие предопределенности)</a:t>
            </a:r>
          </a:p>
          <a:p>
            <a:pPr lvl="1">
              <a:spcAft>
                <a:spcPts val="1000"/>
              </a:spcAft>
              <a:defRPr sz="2000"/>
            </a:pPr>
            <a:r>
              <a:t>Страсть (интенсивность переживания жизни)</a:t>
            </a:r>
          </a:p>
          <a:p>
            <a:pPr lvl="1">
              <a:spcAft>
                <a:spcPts val="1000"/>
              </a:spcAft>
              <a:defRPr sz="2000"/>
            </a:pPr>
            <a:r>
              <a:t>*Цитата:**</a:t>
            </a:r>
          </a:p>
          <a:p>
            <a:pPr>
              <a:spcAft>
                <a:spcPts val="1000"/>
              </a:spcAft>
              <a:defRPr sz="2000"/>
            </a:pPr>
            <a:r>
              <a:t>&gt; «Есть лишь одна по-настоящему серьезная философская проблема — проблема самоубийства»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Слайд3Главныепроизведения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*Художественная проза:**- 📖 «Посторонний» (1942) — роман о чужаке в обществе</a:t>
            </a:r>
          </a:p>
          <a:p>
            <a:pPr lvl="1">
              <a:spcAft>
                <a:spcPts val="1000"/>
              </a:spcAft>
              <a:defRPr sz="2000"/>
            </a:pPr>
            <a:r>
              <a:t>📖 «Чума» (1947) — аллегория сопротивления злу</a:t>
            </a:r>
          </a:p>
          <a:p>
            <a:pPr lvl="1">
              <a:spcAft>
                <a:spcPts val="1000"/>
              </a:spcAft>
              <a:defRPr sz="2000"/>
            </a:pPr>
            <a:r>
              <a:t>📖 «Падение» (1956) — исповедь современного человека</a:t>
            </a:r>
          </a:p>
          <a:p>
            <a:pPr lvl="1">
              <a:spcAft>
                <a:spcPts val="1000"/>
              </a:spcAft>
              <a:defRPr sz="2000"/>
            </a:pPr>
            <a:r>
              <a:t>*Философские эссе:**</a:t>
            </a:r>
          </a:p>
          <a:p>
            <a:pPr lvl="1">
              <a:spcAft>
                <a:spcPts val="1000"/>
              </a:spcAft>
              <a:defRPr sz="2000"/>
            </a:pPr>
            <a:r>
              <a:t>📚 «Миф о Сизифе» (1942) — философия абсурда</a:t>
            </a:r>
          </a:p>
          <a:p>
            <a:pPr lvl="1">
              <a:spcAft>
                <a:spcPts val="1000"/>
              </a:spcAft>
              <a:defRPr sz="2000"/>
            </a:pPr>
            <a:r>
              <a:t>📚 «Бунтующий человек» (1951) — метафизика бунта</a:t>
            </a:r>
          </a:p>
          <a:p>
            <a:pPr lvl="1">
              <a:spcAft>
                <a:spcPts val="1000"/>
              </a:spcAft>
              <a:defRPr sz="2000"/>
            </a:pPr>
            <a:r>
              <a:t>*Драматургия:**</a:t>
            </a:r>
          </a:p>
          <a:p>
            <a:pPr lvl="1">
              <a:spcAft>
                <a:spcPts val="1000"/>
              </a:spcAft>
              <a:defRPr sz="2000"/>
            </a:pPr>
            <a:r>
              <a:t>🎭 «Калигула» (1944)</a:t>
            </a:r>
          </a:p>
          <a:p>
            <a:pPr lvl="1">
              <a:spcAft>
                <a:spcPts val="1000"/>
              </a:spcAft>
              <a:defRPr sz="2000"/>
            </a:pPr>
            <a:r>
              <a:t>🎭 «Недоразумение» (1944)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Слайд4Ключевыеидеииконцепции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*1. Абсурдный герой (Сизиф)**- Бесполезный труд как метафора жизни</a:t>
            </a:r>
          </a:p>
          <a:p>
            <a:pPr lvl="1">
              <a:spcAft>
                <a:spcPts val="1000"/>
              </a:spcAft>
              <a:defRPr sz="2000"/>
            </a:pPr>
            <a:r>
              <a:t>«Надо представить себе Сизифа счастливым»</a:t>
            </a:r>
          </a:p>
          <a:p>
            <a:pPr lvl="1">
              <a:spcAft>
                <a:spcPts val="1000"/>
              </a:spcAft>
              <a:defRPr sz="2000"/>
            </a:pPr>
            <a:r>
              <a:t>*2. Бунт**</a:t>
            </a:r>
          </a:p>
          <a:p>
            <a:pPr lvl="1">
              <a:spcAft>
                <a:spcPts val="1000"/>
              </a:spcAft>
              <a:defRPr sz="2000"/>
            </a:pPr>
            <a:r>
              <a:t>Отказ от принятия несправедливости</a:t>
            </a:r>
          </a:p>
          <a:p>
            <a:pPr lvl="1">
              <a:spcAft>
                <a:spcPts val="1000"/>
              </a:spcAft>
              <a:defRPr sz="2000"/>
            </a:pPr>
            <a:r>
              <a:t>Солидарность с другими людьми</a:t>
            </a:r>
          </a:p>
          <a:p>
            <a:pPr lvl="1">
              <a:spcAft>
                <a:spcPts val="1000"/>
              </a:spcAft>
              <a:defRPr sz="2000"/>
            </a:pPr>
            <a:r>
              <a:t>*3. Отчуждение**</a:t>
            </a:r>
          </a:p>
          <a:p>
            <a:pPr lvl="1">
              <a:spcAft>
                <a:spcPts val="1000"/>
              </a:spcAft>
              <a:defRPr sz="2000"/>
            </a:pPr>
            <a:r>
              <a:t>Человек как «посторонний» в мире</a:t>
            </a:r>
          </a:p>
          <a:p>
            <a:pPr lvl="1">
              <a:spcAft>
                <a:spcPts val="1000"/>
              </a:spcAft>
              <a:defRPr sz="2000"/>
            </a:pPr>
            <a:r>
              <a:t>Конфликт с общественными нормами</a:t>
            </a:r>
          </a:p>
          <a:p>
            <a:pPr lvl="1">
              <a:spcAft>
                <a:spcPts val="1000"/>
              </a:spcAft>
              <a:defRPr sz="2000"/>
            </a:pPr>
            <a:r>
              <a:t>*4. Этика**</a:t>
            </a:r>
          </a:p>
          <a:p>
            <a:pPr lvl="1">
              <a:spcAft>
                <a:spcPts val="1000"/>
              </a:spcAft>
              <a:defRPr sz="2000"/>
            </a:pPr>
            <a:r>
              <a:t>Отказ от насилия и тоталитаризма</a:t>
            </a:r>
          </a:p>
          <a:p>
            <a:pPr lvl="1">
              <a:spcAft>
                <a:spcPts val="1000"/>
              </a:spcAft>
              <a:defRPr sz="2000"/>
            </a:pPr>
            <a:r>
              <a:t>Гуманизм и мера во всем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