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*Общая информация:**- **Научное название:** *Citrullus lanatus*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**Происхождение:** Африка, предположительно Южная Африка</a:t>
            </a:r>
          </a:p>
          <a:p>
            <a:pPr lvl="1">
              <a:spcAft>
                <a:spcPts val="1000"/>
              </a:spcAft>
              <a:defRPr sz="2000"/>
            </a:pPr>
            <a:r>
              <a:t>**Культура:** Однолетнее травянистое растение семейства Тыквенные</a:t>
            </a:r>
          </a:p>
          <a:p>
            <a:pPr lvl="1">
              <a:spcAft>
                <a:spcPts val="1000"/>
              </a:spcAft>
              <a:defRPr sz="2000"/>
            </a:pPr>
            <a:r>
              <a:t>*Польза:**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92% содержания воды, идеальное средство для гидратации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 и минералы:** Богат витамином C, витамином A, калием и магнием</a:t>
            </a:r>
          </a:p>
          <a:p>
            <a:pPr lvl="1">
              <a:spcAft>
                <a:spcPts val="1000"/>
              </a:spcAft>
              <a:defRPr sz="2000"/>
            </a:pPr>
            <a:r>
              <a:t>**Антиоксиданты:** Содержит ликопин, который помогает защитить клетки от повреждений</a:t>
            </a:r>
          </a:p>
          <a:p>
            <a:pPr lvl="1">
              <a:spcAft>
                <a:spcPts val="1000"/>
              </a:spcAft>
              <a:defRPr sz="2000"/>
            </a:pPr>
            <a:r>
              <a:t>*Применение:**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**Питание:** Широко используется в кулинарии, особенно в летние месяцы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**Промышленность:** Используется в пищевой промышленности для производства сока, джема и других продуктов</a:t>
            </a:r>
          </a:p>
          <a:p>
            <a:pPr lvl="1">
              <a:spcAft>
                <a:spcPts val="1000"/>
              </a:spcAft>
              <a:defRPr sz="2000"/>
            </a:pPr>
            <a:r>
              <a:t>**Медицина:** Некоторые исследования показывают потенциальные преимущества для здоровья сердца и мышц</a:t>
            </a:r>
          </a:p>
          <a:p>
            <a:pPr lvl="1">
              <a:spcAft>
                <a:spcPts val="1000"/>
              </a:spcAft>
              <a:defRPr sz="2000"/>
            </a:pPr>
            <a:r>
              <a:t>*Экономическое значение:**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**Выращивание:** Ведущие страны-производители: Китай, Турция, Иран, Египет и США</a:t>
            </a:r>
          </a:p>
          <a:p>
            <a:pPr lvl="1">
              <a:spcAft>
                <a:spcPts val="1000"/>
              </a:spcAft>
              <a:defRPr sz="2000"/>
            </a:pPr>
            <a:r>
              <a:t>**Экспорт:** Арбуз является важным экспортным продуктом для многих стран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дополнительная информация или какие-то изменения,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