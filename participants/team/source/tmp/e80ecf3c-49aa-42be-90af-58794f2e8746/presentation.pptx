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Слайд1Общаяинформацияобарбузе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Арбуз: Основные характеристики и значение**Текст:**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**Научное название:** Citrullus lanatus</a:t>
            </a:r>
          </a:p>
          <a:p>
            <a:pPr lvl="1">
              <a:spcAft>
                <a:spcPts val="1000"/>
              </a:spcAft>
              <a:defRPr sz="2000"/>
            </a:pPr>
            <a:r>
              <a:t>**Семейство:** Тыквенные (Cucurbitaceae)</a:t>
            </a:r>
          </a:p>
          <a:p>
            <a:pPr lvl="1">
              <a:spcAft>
                <a:spcPts val="1000"/>
              </a:spcAft>
              <a:defRPr sz="2000"/>
            </a:pPr>
            <a:r>
              <a:t>**Происхождение:** Африка, предположительно южная часть континента</a:t>
            </a:r>
          </a:p>
          <a:p>
            <a:pPr lvl="1">
              <a:spcAft>
                <a:spcPts val="1000"/>
              </a:spcAft>
              <a:defRPr sz="2000"/>
            </a:pPr>
            <a:r>
              <a:t>**Культурное значение:** Популярный летний фрукт, широко потребляемый в разных странах мира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Слайд2Составипитательнаяценность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Питательная ценность арбуза**Текст:**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**Вода:** 92% (способствует гидратации)</a:t>
            </a:r>
          </a:p>
          <a:p>
            <a:pPr lvl="1">
              <a:spcAft>
                <a:spcPts val="1000"/>
              </a:spcAft>
              <a:defRPr sz="2000"/>
            </a:pPr>
            <a:r>
              <a:t>**Калорийность:** 30 ккал на 100 г</a:t>
            </a:r>
          </a:p>
          <a:p>
            <a:pPr lvl="1">
              <a:spcAft>
                <a:spcPts val="1000"/>
              </a:spcAft>
              <a:defRPr sz="2000"/>
            </a:pPr>
            <a:r>
              <a:t>**Витамины:** C, A, B6</a:t>
            </a:r>
          </a:p>
          <a:p>
            <a:pPr lvl="1">
              <a:spcAft>
                <a:spcPts val="1000"/>
              </a:spcAft>
              <a:defRPr sz="2000"/>
            </a:pPr>
            <a:r>
              <a:t>**Минералы:** калий, магний</a:t>
            </a:r>
          </a:p>
          <a:p>
            <a:pPr lvl="1">
              <a:spcAft>
                <a:spcPts val="1000"/>
              </a:spcAft>
              <a:defRPr sz="2000"/>
            </a:pPr>
            <a:r>
              <a:t>**Антиоксиданты:** ликопин, бета-каротин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Слайд3Выращиваниеиуход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Выращивание арбуза**Текст:**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**Климат:** Теплолюбивое растение, требует солнечного света</a:t>
            </a:r>
          </a:p>
          <a:p>
            <a:pPr lvl="1">
              <a:spcAft>
                <a:spcPts val="1000"/>
              </a:spcAft>
              <a:defRPr sz="2000"/>
            </a:pPr>
            <a:r>
              <a:t>** Почва:** Легкие, хорошо дренированные почвы</a:t>
            </a:r>
          </a:p>
          <a:p>
            <a:pPr lvl="1">
              <a:spcAft>
                <a:spcPts val="1000"/>
              </a:spcAft>
              <a:defRPr sz="2000"/>
            </a:pPr>
            <a:r>
              <a:t>**Полив:** Регулярный, но умеренный</a:t>
            </a:r>
          </a:p>
          <a:p>
            <a:pPr lvl="1">
              <a:spcAft>
                <a:spcPts val="1000"/>
              </a:spcAft>
              <a:defRPr sz="2000"/>
            </a:pPr>
            <a:r>
              <a:t>**Подкормка:** Комплексные удобрения, особенно в период цветения и формирования плодов</a:t>
            </a:r>
          </a:p>
          <a:p>
            <a:pPr lvl="1">
              <a:spcAft>
                <a:spcPts val="1000"/>
              </a:spcAft>
              <a:defRPr sz="2000"/>
            </a:pPr>
            <a:r>
              <a:t>**Уборка:** Сбор урожая обычно происходит через 80-100 дней после посадки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Слайд4Применениевпищевойпромышленности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Применение арбуза в пищевой промышленности**Текст:**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**Свежие плоды:** Продажа в виде свежих фруктов</a:t>
            </a:r>
          </a:p>
          <a:p>
            <a:pPr lvl="1">
              <a:spcAft>
                <a:spcPts val="1000"/>
              </a:spcAft>
              <a:defRPr sz="2000"/>
            </a:pPr>
            <a:r>
              <a:t>**Соки и нектары:** Производство арбузных соков и нектаров</a:t>
            </a:r>
          </a:p>
          <a:p>
            <a:pPr lvl="1">
              <a:spcAft>
                <a:spcPts val="1000"/>
              </a:spcAft>
              <a:defRPr sz="2000"/>
            </a:pPr>
            <a:r>
              <a:t>**Консервация:** Приготовление компотов, варенья и джемов</a:t>
            </a:r>
          </a:p>
          <a:p>
            <a:pPr lvl="1">
              <a:spcAft>
                <a:spcPts val="1000"/>
              </a:spcAft>
              <a:defRPr sz="2000"/>
            </a:pPr>
            <a:r>
              <a:t>**Косметическая промышленность:** Использование арбузного масла и экстрактов в косметических средствах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Слайд5Экономическоезначение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Экономическое значение арбуза**Текст:**</a:t>
            </a:r>
          </a:p>
          <a:p>
            <a:pPr lvl="1">
              <a:spcAft>
                <a:spcPts val="1000"/>
              </a:spcAft>
              <a:defRPr sz="2000"/>
            </a:pPr>
            <a:r>
              <a:t>**Экспорт:** Арбуз является важным экспортным продуктом для многих стран</a:t>
            </a:r>
          </a:p>
          <a:p>
            <a:pPr lvl="1">
              <a:spcAft>
                <a:spcPts val="1000"/>
              </a:spcAft>
              <a:defRPr sz="2000"/>
            </a:pPr>
            <a:r>
              <a:t>**Сельское хозяйство:** Выращивание арбуза способствует развитию сельскохозяйственного сектора</a:t>
            </a:r>
          </a:p>
          <a:p>
            <a:pPr lvl="1">
              <a:spcAft>
                <a:spcPts val="1000"/>
              </a:spcAft>
              <a:defRPr sz="2000"/>
            </a:pPr>
            <a:r>
              <a:t>**Туризм:** Арбузные фестивали привлекают туристов и способствуют развитию местного туризма</a:t>
            </a:r>
          </a:p>
          <a:p>
            <a:pPr lvl="1">
              <a:spcAft>
                <a:spcPts val="1000"/>
              </a:spcAft>
              <a:defRPr sz="2000"/>
            </a:pPr>
            <a:r>
              <a:t>**Занятость:** Создание рабочих мест в сфере производства, переработки и продажи арбуза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  <a:r>
              <a:t>Надеюсь, эти слайды будут полезны! Если у вас есть какие-либо дополнительные пожелания или вопросы, пожалуйста, дайте знать.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