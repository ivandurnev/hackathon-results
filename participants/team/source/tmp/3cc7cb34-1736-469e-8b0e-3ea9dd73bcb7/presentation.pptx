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*Общая информация:**- **Научное название:** *Citrullus lanatus*</a:t>
            </a:r>
          </a:p>
          <a:p>
            <a:pPr lvl="1">
              <a:spcAft>
                <a:spcPts val="1000"/>
              </a:spcAft>
              <a:defRPr sz="2000"/>
            </a:pPr>
            <a:r>
              <a:t>**Семейство:** Тыквенные (Cucurbitaceae)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**Происхождение:** Предполагается, что арбуз произошел в Африке, хотя его культивирование началось в древнем Египте.</a:t>
            </a:r>
          </a:p>
          <a:p>
            <a:pPr lvl="1">
              <a:spcAft>
                <a:spcPts val="1000"/>
              </a:spcAft>
              <a:defRPr sz="2000"/>
            </a:pPr>
            <a:r>
              <a:t>*Польза:**</a:t>
            </a:r>
          </a:p>
          <a:p>
            <a:pPr lvl="1">
              <a:spcAft>
                <a:spcPts val="1000"/>
              </a:spcAft>
              <a:defRPr sz="2000"/>
            </a:pPr>
            <a:r>
              <a:t>**Вода:** Арбуз содержит около 92% воды, что делает его отличным средством для гидратации.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**Витамины и минералы:** Богат витамином C, витамином A, калием и магнием.</a:t>
            </a:r>
          </a:p>
          <a:p>
            <a:pPr lvl="1">
              <a:spcAft>
                <a:spcPts val="1000"/>
              </a:spcAft>
              <a:defRPr sz="2000"/>
            </a:pPr>
            <a:r>
              <a:t>**Антиоксиданты:** Содержит ликопин, который помогает защитить клетки от повреждений.</a:t>
            </a:r>
          </a:p>
          <a:p>
            <a:pPr lvl="1">
              <a:spcAft>
                <a:spcPts val="1000"/>
              </a:spcAft>
              <a:defRPr sz="2000"/>
            </a:pPr>
            <a:r>
              <a:t>*Применение:**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**Пищевая промышленность:** Используется в производстве соков, десертов и консервов.</a:t>
            </a:r>
          </a:p>
          <a:p>
            <a:pPr lvl="1">
              <a:spcAft>
                <a:spcPts val="1000"/>
              </a:spcAft>
              <a:defRPr sz="2000"/>
            </a:pPr>
            <a:r>
              <a:t>**Косметология:** Экстракты арбуза применяются в косметических средствах для увлажнения кожи.</a:t>
            </a:r>
          </a:p>
          <a:p>
            <a:pPr lvl="1">
              <a:spcAft>
                <a:spcPts val="1000"/>
              </a:spcAft>
              <a:defRPr sz="2000"/>
            </a:pPr>
            <a:r>
              <a:t>**Медицина:** Ликопин, содержащийся в арбузе, может снижать риск развития сердечно-сосудистых заболеваний и некоторых видов рака.</a:t>
            </a:r>
          </a:p>
          <a:p>
            <a:pPr lvl="1">
              <a:spcAft>
                <a:spcPts val="1000"/>
              </a:spcAft>
              <a:defRPr sz="2000"/>
            </a:pPr>
            <a:r>
              <a:t>*Экономическое значение:**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**Выращивание:** Арбуз является важной сельскохозяйственной культурой во многих странах, включая Россию.</a:t>
            </a:r>
          </a:p>
          <a:p>
            <a:pPr lvl="1">
              <a:spcAft>
                <a:spcPts val="1000"/>
              </a:spcAft>
              <a:defRPr sz="2000"/>
            </a:pPr>
            <a:r>
              <a:t>**Экспорт:** Россия экспортирует значительное количество арбузов в соседние страны и регионы.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нужны дополнительные слайды или более подробная информация,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