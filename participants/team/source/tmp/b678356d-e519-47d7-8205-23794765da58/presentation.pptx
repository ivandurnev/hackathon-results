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 презентации:** Помидоры: Биология, Культура и Применение**Подзаголовок:** Обзор ключевых аспектов</a:t>
            </a:r>
          </a:p>
          <a:p>
            <a:pPr lvl="1">
              <a:spcAft>
                <a:spcPts val="1000"/>
              </a:spcAft>
              <a:defRPr sz="2000"/>
            </a:pPr>
            <a:r>
              <a:t>*Имя автора:** 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*Дата:**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Слайд2Биологическиехарактеристики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Биологические характеристики помидоров**Основной 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**Научное название:** Solanum lycopersicum</a:t>
            </a:r>
          </a:p>
          <a:p>
            <a:pPr lvl="1">
              <a:spcAft>
                <a:spcPts val="1000"/>
              </a:spcAft>
              <a:defRPr sz="2000"/>
            </a:pPr>
            <a:r>
              <a:t>**Классификация:** Однолетнее травянистое растение семейства Пасленовые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**Происхождение:** Южная Америка (Перу, Эквадор)</a:t>
            </a:r>
          </a:p>
          <a:p>
            <a:pPr lvl="1">
              <a:spcAft>
                <a:spcPts val="1000"/>
              </a:spcAft>
              <a:defRPr sz="2000"/>
            </a:pPr>
            <a:r>
              <a:t>**Структура растения:** Стебель, листья, цветки, плоды</a:t>
            </a:r>
          </a:p>
          <a:p>
            <a:pPr lvl="1">
              <a:spcAft>
                <a:spcPts val="1000"/>
              </a:spcAft>
              <a:defRPr sz="2000"/>
            </a:pPr>
            <a:r>
              <a:t>**Плод:** Ягоды, богатые витаминами C и A, антиоксидантами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Слайд3Культуравыращивания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Культура выращивания помидоров**Основной 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**Климатические условия:** Теплолюбивые растения, требуют температуру от 18 до 25°C</a:t>
            </a:r>
          </a:p>
          <a:p>
            <a:pPr lvl="1">
              <a:spcAft>
                <a:spcPts val="1000"/>
              </a:spcAft>
              <a:defRPr sz="2000"/>
            </a:pPr>
            <a:r>
              <a:t>**Почва:** Плодородная, хорошо дренированная почва с pH 6.0-7.0</a:t>
            </a:r>
          </a:p>
          <a:p>
            <a:pPr lvl="1">
              <a:spcAft>
                <a:spcPts val="1000"/>
              </a:spcAft>
              <a:defRPr sz="2000"/>
            </a:pPr>
            <a:r>
              <a:t>**Посев:** В теплицах — январь-февраль, в открытом грунте — май</a:t>
            </a:r>
          </a:p>
          <a:p>
            <a:pPr lvl="1">
              <a:spcAft>
                <a:spcPts val="1000"/>
              </a:spcAft>
              <a:defRPr sz="2000"/>
            </a:pPr>
            <a:r>
              <a:t>**Уход:** Полив, подкормка, обрезка, защита от вредителей и болезней</a:t>
            </a:r>
          </a:p>
          <a:p>
            <a:pPr lvl="1">
              <a:spcAft>
                <a:spcPts val="1000"/>
              </a:spcAft>
              <a:defRPr sz="2000"/>
            </a:pPr>
            <a:r>
              <a:t>**Сбор урожая:** Через 2-3 месяца после посева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Слайд4Применениевпищевойпромышленности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Применение помидоров в пищевой промышленности**Основной 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**Консервирование:** Производство томатной пасты, кетчупа, соусов</a:t>
            </a:r>
          </a:p>
          <a:p>
            <a:pPr lvl="1">
              <a:spcAft>
                <a:spcPts val="1000"/>
              </a:spcAft>
              <a:defRPr sz="2000"/>
            </a:pPr>
            <a:r>
              <a:t>**Свежие плоды:** Использование в салатах, гарнирах, блюдах</a:t>
            </a:r>
          </a:p>
          <a:p>
            <a:pPr lvl="1">
              <a:spcAft>
                <a:spcPts val="1000"/>
              </a:spcAft>
              <a:defRPr sz="2000"/>
            </a:pPr>
            <a:r>
              <a:t>**Маринование:** Приготовление маринованных помидоров</a:t>
            </a:r>
          </a:p>
          <a:p>
            <a:pPr lvl="1">
              <a:spcAft>
                <a:spcPts val="1000"/>
              </a:spcAft>
              <a:defRPr sz="2000"/>
            </a:pPr>
            <a:r>
              <a:t>**Сушеные плоды:** Использование в кулинарии и кондитерском производстве</a:t>
            </a:r>
          </a:p>
          <a:p>
            <a:pPr lvl="1">
              <a:spcAft>
                <a:spcPts val="1000"/>
              </a:spcAft>
              <a:defRPr sz="2000"/>
            </a:pPr>
            <a:r>
              <a:t>**Экстракты:** Производство томатного сока и других напитков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Заключение**Основной 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**Важность помидоров:** Основной продукт питания, богатый витаминами и антиоксидантами</a:t>
            </a:r>
          </a:p>
          <a:p>
            <a:pPr lvl="1">
              <a:spcAft>
                <a:spcPts val="1000"/>
              </a:spcAft>
              <a:defRPr sz="2000"/>
            </a:pPr>
            <a:r>
              <a:t>**Экономическое значение:** Большой вклад в сельское хозяйство и пищевую промышленность</a:t>
            </a:r>
          </a:p>
          <a:p>
            <a:pPr lvl="1">
              <a:spcAft>
                <a:spcPts val="1000"/>
              </a:spcAft>
              <a:defRPr sz="2000"/>
            </a:pPr>
            <a:r>
              <a:t>**Перспективы развития:** Современные технологии выращивания и переработки</a:t>
            </a:r>
          </a:p>
          <a:p>
            <a:pPr lvl="1">
              <a:spcAft>
                <a:spcPts val="1000"/>
              </a:spcAft>
              <a:defRPr sz="2000"/>
            </a:pPr>
            <a:r>
              <a:t>**Заключительные слова:** Помидоры играют значительную роль в питании и здоровье населения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более детальная информация или конкретные визуальные элементы для каждого слайда, пожалуйста, уточните.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