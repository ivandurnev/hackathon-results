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**Название презентации:** Арбуз: Полезные свойства и применение- **Подпись:** [Ваше имя] |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Общая информация об арбузе- **Текст:** Арбуз — это летний фрукт, который принадлежит семейству тыквенных. Он широко распространен в теплых климатических зонах и является одним из самых популярных продуктов в жаркие месяцы. Арбуз известен своим высоким содержанием воды и низким количеством калорий.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Слайд3Ботаническоеописание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Ботанические характеристики арбуза- **Текст:** Арбуз — однолетнее травянистое растение с длинными стеблями и крупными листьями. Плоды арбуза имеют круглую или овальную форму, толстую кожу и сочную мякоть. Цвет кожуры может варьироваться от светло-зеленого до темно-зеленого, а мякоть обычно красная или желтая.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Слайд4Полезныесвойства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Полезные свойства арбуза- **Текст:** Арбуз богат витаминами и минералами, особенно витамином C, витамином A, калием и магнием. Он также содержит антиоксиданты, такие как ликопин, которые способствуют здоровью сердца и снижают риск развития некоторых видов рака. Высокое содержание воды в арбузе помогает улучшить гидратацию организма.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Слайд5Применениевкулинарии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Применение арбуза в кулинарии- **Текст:** Арбуз используется в различных блюдах и напитках. Его можно есть свежим, добавлять в салаты, делать смузи и коктейли. Арбуз также часто используется для приготовления десертов, таких как арбузный шербет и компот.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Слайд6Применениевмедицине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Применение арбуза в медицине- **Текст:** Арбуз обладает диуретическими свойствами, что помогает выводить лишнюю жидкость из организма. Он также может использоваться для снижения давления и улучшения пищеварения. Некоторые исследования показывают, что арбуз может помочь в восстановлении после физических нагрузок благодаря содержанию аминокислоты цитруллина.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Слайд7Заключение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**Заголовок:** Заключение- **Текст:** Арбуз — это не только вкусный, но и полезный продукт. Его можно использовать в различных сферах жизни, от кулинарии до медицины. Регулярное употребление арбуза способствует здоровью и хорошему самочувствию.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