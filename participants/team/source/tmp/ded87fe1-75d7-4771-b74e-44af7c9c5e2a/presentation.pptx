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Слайд1Титульныйслайд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Продажа носков: стратегия и перспективы**Подзаголовок:** Презентация для [Название компании]</a:t>
            </a:r>
          </a:p>
          <a:p>
            <a:pPr lvl="1">
              <a:spcAft>
                <a:spcPts val="1000"/>
              </a:spcAft>
              <a:defRPr sz="2000"/>
            </a:pPr>
            <a:r>
              <a:t>*Дата:** [Дата]</a:t>
            </a:r>
          </a:p>
          <a:p>
            <a:pPr lvl="1">
              <a:spcAft>
                <a:spcPts val="1000"/>
              </a:spcAft>
              <a:defRPr sz="2000"/>
            </a:pPr>
            <a:r>
              <a:t>*Автор:** [Ваше имя]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Слайд2Обзоррынка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Обзор рынка носков**Текст:**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Объем рынка носков в России</a:t>
            </a:r>
          </a:p>
          <a:p>
            <a:pPr lvl="1">
              <a:spcAft>
                <a:spcPts val="1000"/>
              </a:spcAft>
              <a:defRPr sz="2000"/>
            </a:pPr>
            <a:r>
              <a:t>Основные игроки и конкуренты</a:t>
            </a:r>
          </a:p>
          <a:p>
            <a:pPr lvl="1">
              <a:spcAft>
                <a:spcPts val="1000"/>
              </a:spcAft>
              <a:defRPr sz="2000"/>
            </a:pPr>
            <a:r>
              <a:t>Тенденции спроса и предложения</a:t>
            </a:r>
          </a:p>
          <a:p>
            <a:pPr lvl="1">
              <a:spcAft>
                <a:spcPts val="1000"/>
              </a:spcAft>
              <a:defRPr sz="2000"/>
            </a:pPr>
            <a:r>
              <a:t>Сегментация рынка (мужские, женские, детские носки)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Слайд3Анализпродукции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Анализ продукции**Текст:**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Ассортимент носков компании</a:t>
            </a:r>
          </a:p>
          <a:p>
            <a:pPr lvl="1">
              <a:spcAft>
                <a:spcPts val="1000"/>
              </a:spcAft>
              <a:defRPr sz="2000"/>
            </a:pPr>
            <a:r>
              <a:t>Качество материалов и производство</a:t>
            </a:r>
          </a:p>
          <a:p>
            <a:pPr lvl="1">
              <a:spcAft>
                <a:spcPts val="1000"/>
              </a:spcAft>
              <a:defRPr sz="2000"/>
            </a:pPr>
            <a:r>
              <a:t>Особенности дизайна и функциональности</a:t>
            </a:r>
          </a:p>
          <a:p>
            <a:pPr lvl="1">
              <a:spcAft>
                <a:spcPts val="1000"/>
              </a:spcAft>
              <a:defRPr sz="2000"/>
            </a:pPr>
            <a:r>
              <a:t>Ценовая политика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Слайд4Маркетинговаястратегия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Маркетинговая стратегия**Текст:**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Целевая аудитория</a:t>
            </a:r>
          </a:p>
          <a:p>
            <a:pPr lvl="1">
              <a:spcAft>
                <a:spcPts val="1000"/>
              </a:spcAft>
              <a:defRPr sz="2000"/>
            </a:pPr>
            <a:r>
              <a:t>Каналы продвижения (онлайн, офлайн)</a:t>
            </a:r>
          </a:p>
          <a:p>
            <a:pPr lvl="1">
              <a:spcAft>
                <a:spcPts val="1000"/>
              </a:spcAft>
              <a:defRPr sz="2000"/>
            </a:pPr>
            <a:r>
              <a:t>Программы лояльности и акции</a:t>
            </a:r>
          </a:p>
          <a:p>
            <a:pPr lvl="1">
              <a:spcAft>
                <a:spcPts val="1000"/>
              </a:spcAft>
              <a:defRPr sz="2000"/>
            </a:pPr>
            <a:r>
              <a:t>Партнерские программы и сотрудничество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Слайд5Перспективыипланы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Перспективы и планы**Текст:**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Ожидаемый рост продаж</a:t>
            </a:r>
          </a:p>
          <a:p>
            <a:pPr lvl="1">
              <a:spcAft>
                <a:spcPts val="1000"/>
              </a:spcAft>
              <a:defRPr sz="2000"/>
            </a:pPr>
            <a:r>
              <a:t>Планы по расширению ассортимента</a:t>
            </a:r>
          </a:p>
          <a:p>
            <a:pPr lvl="1">
              <a:spcAft>
                <a:spcPts val="1000"/>
              </a:spcAft>
              <a:defRPr sz="2000"/>
            </a:pPr>
            <a:r>
              <a:t>Инвестиции в развитие производства</a:t>
            </a:r>
          </a:p>
          <a:p>
            <a:pPr lvl="1">
              <a:spcAft>
                <a:spcPts val="1000"/>
              </a:spcAft>
              <a:defRPr sz="2000"/>
            </a:pPr>
            <a:r>
              <a:t>Цели по выходу на новые рынки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  <a:r>
              <a:t>Если вам нужна более подробная информация или помощь в создании конкретных слайдов, дайте знать!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