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РитуалподъемаиспускагосударственногофлагаРоссийскойФедерации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Общиеположения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*Место проведения:** Плац воинской части (или специально отведенное место у штаба).**Время:**</a:t>
            </a:r>
          </a:p>
          <a:p>
            <a:pPr lvl="1">
              <a:spcAft>
                <a:spcPts val="1000"/>
              </a:spcAft>
              <a:defRPr sz="2000"/>
            </a:pPr>
            <a:r>
              <a:t>**Подъем:** Ежедневно в 09:00. В праздничные и выходные дни — по особому распорядку.</a:t>
            </a:r>
          </a:p>
          <a:p>
            <a:pPr lvl="1">
              <a:spcAft>
                <a:spcPts val="1000"/>
              </a:spcAft>
              <a:defRPr sz="2000"/>
            </a:pPr>
            <a:r>
              <a:t>**Спуск:** Ежедневно на закате (или в установленное время перед вечерней поверкой).</a:t>
            </a:r>
          </a:p>
          <a:p>
            <a:pPr lvl="1">
              <a:spcAft>
                <a:spcPts val="1000"/>
              </a:spcAft>
              <a:defRPr sz="2000"/>
            </a:pPr>
            <a:r>
              <a:t>*Состав:** Весь личный состав воинской части, находящийся в расположении (за исключением суточного наряда).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Порядокподъемафлага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*Построение:** По команде дежурного по части «ПОДЪЕМ ФЛАГА — СМИРНО», полк выстраивается на плацу.**Вынос флага:** Назначенные ассистенты (знаменщики) выносят сложенный флаг к мачте (флагштоку).</a:t>
            </a:r>
          </a:p>
          <a:p>
            <a:pPr lvl="1">
              <a:spcAft>
                <a:spcPts val="1000"/>
              </a:spcAft>
              <a:defRPr sz="2000"/>
            </a:pPr>
            <a:r>
              <a:t>*Доклад:** Дежурный по части докладывает командиру о готовности к подъему.</a:t>
            </a:r>
          </a:p>
          <a:p>
            <a:pPr lvl="1">
              <a:spcAft>
                <a:spcPts val="1000"/>
              </a:spcAft>
              <a:defRPr sz="2000"/>
            </a:pPr>
            <a:r>
              <a:t>*Команда:** Командир части командует: «Флаг ПОДНЯТЬ».</a:t>
            </a:r>
          </a:p>
          <a:p>
            <a:pPr lvl="1">
              <a:spcAft>
                <a:spcPts val="1000"/>
              </a:spcAft>
              <a:defRPr sz="2000"/>
            </a:pPr>
            <a:r>
              <a:t>*Исполнение:**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Оркестр играет Государственный гимн РФ.</a:t>
            </a:r>
          </a:p>
          <a:p>
            <a:pPr lvl="1">
              <a:spcAft>
                <a:spcPts val="1000"/>
              </a:spcAft>
              <a:defRPr sz="2000"/>
            </a:pPr>
            <a:r>
              <a:t>Флаг медленно поднимается до вершины мачты.</a:t>
            </a:r>
          </a:p>
          <a:p>
            <a:pPr lvl="1">
              <a:spcAft>
                <a:spcPts val="1000"/>
              </a:spcAft>
              <a:defRPr sz="2000"/>
            </a:pPr>
            <a:r>
              <a:t>Военнослужащие в строю стоят по стойке «Смирно», командиры прикладывают руку к головному убору.</a:t>
            </a:r>
          </a:p>
          <a:p>
            <a:pPr lvl="1">
              <a:spcAft>
                <a:spcPts val="1000"/>
              </a:spcAft>
              <a:defRPr sz="2000"/>
            </a:pPr>
            <a:r>
              <a:t>*Завершение:** После окончания гимна флаг считается поднятым. Полк проходит торжественным маршем (если это предусмотрено распорядком).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Порядокспускафлага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*Построение:** Осуществляется аналогично подъему, обычно перед вечерним разводом или поверкой.**Команда:** «Флаг СПУСТИТЬ».</a:t>
            </a:r>
          </a:p>
          <a:p>
            <a:pPr lvl="1">
              <a:spcAft>
                <a:spcPts val="1000"/>
              </a:spcAft>
              <a:defRPr sz="2000"/>
            </a:pPr>
            <a:r>
              <a:t>*Действие:** Флаг плавно опускается под звуки гимна (или в тишине, если гимн предусмотрен только при подъеме — зависит от важности дня и местных приказов).</a:t>
            </a:r>
          </a:p>
          <a:p>
            <a:pPr lvl="1">
              <a:spcAft>
                <a:spcPts val="1000"/>
              </a:spcAft>
              <a:defRPr sz="2000"/>
            </a:pPr>
            <a:r>
              <a:t>*Хранение:** После спуска ассистенты аккуратно складывают полотнище так, чтобы оно не касалось земли, и относят в установленное место (обычно в кабинет командира или комнату дежурного).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Особенностиинюансы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*Траур:** При объявлении государственного траура флаг приспускается до середины мачты. Для этого его сначала поднимают до конца, а затем опускают на 1/2 длины древка.**Оружие:** Во время ритуала оружие находится в положении «на ремень» (если подразделения вооружены).</a:t>
            </a:r>
          </a:p>
          <a:p>
            <a:pPr lvl="1">
              <a:spcAft>
                <a:spcPts val="1000"/>
              </a:spcAft>
              <a:defRPr sz="2000"/>
            </a:pPr>
            <a:r>
              <a:t>*Погода:** В случае сильного шторма или экстремальных условий флаг может не подниматься (решается командиром), чтобы избежать повреждения.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Этот документ описывает официальный ритуал подъема и спуска государственного флага Российской Федерации в воинских частях. Он предназначен для обеспечения единства и соблюдения установленных процедур, которые символизируют уважение и почтение к государственным символам.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