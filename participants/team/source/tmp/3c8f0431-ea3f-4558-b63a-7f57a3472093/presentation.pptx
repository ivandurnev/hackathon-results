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Титульныйслайд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315200" cy="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Название проекта: Название вашей кофейни  Логотип: Вставьте логотип, если есть</a:t>
            </a:r>
          </a:p>
          <a:p>
            <a:pPr>
              <a:spcAft>
                <a:spcPts val="800"/>
              </a:spcAft>
              <a:defRPr sz="2000"/>
            </a:pPr>
            <a:r>
              <a:t>Имя и должность: Ваше имя и должность</a:t>
            </a:r>
          </a:p>
          <a:p>
            <a:pPr>
              <a:spcAft>
                <a:spcPts val="800"/>
              </a:spcAft>
              <a:defRPr sz="2000"/>
            </a:pPr>
            <a:r>
              <a:t>Дата: Дата презентации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Обзоррынка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315200" cy="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Объем рынка кофе: Данные о рынке кофе в вашем регионе или стране  Конкурентный анализ: Основные конкуренты и их преимущества/недостатки</a:t>
            </a:r>
          </a:p>
          <a:p>
            <a:pPr>
              <a:spcAft>
                <a:spcPts val="800"/>
              </a:spcAft>
              <a:defRPr sz="2000"/>
            </a:pPr>
            <a:r>
              <a:t>Целевая аудитория: Описание вашей целевой аудитории, демография, предпочтения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Уникальноеторговоепредложение УТП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315200" cy="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Концепция кофейни: Описание уникальной концепции вашей кофейни  Продукты и услуги: Перечень предлагаемых продуктов и услуг</a:t>
            </a:r>
          </a:p>
          <a:p>
            <a:pPr>
              <a:spcAft>
                <a:spcPts val="800"/>
              </a:spcAft>
              <a:defRPr sz="2000"/>
            </a:pPr>
            <a:r>
              <a:t>Ценовая политика: Описание вашей ценовой политики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Маркетингипродвижение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315200" cy="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Стратегия маркетинга: Основные направления маркетинга, каналы продвижения  Социальные сети: План использования социальных сетей для продвижения</a:t>
            </a:r>
          </a:p>
          <a:p>
            <a:pPr>
              <a:spcAft>
                <a:spcPts val="800"/>
              </a:spcAft>
              <a:defRPr sz="2000"/>
            </a:pPr>
            <a:r>
              <a:t>Партнерства: Потенциальные партнеры и их роль в развитии бизнеса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Финансовыйплан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315200" cy="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Начальные инвестиции: Сумма начальных инвестиций и их распределение  Прогноз доходов и расходов: Таблица или график с прогнозом доходов и расходов на первые 1 3 года</a:t>
            </a:r>
          </a:p>
          <a:p>
            <a:pPr>
              <a:spcAft>
                <a:spcPts val="800"/>
              </a:spcAft>
              <a:defRPr sz="2000"/>
            </a:pPr>
            <a:r>
              <a:t>Рентабельность: Ожидаемая рентабельность проекта</a:t>
            </a:r>
          </a:p>
          <a:p>
            <a:pPr>
              <a:spcAft>
                <a:spcPts val="800"/>
              </a:spcAft>
              <a:defRPr sz="2000"/>
            </a:pPr>
            <a:r>
              <a:t>Если у вас есть какие то конкретные данные или идеи, которые вы хотите включить, дайте знать, и я помогу вам их структурировать!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