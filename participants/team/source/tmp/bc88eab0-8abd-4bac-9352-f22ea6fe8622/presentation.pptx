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Арбуз: Общая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однолетнее травянистое растение семейства Тыквенные. Его плоды — крупные сочные ягоды, которые содержат много воды и сахара. Арбуз является популярным летним фруктом, известным своим освежающим вкусом и пользой для здоровья.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Польза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богат витаминами и минералами, такими как витамин C, витамин A, калий и магний. Он также содержит антиоксидант ликопин, который помогает защитить организм от свободных радикалов. Арбуз способствует гидратации организма, улучшает пищеварение и может помочь снизить кровяное давление.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