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Макароны: история, виды и применение**Подготовил(а):**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Слайд2Историямакарон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История макарон**Текст:**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Происхождение макарон: древние корни и развитие</a:t>
            </a:r>
          </a:p>
          <a:p>
            <a:pPr lvl="1">
              <a:spcAft>
                <a:spcPts val="1000"/>
              </a:spcAft>
              <a:defRPr sz="2000"/>
            </a:pPr>
            <a:r>
              <a:t>Распространение в Европе: Италия как родина макарон</a:t>
            </a:r>
          </a:p>
          <a:p>
            <a:pPr lvl="1">
              <a:spcAft>
                <a:spcPts val="1000"/>
              </a:spcAft>
              <a:defRPr sz="2000"/>
            </a:pPr>
            <a:r>
              <a:t>Современное производство: технологии и стандарты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Слайд3Видымакарон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Виды макарон**Текст:**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Спагетти</a:t>
            </a:r>
          </a:p>
          <a:p>
            <a:pPr lvl="1">
              <a:spcAft>
                <a:spcPts val="1000"/>
              </a:spcAft>
              <a:defRPr sz="2000"/>
            </a:pPr>
            <a:r>
              <a:t>Макароны</a:t>
            </a:r>
          </a:p>
          <a:p>
            <a:pPr lvl="1">
              <a:spcAft>
                <a:spcPts val="1000"/>
              </a:spcAft>
              <a:defRPr sz="2000"/>
            </a:pPr>
            <a:r>
              <a:t>Лазанья</a:t>
            </a:r>
          </a:p>
          <a:p>
            <a:pPr lvl="1">
              <a:spcAft>
                <a:spcPts val="1000"/>
              </a:spcAft>
              <a:defRPr sz="2000"/>
            </a:pPr>
            <a:r>
              <a:t>Фетуччини</a:t>
            </a:r>
          </a:p>
          <a:p>
            <a:pPr lvl="1">
              <a:spcAft>
                <a:spcPts val="1000"/>
              </a:spcAft>
              <a:defRPr sz="2000"/>
            </a:pPr>
            <a:r>
              <a:t>Пенне</a:t>
            </a:r>
          </a:p>
          <a:p>
            <a:pPr lvl="1">
              <a:spcAft>
                <a:spcPts val="1000"/>
              </a:spcAft>
              <a:defRPr sz="2000"/>
            </a:pPr>
            <a:r>
              <a:t>Ригатони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Слайд4Применениемакаронвкулинарии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макарон в кулинарии**Текст:**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Блюда итальянской кухни: спагетти карбонара, пенне аррабиата</a:t>
            </a:r>
          </a:p>
          <a:p>
            <a:pPr lvl="1">
              <a:spcAft>
                <a:spcPts val="1000"/>
              </a:spcAft>
              <a:defRPr sz="2000"/>
            </a:pPr>
            <a:r>
              <a:t>Интернациональные рецепты: макароны по-флотски, лазанья с грибами</a:t>
            </a:r>
          </a:p>
          <a:p>
            <a:pPr lvl="1">
              <a:spcAft>
                <a:spcPts val="1000"/>
              </a:spcAft>
              <a:defRPr sz="2000"/>
            </a:pPr>
            <a:r>
              <a:t>Диетические и лечебные свойства: содержание белка, углеводов, витаминов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Макароны как универсальный продукт: разнообразие и доступность</a:t>
            </a:r>
          </a:p>
          <a:p>
            <a:pPr lvl="1">
              <a:spcAft>
                <a:spcPts val="1000"/>
              </a:spcAft>
              <a:defRPr sz="2000"/>
            </a:pPr>
            <a:r>
              <a:t>Перспективы развития: инновации и тренды</a:t>
            </a:r>
          </a:p>
          <a:p>
            <a:pPr lvl="1">
              <a:spcAft>
                <a:spcPts val="1000"/>
              </a:spcAft>
              <a:defRPr sz="2000"/>
            </a:pPr>
            <a:r>
              <a:t>Благодарю за внимание!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детальная информация или конкретные визуальные элементы для каждого слайда, дайте знать, и я помогу вам с этим!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