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Арбуз: Общая информация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Арбуз — это летний плод, который относится к семейству Тыквенные. Он известен своим сладким и сочным вкусом. Арбуз содержит большое количество воды (до 92%) и является отличным источником витамина C, витамина A и антиоксидантов. Его мякоть обычно красная или желтая, а кожура зеленая с различными оттенками.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Польза арбуза для здоровья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Арбуз полезен для здоровья благодаря своему составу. Он помогает улучшить гидратацию организма, снижает риск развития сердечно-сосудистых заболеваний, способствует детоксикации и поддерживает здоровье почек. Кроме того, арбуз содержит ликопин, который может защитить организм от некоторых видов рака.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