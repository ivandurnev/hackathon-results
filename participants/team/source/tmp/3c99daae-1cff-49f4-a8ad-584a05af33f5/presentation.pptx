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Арбуз: Описание и происхождение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Арбуз — это однолетнее травянистое растение семейства тыквенных. Происходит из Африки, где его начали культивировать более 4000 лет назад. Арбуз известен своим крупным плодом, который состоит преимущественно из воды и содержит много витаминов и минералов. Плоды арбуза имеют сладкую мякоть и твёрдую кожуру, которая может быть зелёной, жёлтой или белой.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Польза арбуза для здоровья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Арбуз богат витаминами A и C, а также минералами, такими как калий и магний. Он помогает улучшить гидратацию организма, снижает риск развития сердечно-сосудистых заболеваний, способствует детоксикации и улучшает пищеварение. Кроме того, арбуз содержит антиоксиданты, которые помогают бороться со свободными радикалами и предотвращают преждевременное старение клеток.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