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4320"/>
          </a:xfrm>
        </p:spPr>
        <p:txBody>
          <a:bodyPr/>
          <a:lstStyle/>
          <a:p>
            <a:pPr algn="l"/>
            <a:r>
              <a:rPr sz="3600" b="1">
                <a:solidFill>
                  <a:srgbClr val="0A3296"/>
                </a:solidFill>
              </a:rPr>
              <a:t>Арбуз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457200" y="1371600"/>
            <a:ext cx="5669280" cy="0"/>
          </a:xfrm>
        </p:spPr>
        <p:txBody>
          <a:bodyPr/>
          <a:lstStyle/>
          <a:p>
            <a:pPr>
              <a:spcAft>
                <a:spcPts val="1000"/>
              </a:spcAft>
              <a:defRPr sz="2000"/>
            </a:pPr>
            <a:r>
              <a:t>Арбуз — это летний ягодный овощ, который относится к семейству Тыквенные. Он известен своим сладким и сочным вкусом. Арбуз содержит большое количество воды, витаминов и минералов, что делает его полезным для здоровья. Кроме того, арбуз является символом летнего отдыха и жаркой погоды.</a:t>
            </a:r>
          </a:p>
        </p:txBody>
      </p:sp>
      <p:pic>
        <p:nvPicPr>
          <p:cNvPr id="4" name="Picture 3" descr="slide_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7772400" y="1371600"/>
            <a:ext cx="3840480" cy="219456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