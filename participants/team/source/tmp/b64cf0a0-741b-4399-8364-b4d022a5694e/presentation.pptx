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Арбуз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Арбуз — это летний плод, который относится к семейству Тыквенные. Он известен своим сладким и сочным вкусом. Арбуз содержит много воды и полезных веществ, таких как витамин C, витамин A и антиоксиданты. Его часто употребляют в пищу в жаркую погоду для освежения и утоления жажды.</a:t>
            </a:r>
          </a:p>
        </p:txBody>
      </p:sp>
      <p:pic>
        <p:nvPicPr>
          <p:cNvPr id="4" name="Picture 3" descr="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840480" cy="2194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