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Слайд1Титульныйслайд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*Название презентации:** Арбуз: Полезные свойства и применение**Подпись:** [Ваше имя] | [Дата]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Общая информация об арбузе**Содержание:**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Арбуз — это летний фрукт, принадлежащий к семейству тыквенных.</a:t>
            </a:r>
          </a:p>
          <a:p>
            <a:pPr lvl="1">
              <a:spcAft>
                <a:spcPts val="1000"/>
              </a:spcAft>
              <a:defRPr sz="2000"/>
            </a:pPr>
            <a:r>
              <a:t>Происхождение: Африка, затем распространился по всему миру.</a:t>
            </a:r>
          </a:p>
          <a:p>
            <a:pPr lvl="1">
              <a:spcAft>
                <a:spcPts val="1000"/>
              </a:spcAft>
              <a:defRPr sz="2000"/>
            </a:pPr>
            <a:r>
              <a:t>Культурное значение: символ летнего отдыха и прохлады.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Слайд3Биологическиехарактеристики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Биологические особенности арбуза**Содержание:**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Научное название: *Citrullus lanatus*.</a:t>
            </a:r>
          </a:p>
          <a:p>
            <a:pPr lvl="1">
              <a:spcAft>
                <a:spcPts val="1000"/>
              </a:spcAft>
              <a:defRPr sz="2000"/>
            </a:pPr>
            <a:r>
              <a:t>Плоды могут достигать веса до 30 кг.</a:t>
            </a:r>
          </a:p>
          <a:p>
            <a:pPr lvl="1">
              <a:spcAft>
                <a:spcPts val="1000"/>
              </a:spcAft>
              <a:defRPr sz="2000"/>
            </a:pPr>
            <a:r>
              <a:t>Содержит большое количество воды (до 92%).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Слайд4Сортаарбуза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Популярные сорта арбуза**Содержание:**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Красный арбуз: сладкий, с красной мякотью.</a:t>
            </a:r>
          </a:p>
          <a:p>
            <a:pPr lvl="1">
              <a:spcAft>
                <a:spcPts val="1000"/>
              </a:spcAft>
              <a:defRPr sz="2000"/>
            </a:pPr>
            <a:r>
              <a:t>Жёлтый арбуз: менее сладкий, с жёлтой мякотью.</a:t>
            </a:r>
          </a:p>
          <a:p>
            <a:pPr lvl="1">
              <a:spcAft>
                <a:spcPts val="1000"/>
              </a:spcAft>
              <a:defRPr sz="2000"/>
            </a:pPr>
            <a:r>
              <a:t>Мини-арбуз: компактный размер, удобен для одного человека.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Слайд5Полезныесвойства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Полезные свойства арбуза**Содержание:**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Богат витаминами C, A и B6.</a:t>
            </a:r>
          </a:p>
          <a:p>
            <a:pPr lvl="1">
              <a:spcAft>
                <a:spcPts val="1000"/>
              </a:spcAft>
              <a:defRPr sz="2000"/>
            </a:pPr>
            <a:r>
              <a:t>Содержит антиоксиданты, такие как ликопин.</a:t>
            </a:r>
          </a:p>
          <a:p>
            <a:pPr lvl="1">
              <a:spcAft>
                <a:spcPts val="1000"/>
              </a:spcAft>
              <a:defRPr sz="2000"/>
            </a:pPr>
            <a:r>
              <a:t>Помогает при гипертонии и улучшает работу сердца.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Слайд6Применениевкулинарии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Применение арбуза в кулинарии**Содержание:**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Свежий арбуз: десерты, салаты, смузи.</a:t>
            </a:r>
          </a:p>
          <a:p>
            <a:pPr lvl="1">
              <a:spcAft>
                <a:spcPts val="1000"/>
              </a:spcAft>
              <a:defRPr sz="2000"/>
            </a:pPr>
            <a:r>
              <a:t>Консервирование: варенье, компоты.</a:t>
            </a:r>
          </a:p>
          <a:p>
            <a:pPr lvl="1">
              <a:spcAft>
                <a:spcPts val="1000"/>
              </a:spcAft>
              <a:defRPr sz="2000"/>
            </a:pPr>
            <a:r>
              <a:t>Алкогольные напитки: коктейли, пунши.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Слайд7Применениевмедицине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Применение арбуза в медицине**Содержание:**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Используется для профилактики обезвоживания.</a:t>
            </a:r>
          </a:p>
          <a:p>
            <a:pPr lvl="1">
              <a:spcAft>
                <a:spcPts val="1000"/>
              </a:spcAft>
              <a:defRPr sz="2000"/>
            </a:pPr>
            <a:r>
              <a:t>Помогает при мочекаменной болезни.</a:t>
            </a:r>
          </a:p>
          <a:p>
            <a:pPr lvl="1">
              <a:spcAft>
                <a:spcPts val="1000"/>
              </a:spcAft>
              <a:defRPr sz="2000"/>
            </a:pPr>
            <a:r>
              <a:t>Улучшает пищеварение.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Слайд8Экономическоезначение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Экономическое значение арбуза**Содержание:**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Важная культура для сельского хозяйства.</a:t>
            </a:r>
          </a:p>
          <a:p>
            <a:pPr lvl="1">
              <a:spcAft>
                <a:spcPts val="1000"/>
              </a:spcAft>
              <a:defRPr sz="2000"/>
            </a:pPr>
            <a:r>
              <a:t>Экспорт арбузов приносит значительный доход.</a:t>
            </a:r>
          </a:p>
          <a:p>
            <a:pPr lvl="1">
              <a:spcAft>
                <a:spcPts val="1000"/>
              </a:spcAft>
              <a:defRPr sz="2000"/>
            </a:pPr>
            <a:r>
              <a:t>Создание рабочих мест в сезон сбора урожая.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Слайд9Заключение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Заключение**Содержание:**</a:t>
            </a:r>
          </a:p>
          <a:p>
            <a:pPr lvl="1">
              <a:spcAft>
                <a:spcPts val="1000"/>
              </a:spcAft>
              <a:defRPr sz="2000"/>
            </a:pPr>
            <a:r>
              <a:t>Арбуз — универсальный продукт с множеством полезных свойств.</a:t>
            </a:r>
          </a:p>
          <a:p>
            <a:pPr lvl="1">
              <a:spcAft>
                <a:spcPts val="1000"/>
              </a:spcAft>
              <a:defRPr sz="2000"/>
            </a:pPr>
            <a:r>
              <a:t>Широкое применение в кулинарии и медицине.</a:t>
            </a:r>
          </a:p>
          <a:p>
            <a:pPr lvl="1">
              <a:spcAft>
                <a:spcPts val="1000"/>
              </a:spcAft>
              <a:defRPr sz="2000"/>
            </a:pPr>
            <a:r>
              <a:t>Важное экономическое значение для многих регионов.</a:t>
            </a:r>
          </a:p>
          <a:p>
            <a:pPr lvl="1">
              <a:spcAft>
                <a:spcPts val="1000"/>
              </a:spcAft>
              <a:defRPr sz="2000"/>
            </a:pPr>
            <a:r>
              <a:t>--</a:t>
            </a:r>
          </a:p>
          <a:p>
            <a:pPr>
              <a:spcAft>
                <a:spcPts val="1000"/>
              </a:spcAft>
              <a:defRPr sz="2000"/>
            </a:pPr>
            <a:r>
              <a:t>Если вам нужна помощь в оформлении слайдов или дополнительная информация, дайте знать!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