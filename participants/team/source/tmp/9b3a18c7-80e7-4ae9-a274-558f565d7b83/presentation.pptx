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Помидоры: важнейшая культура в сельском хозяйстве- **Основной текст:** Помидоры (Solanum lycopersicum) — одна из самых популярных и широко распространённых овощных культур в мире. Они играют значительную роль в питании населения благодаря высокому содержанию витаминов и минералов. В данной презентации мы рассмотрим основные аспекты выращивания, использования и значимости помидоров.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Слайд2Биологическиехарактеристики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Биологические характеристики помидоров- **Основной текст:** Помидоры относятся к семейству паслёновых. Это однолетние или многолетние травянистые растения с простыми или сложными листьями. Плоды помидоров — ягоды, которые могут быть разных форм и цветов. Основные виды: черри, грунтовые, тепличные. Помидоры требуют тепла и света для успешного роста и плодоношения.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Слайд3Выращиваниепомидоров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Выращивание помидоров- **Основной текст:** Помидоры можно выращивать как в открытом грунте, так и в теплицах. Основные этапы выращивания:</a:t>
            </a:r>
          </a:p>
          <a:p>
            <a:pPr lvl="1">
              <a:spcAft>
                <a:spcPts val="1000"/>
              </a:spcAft>
              <a:defRPr sz="2000"/>
            </a:pPr>
            <a:r>
              <a:t>Подготовка семян и почвы</a:t>
            </a:r>
          </a:p>
          <a:p>
            <a:pPr lvl="1">
              <a:spcAft>
                <a:spcPts val="1000"/>
              </a:spcAft>
              <a:defRPr sz="2000"/>
            </a:pPr>
            <a:r>
              <a:t>Посев и уход за рассадой</a:t>
            </a:r>
          </a:p>
          <a:p>
            <a:pPr lvl="1">
              <a:spcAft>
                <a:spcPts val="1000"/>
              </a:spcAft>
              <a:defRPr sz="2000"/>
            </a:pPr>
            <a:r>
              <a:t>Пересадка в грунт</a:t>
            </a:r>
          </a:p>
          <a:p>
            <a:pPr lvl="1">
              <a:spcAft>
                <a:spcPts val="1000"/>
              </a:spcAft>
              <a:defRPr sz="2000"/>
            </a:pPr>
            <a:r>
              <a:t>Полив, подкормка, обрезка</a:t>
            </a:r>
          </a:p>
          <a:p>
            <a:pPr lvl="1">
              <a:spcAft>
                <a:spcPts val="1000"/>
              </a:spcAft>
              <a:defRPr sz="2000"/>
            </a:pPr>
            <a:r>
              <a:t>Защита от болезней и вредителей</a:t>
            </a:r>
          </a:p>
          <a:p>
            <a:pPr lvl="1">
              <a:spcAft>
                <a:spcPts val="1000"/>
              </a:spcAft>
              <a:defRPr sz="2000"/>
            </a:pPr>
            <a:r>
              <a:t>Сбор урожая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Слайд4Использованиепомидоров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Использование помидоров- **Основной текст:** Помидоры широко используются в кулинарии:</a:t>
            </a:r>
          </a:p>
          <a:p>
            <a:pPr lvl="1">
              <a:spcAft>
                <a:spcPts val="1000"/>
              </a:spcAft>
              <a:defRPr sz="2000"/>
            </a:pPr>
            <a:r>
              <a:t>Свежие помидоры в салатах и гарнирах</a:t>
            </a:r>
          </a:p>
          <a:p>
            <a:pPr lvl="1">
              <a:spcAft>
                <a:spcPts val="1000"/>
              </a:spcAft>
              <a:defRPr sz="2000"/>
            </a:pPr>
            <a:r>
              <a:t>Консервирование (маринование, томатная паста, соусы)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Использование в готовке (супы, вторые блюда)</a:t>
            </a:r>
          </a:p>
          <a:p>
            <a:pPr lvl="1">
              <a:spcAft>
                <a:spcPts val="1000"/>
              </a:spcAft>
              <a:defRPr sz="2000"/>
            </a:pPr>
            <a:r>
              <a:t>Применение в косметологии и народной медицине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Слайд5Значимостьпомидороввэкономике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Значимость помидоров в экономике- **Основной текст:** Помидоры являются важным сельскохозяйственным продуктом, который вносит значительный вклад в экономику многих стран. В России помидоры выращиваются на крупных предприятиях и в частных хозяйствах. Они обеспечивают занятость населения, доходы фермеров и сельскохозяйственных предприятий, а также способствуют развитию пищевой промышленности.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более детальные или специфические данные, пожалуйста, уточните. Также я могу помочь с оформлением слайдов, если это необходимо.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