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Слайд1Приветствие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Добро пожаловать!**Текст:**</a:t>
            </a:r>
          </a:p>
          <a:p>
            <a:pPr>
              <a:spcAft>
                <a:spcPts val="1000"/>
              </a:spcAft>
              <a:defRPr sz="2000"/>
            </a:pPr>
            <a:r>
              <a:t>Привет, друзья! Сегодня мы собрались, чтобы обсудить важные вопросы и поделиться интересными идеями. Надеюсь, вам понравится наша презентация!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Слайд2Целивстречи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spcAft>
                <a:spcPts val="1000"/>
              </a:spcAft>
              <a:defRPr sz="2000"/>
            </a:pPr>
            <a:r>
              <a:t>*Заголовок:** Цели нашей встречи**Текст:**</a:t>
            </a:r>
          </a:p>
          <a:p>
            <a:pPr>
              <a:spcAft>
                <a:spcPts val="1000"/>
              </a:spcAft>
              <a:defRPr sz="2000"/>
            </a:pPr>
            <a:r>
              <a:t>1. Обсудить текущие проекты.</a:t>
            </a:r>
          </a:p>
          <a:p>
            <a:pPr>
              <a:spcAft>
                <a:spcPts val="1000"/>
              </a:spcAft>
              <a:defRPr sz="2000"/>
            </a:pPr>
            <a:r>
              <a:t>2. Поделиться успехами и достижениями.</a:t>
            </a:r>
          </a:p>
          <a:p>
            <a:pPr>
              <a:spcAft>
                <a:spcPts val="1000"/>
              </a:spcAft>
              <a:defRPr sz="2000"/>
            </a:pPr>
            <a:r>
              <a:t>3. Выстроить план дальнейших действий.</a:t>
            </a:r>
          </a:p>
          <a:p>
            <a:pPr>
              <a:spcAft>
                <a:spcPts val="1000"/>
              </a:spcAft>
              <a:defRPr sz="2000"/>
            </a:pPr>
            <a:r>
              <a:t>4. Ответить на ваши вопросы и предложения.</a:t>
            </a:r>
          </a:p>
          <a:p>
            <a:pPr>
              <a:spcAft>
                <a:spcPts val="1000"/>
              </a:spcAft>
              <a:defRPr sz="2000"/>
            </a:pPr>
            <a:r>
              <a:t>Если у тебя есть какие-то конкретные пожелания или дополнения, дай знать! Я готов помочь.</a:t>
            </a:r>
          </a:p>
          <a:p>
            <a:pPr>
              <a:spcAft>
                <a:spcPts val="1000"/>
              </a:spcAft>
              <a:defRPr sz="2000"/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