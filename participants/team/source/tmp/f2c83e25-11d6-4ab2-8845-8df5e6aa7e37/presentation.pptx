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Что такое арбуз?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— это однолетнее травянистое растение семейства Тыквенные, плод которого является популярным летним фруктом.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Происхождение арбуза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произошел из Африки, где его культивировали еще в древние времена. Сегодня он распространен по всему миру.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Сорта арбуза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Существует множество сортов арбуза, различающихся по размеру, форме, цвету мякоти и вкусовым качествам. Например, сорта 'Колхозница', 'Сахарный', 'Кримсон Свит'.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Полезные свойства арбуза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богат витаминами C и A, а также содержит антиоксиданты. Он помогает улучшить пищеварение и выводит лишнюю жидкость из организма.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Как выбрать спелый арбуз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Для выбора спелого арбуза обратите внимание на его вес, звук при постукивании и наличие характерного пятна на донце. Спелый арбуз должен быть тяжелым, звучать глухо и иметь светлое пятно.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Калорийность арбуза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содержит около 30 ккал на 100 грамм. Это делает его отличным выбором для диетического питания.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Использование арбуза в кулинарии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можно использовать не только как десерт, но и в салатах, коктейлях, компотах и даже в горячих блюдах. Его мякоть хорошо сочетается с сыром, мясо и овощами.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 в народной медицине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используется в народной медицине для лечения мочекаменной болезни, гипертонии и других заболеваний. Однако перед применением рекомендуется проконсультироваться с врачом.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 в культуре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часто встречается в литературе, искусстве и фольклоре. Он символизирует лето, прохладу и удовольствие.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Хранение арбуза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лучше хранить при комнатной температуре. После нарезки его следует убирать в холодильник и употреблять в течение нескольких дней.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