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презентации:**Арбуз: Полезные свойства и применение</a:t>
            </a:r>
          </a:p>
          <a:p>
            <a:pPr lvl="1">
              <a:spcAft>
                <a:spcPts val="1000"/>
              </a:spcAft>
              <a:defRPr sz="2000"/>
            </a:pPr>
            <a:r>
              <a:t>*Подзаголовок:**</a:t>
            </a:r>
          </a:p>
          <a:p>
            <a:pPr>
              <a:spcAft>
                <a:spcPts val="1000"/>
              </a:spcAft>
              <a:defRPr sz="2000"/>
            </a:pPr>
            <a:r>
              <a:t>Обзор ключевых аспектов</a:t>
            </a:r>
          </a:p>
          <a:p>
            <a:pPr lvl="1">
              <a:spcAft>
                <a:spcPts val="1000"/>
              </a:spcAft>
              <a:defRPr sz="2000"/>
            </a:pPr>
            <a:r>
              <a:t>*Имя автора:**</a:t>
            </a:r>
          </a:p>
          <a:p>
            <a:pPr>
              <a:spcAft>
                <a:spcPts val="1000"/>
              </a:spcAft>
              <a:defRPr sz="2000"/>
            </a:pPr>
            <a:r>
              <a:t>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</a:t>
            </a:r>
          </a:p>
          <a:p>
            <a:pPr>
              <a:spcAft>
                <a:spcPts val="1000"/>
              </a:spcAft>
              <a:defRPr sz="2000"/>
            </a:pPr>
            <a:r>
              <a:t>[Дата создания презентации]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Слайд2Общаяинформацияобарбузе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*Заголовок:**Общая информация об арбузе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>
              <a:spcAft>
                <a:spcPts val="1000"/>
              </a:spcAft>
              <a:defRPr sz="2000"/>
            </a:pPr>
            <a:r>
              <a:t>Арбуз (лат. *Citrullus lanatus*) — многолетнее травянистое растение семейства Тыквенные. Произрастает в тропических и субтропических регионах. Плоды арбуза содержат большое количество воды, сахара, витаминов и минералов. Арбуз является популярным летним фруктом, известным своим освежающим вкусом и питательными свойствами.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Слайд3Полезныесвойстваарбуза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*Заголовок:**Полезные свойства арбуза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Арбуз содержит до 92% воды, что делает его отличным средством для гидратации.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**Витамины:** Богат витамином C, витамином A и витамином B6.</a:t>
            </a:r>
          </a:p>
          <a:p>
            <a:pPr lvl="1">
              <a:spcAft>
                <a:spcPts val="1000"/>
              </a:spcAft>
              <a:defRPr sz="2000"/>
            </a:pPr>
            <a:r>
              <a:t>**Минералы:** Содержит калий, магний и железо.</a:t>
            </a:r>
          </a:p>
          <a:p>
            <a:pPr lvl="1">
              <a:spcAft>
                <a:spcPts val="1000"/>
              </a:spcAft>
              <a:defRPr sz="2000"/>
            </a:pPr>
            <a:r>
              <a:t>**Антиоксиданты:** Высокое содержание ликопина, который помогает бороться со свободными радикалами.</a:t>
            </a:r>
          </a:p>
          <a:p>
            <a:pPr lvl="1">
              <a:spcAft>
                <a:spcPts val="1000"/>
              </a:spcAft>
              <a:defRPr sz="2000"/>
            </a:pPr>
            <a:r>
              <a:t>**Низкая калорийность:** Около 30 ккал на 100 грамм, что делает его диетическим продуктом.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Слайд4Применениеарбузавпищевойпромышленности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*Заголовок:**Применение арбуза в пищевой промышленности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**Свежие плоды:** Используются в качестве основного ингредиента для салатов, десертов и напитков.</a:t>
            </a:r>
          </a:p>
          <a:p>
            <a:pPr lvl="1">
              <a:spcAft>
                <a:spcPts val="1000"/>
              </a:spcAft>
              <a:defRPr sz="2000"/>
            </a:pPr>
            <a:r>
              <a:t>**Соки и нектары:** Производятся из мякоти арбуза и являются популярными летними напитками.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**Консервирование:** Арбузные джемы, варенья и компоты.</a:t>
            </a:r>
          </a:p>
          <a:p>
            <a:pPr lvl="1">
              <a:spcAft>
                <a:spcPts val="1000"/>
              </a:spcAft>
              <a:defRPr sz="2000"/>
            </a:pPr>
            <a:r>
              <a:t>**Косметическая промышленность:** Экстракты арбуза используются в косметических средствах для увлажнения и омоложения кожи.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*Заголовок:**Заключение</a:t>
            </a:r>
          </a:p>
          <a:p>
            <a:pPr lvl="1">
              <a:spcAft>
                <a:spcPts val="1000"/>
              </a:spcAft>
              <a:defRPr sz="2000"/>
            </a:pPr>
            <a:r>
              <a:t>*Текст:**</a:t>
            </a:r>
          </a:p>
          <a:p>
            <a:pPr>
              <a:spcAft>
                <a:spcPts val="1000"/>
              </a:spcAft>
              <a:defRPr sz="2000"/>
            </a:pPr>
            <a:r>
              <a:t>Арбуз — это не только вкусный, но и полезный продукт. Его высокое содержание воды и питательных веществ делает его идеальным выбором для летнего питания. Кроме того, арбуз широко используется в пищевой и косметической промышленности, что подчеркивает его многофункциональность и важность в современном мире.</a:t>
            </a:r>
          </a:p>
          <a:p>
            <a:pPr lvl="1">
              <a:spcAft>
                <a:spcPts val="1000"/>
              </a:spcAft>
              <a:defRPr sz="2000"/>
            </a:pPr>
            <a:r>
              <a:t>*Заключительная фраза:**</a:t>
            </a:r>
          </a:p>
          <a:p>
            <a:pPr>
              <a:spcAft>
                <a:spcPts val="1000"/>
              </a:spcAft>
              <a:defRPr sz="2000"/>
            </a:pPr>
            <a:r>
              <a:t>Спасибо за внимание!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более детальные или специфические данные, пожалуйста, уточните.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