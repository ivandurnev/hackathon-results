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Слайд1Макароны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*Описание:**Макароны — популярный вид макаронных изделий, изготовленных из муки твёрдых сортов пшеницы. Они широко используются в кулинарии благодаря своей универсальности и простоте приготовления. Макароны могут быть различных форм и размеров, что позволяет создавать разнообразные блюда.</a:t>
            </a:r>
          </a:p>
          <a:p>
            <a:pPr lvl="1">
              <a:spcAft>
                <a:spcPts val="1000"/>
              </a:spcAft>
              <a:defRPr sz="2000"/>
            </a:pPr>
            <a:r>
              <a:t>*Основные виды макарон:**</a:t>
            </a:r>
          </a:p>
          <a:p>
            <a:pPr lvl="1">
              <a:spcAft>
                <a:spcPts val="1000"/>
              </a:spcAft>
              <a:defRPr sz="2000"/>
            </a:pPr>
            <a:r>
              <a:t>**Спагетти** — длинные тонкие вермишели.</a:t>
            </a:r>
          </a:p>
          <a:p>
            <a:pPr lvl="1">
              <a:spcAft>
                <a:spcPts val="1000"/>
              </a:spcAft>
              <a:defRPr sz="2000"/>
            </a:pPr>
            <a:r>
              <a:t>**Фетуччини** — широкие ленты.</a:t>
            </a:r>
          </a:p>
          <a:p>
            <a:pPr lvl="1">
              <a:spcAft>
                <a:spcPts val="1000"/>
              </a:spcAft>
              <a:defRPr sz="2000"/>
            </a:pPr>
            <a:r>
              <a:t>**Ригатони** — трубы с рифлёной поверхностью.</a:t>
            </a:r>
          </a:p>
          <a:p>
            <a:pPr lvl="1">
              <a:spcAft>
                <a:spcPts val="1000"/>
              </a:spcAft>
              <a:defRPr sz="2000"/>
            </a:pPr>
            <a:r>
              <a:t>**Пенне** — короткие трубочки с наклонно отрезанными концами.</a:t>
            </a:r>
          </a:p>
          <a:p>
            <a:pPr lvl="1">
              <a:spcAft>
                <a:spcPts val="1000"/>
              </a:spcAft>
              <a:defRPr sz="2000"/>
            </a:pPr>
            <a:r>
              <a:t>**Фузилли** — спиральные формы.</a:t>
            </a:r>
          </a:p>
          <a:p>
            <a:pPr lvl="1">
              <a:spcAft>
                <a:spcPts val="1000"/>
              </a:spcAft>
              <a:defRPr sz="2000"/>
            </a:pPr>
            <a:r>
              <a:t>*Польза макарон:**</a:t>
            </a:r>
          </a:p>
          <a:p>
            <a:pPr lvl="1">
              <a:spcAft>
                <a:spcPts val="1000"/>
              </a:spcAft>
              <a:defRPr sz="2000"/>
            </a:pPr>
            <a:r>
              <a:t>**Источник углеводов** — обеспечивают энергию для организма.</a:t>
            </a:r>
          </a:p>
          <a:p>
            <a:pPr lvl="1">
              <a:spcAft>
                <a:spcPts val="1000"/>
              </a:spcAft>
              <a:defRPr sz="2000"/>
            </a:pPr>
            <a:r>
              <a:t>**Белок** — содержат небольшое количество белка.</a:t>
            </a:r>
          </a:p>
          <a:p>
            <a:pPr lvl="1">
              <a:spcAft>
                <a:spcPts val="1000"/>
              </a:spcAft>
              <a:defRPr sz="2000"/>
            </a:pPr>
            <a:r>
              <a:t>**Витамины и минералы** — богаты витаминами группы B и железом.</a:t>
            </a:r>
          </a:p>
          <a:p>
            <a:pPr lvl="1">
              <a:spcAft>
                <a:spcPts val="1000"/>
              </a:spcAft>
              <a:defRPr sz="2000"/>
            </a:pPr>
            <a:r>
              <a:t>*Рекомендации по приготовлению:**</a:t>
            </a:r>
          </a:p>
          <a:p>
            <a:pPr lvl="1">
              <a:spcAft>
                <a:spcPts val="1000"/>
              </a:spcAft>
              <a:defRPr sz="2000"/>
            </a:pPr>
            <a:r>
              <a:t>Варите макароны в большом количестве воды.</a:t>
            </a:r>
          </a:p>
          <a:p>
            <a:pPr lvl="1">
              <a:spcAft>
                <a:spcPts val="1000"/>
              </a:spcAft>
              <a:defRPr sz="2000"/>
            </a:pPr>
            <a:r>
              <a:t>Добавьте соль в воду для варки.</a:t>
            </a:r>
          </a:p>
          <a:p>
            <a:pPr lvl="1">
              <a:spcAft>
                <a:spcPts val="1000"/>
              </a:spcAft>
              <a:defRPr sz="2000"/>
            </a:pPr>
            <a:r>
              <a:t>Следуйте рекомендациям по времени варки на упаковке.</a:t>
            </a:r>
          </a:p>
          <a:p>
            <a:pPr lvl="1">
              <a:spcAft>
                <a:spcPts val="1000"/>
              </a:spcAft>
              <a:defRPr sz="2000"/>
            </a:pPr>
            <a:r>
              <a:t>После варки промойте макароны холодной водой, если они будут использоваться в салатах.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нужны дополнительные слайды или более подробная информация, дайте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