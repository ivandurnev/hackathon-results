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Денежные кредиты представляют собой займы, предоставляемые банками или микрофинансовыми организациями. Они играют важную роль в развитии экономики и удовлетворении потребностей бизнеса и частных лиц.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7e4b763d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Типы кредитов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Потребительские кредиты: для покупки товаров и услуг.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Ипотечные кредиты: для приобретения недвижимости.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Коммерческие кредиты: для финансирования бизнес-проектов.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Кредитные карты: для краткосрочных займов с льготным периодом.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96eb1ba6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Процесс получения кредита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1. Подача заявки: заполнение анкеты и предоставление документов.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2. Проверка solvency: анализ кредитной истории и финансового состояния.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3. Одобрение кредита: решение банка на основе проверки.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4. Подписание договора: официальное оформление условий займа.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8216b0e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Преимущества денежных кредитов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Доступность: возможность получения для широкого круга заемщиков.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Гибкость: разнообразие сроков и сумм займа.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Прозрачность: четкие условия и процентные ставки.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Скорость: быстрое рассмотрение заявок и выдача средств.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df8b61dec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6459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Риски и рекомендации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023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Переплата: внимательно изучайте процентные ставки и скрытые комиссии.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Кредитная история: своевременно погашайте задолженности.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Финансовая нагрузка: оценивайте свои возможности перед оформлением займа.</a:t>
            </a:r>
          </a:p>
          <a:p>
            <a:pPr>
              <a:spcAft>
                <a:spcPts val="1400"/>
              </a:spcAft>
              <a:defRPr sz="1600">
                <a:solidFill>
                  <a:srgbClr val="CBD5E1"/>
                </a:solidFill>
              </a:defRPr>
            </a:pPr>
            <a:r>
              <a:t>• Правовое регулирование: соблюдайте все законодательные требования.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solidFill>
            <a:srgbClr val="1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xels_df8b61dec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1261872"/>
            <a:ext cx="4517136" cy="35112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52160" y="1097280"/>
            <a:ext cx="4846320" cy="3840480"/>
          </a:xfrm>
          <a:prstGeom prst="roundRect">
            <a:avLst/>
          </a:prstGeom>
          <a:noFill/>
          <a:ln w="1524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