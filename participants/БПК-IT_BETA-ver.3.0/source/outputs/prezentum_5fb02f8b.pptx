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1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41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127455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C8FFF5"/>
                </a:solidFill>
              </a:rPr>
              <a:t>Хакатон</a:t>
            </a:r>
          </a:p>
        </p:txBody>
      </p:sp>
      <p:sp>
        <p:nvSpPr>
          <p:cNvPr id="5" name="Rectangle 4"/>
          <p:cNvSpPr/>
          <p:nvPr/>
        </p:nvSpPr>
        <p:spPr>
          <a:xfrm>
            <a:off x="4265676" y="3794760"/>
            <a:ext cx="3657600" cy="38100"/>
          </a:xfrm>
          <a:prstGeom prst="rect">
            <a:avLst/>
          </a:prstGeom>
          <a:solidFill>
            <a:srgbClr val="00D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02336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78C8BE"/>
                </a:solidFill>
              </a:rPr>
              <a:t>Что это такое и как в нем участвовать?  |  Иван Иванов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C8FFF5"/>
                </a:solidFill>
              </a:rPr>
              <a:t>Что такое хакатон?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6217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700">
                <a:solidFill>
                  <a:srgbClr val="78C8BE"/>
                </a:solidFill>
              </a:rPr>
              <a:t>▸  Хакатон (от англ. hackathon) — это мероприятие, на котором программисты, дизайнеры, менеджеры и другие специалисты собираются вместе для совместной работы над проектами.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78C8BE"/>
                </a:solidFill>
              </a:rPr>
              <a:t>▸  Основная цель хакатона — создать работающее решение за ограниченное время, обычно несколько дней.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78C8BE"/>
                </a:solidFill>
              </a:rPr>
              <a:t>▸  Хакатоны часто проводятся для решения конкретных задач, таких как разработка нового приложения, улучшение существующего продукта или создание инновационных технологий.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78C8BE"/>
                </a:solidFill>
              </a:rPr>
              <a:t>▸  Участники работают в команде, обмениваясь идеями и навыками, чтобы достичь максимальных результатов.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097280"/>
            <a:ext cx="4846320" cy="5303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78C8BE"/>
                </a:solidFill>
              </a:rPr>
              <a:t>2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C8FFF5"/>
                </a:solidFill>
              </a:rPr>
              <a:t>Этапы проведения хакатона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6583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700">
                <a:solidFill>
                  <a:srgbClr val="78C8BE"/>
                </a:solidFill>
              </a:rPr>
              <a:t>▸  Подготовка: Организаторы определяют темы, формируют команды и готовят необходимое оборудование и материалы.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78C8BE"/>
                </a:solidFill>
              </a:rPr>
              <a:t>▸  Открытие: Приветствие участников, объявление правил и начало работы над проектами.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78C8BE"/>
                </a:solidFill>
              </a:rPr>
              <a:t>▸  Работа над проектами: Команды активно кодируют, тестируют и дорабатывают свои идеи.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78C8BE"/>
                </a:solidFill>
              </a:rPr>
              <a:t>▸  Презентация: Команды представляют свои проекты жюри и аудитории.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78C8BE"/>
                </a:solidFill>
              </a:rPr>
              <a:t>▸  Закрытие: Объявление победителей, награждение и подведение итогов мероприятия.</a:t>
            </a:r>
          </a:p>
        </p:txBody>
      </p:sp>
      <p:sp>
        <p:nvSpPr>
          <p:cNvPr id="4" name="Rectangle 3"/>
          <p:cNvSpPr/>
          <p:nvPr/>
        </p:nvSpPr>
        <p:spPr>
          <a:xfrm>
            <a:off x="7406640" y="1280160"/>
            <a:ext cx="4297680" cy="5212080"/>
          </a:xfrm>
          <a:prstGeom prst="roundRect">
            <a:avLst/>
          </a:prstGeom>
          <a:solidFill>
            <a:srgbClr val="00D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35240" y="150876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0A141E"/>
                </a:solidFill>
              </a:rPr>
              <a:t>ЗНАЛИ ЛИ ВЫ?</a:t>
            </a:r>
          </a:p>
        </p:txBody>
      </p:sp>
      <p:sp>
        <p:nvSpPr>
          <p:cNvPr id="6" name="Rectangle 5"/>
          <p:cNvSpPr/>
          <p:nvPr/>
        </p:nvSpPr>
        <p:spPr>
          <a:xfrm>
            <a:off x="7635240" y="1938528"/>
            <a:ext cx="3840480" cy="25400"/>
          </a:xfrm>
          <a:prstGeom prst="rect">
            <a:avLst/>
          </a:prstGeom>
          <a:solidFill>
            <a:srgbClr val="0A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35240" y="2103120"/>
            <a:ext cx="3840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A141E"/>
                </a:solidFill>
              </a:rPr>
              <a:t>Хакатоны помогают участникам быстро развивать навыки и создавать инновационные решения.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78C8BE"/>
                </a:solidFill>
              </a:rPr>
              <a:t>3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C8FFF5"/>
                </a:solidFill>
              </a:rPr>
              <a:t>Как подготовиться к хакатону?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700">
                <a:solidFill>
                  <a:srgbClr val="78C8BE"/>
                </a:solidFill>
              </a:rPr>
              <a:t>▸  Изучите темы и требования мероприятия.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78C8BE"/>
                </a:solidFill>
              </a:rPr>
              <a:t>▸  Подготовьте необходимые инструменты и технологии.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78C8BE"/>
                </a:solidFill>
              </a:rPr>
              <a:t>▸  Сформируйте команду или найдите единомышленников.</a:t>
            </a:r>
          </a:p>
        </p:txBody>
      </p:sp>
      <p:sp>
        <p:nvSpPr>
          <p:cNvPr id="4" name="Rectangle 3"/>
          <p:cNvSpPr/>
          <p:nvPr/>
        </p:nvSpPr>
        <p:spPr>
          <a:xfrm>
            <a:off x="6071616" y="1371600"/>
            <a:ext cx="25400" cy="5212080"/>
          </a:xfrm>
          <a:prstGeom prst="rect">
            <a:avLst/>
          </a:prstGeom>
          <a:solidFill>
            <a:srgbClr val="00D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0" y="146304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700">
                <a:solidFill>
                  <a:srgbClr val="78C8BE"/>
                </a:solidFill>
              </a:rPr>
              <a:t>▸  Придумайте несколько идей для проекта.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78C8BE"/>
                </a:solidFill>
              </a:rPr>
              <a:t>▸  Обеспечьте наличие необходимых документов и лицензий.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78C8BE"/>
                </a:solidFill>
              </a:rPr>
              <a:t>▸  Настройтесь на командную работу и готовность к быстрому принятию решений.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78C8BE"/>
                </a:solidFill>
              </a:rPr>
              <a:t>4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1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41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127455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C8FFF5"/>
                </a:solidFill>
              </a:rPr>
              <a:t>Заключение</a:t>
            </a:r>
          </a:p>
        </p:txBody>
      </p:sp>
      <p:sp>
        <p:nvSpPr>
          <p:cNvPr id="5" name="Rectangle 4"/>
          <p:cNvSpPr/>
          <p:nvPr/>
        </p:nvSpPr>
        <p:spPr>
          <a:xfrm>
            <a:off x="4265676" y="3794760"/>
            <a:ext cx="3657600" cy="38100"/>
          </a:xfrm>
          <a:prstGeom prst="rect">
            <a:avLst/>
          </a:prstGeom>
          <a:solidFill>
            <a:srgbClr val="00D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02336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78C8BE"/>
                </a:solidFill>
              </a:rPr>
              <a:t>Хакатоны — это отличная возможность для профессионального роста и создания чего-то уникального!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