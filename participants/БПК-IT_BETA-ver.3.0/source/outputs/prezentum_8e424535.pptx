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1E1E"/>
                </a:solidFill>
              </a:rPr>
              <a:t>Деревья на горах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3794760"/>
            <a:ext cx="3657600" cy="381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46464"/>
                </a:solidFill>
              </a:rPr>
              <a:t>Обзор экологической роли и особенностей  |  Иван Иванов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</a:rPr>
              <a:t>Экологическая роль деревьев на горах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Поддерживают водный баланс: корни деревьев помогают удерживать почву и предотвращают эрозию.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Создают микроклимат: благодаря тени и испарению воды, деревья снижают температуру и увеличивают влажность воздуха.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Обеспечивают местообитание для животных: многие виды животных зависят от горных лесов для питания и защиты.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Производят кислород: как и все деревья, горные леса вырабатывают кислород, необходимый для жизни.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84632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</a:rPr>
              <a:t>Особенности растительности на горах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Высотная поясность: растительность на горах меняется с высотой, образуя различные пояса.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Адаптация к суровым условиям: деревья на горах часто имеют более прочные и устойчивые корневые системы, а также способны выживать при низких температурах и сильных ветрах.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06640" y="1280160"/>
            <a:ext cx="4297680" cy="5212080"/>
          </a:xfrm>
          <a:prstGeom prst="round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35240" y="15087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</a:rPr>
              <a:t>ЗНАЛИ ЛИ ВЫ?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938528"/>
            <a:ext cx="3840480" cy="25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10312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</a:rPr>
              <a:t>На высоких горах можно встретить карликовые формы деревьев, которые адаптировались к суровым климатическим условиям.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</a:rPr>
              <a:t>Примеры горных деревьев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Ель: распространена в горных районах Сибири и Дальнего Востока, хорошо переносит холод и снег.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Берёза: встречается на средних высотах, быстро растёт и легко адаптируется к различным почвам.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1616" y="1371600"/>
            <a:ext cx="25400" cy="521208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Сосна: растёт на скалистых склонах, устойчива к ветрам и засухе.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646464"/>
                </a:solidFill>
              </a:rPr>
              <a:t>▸  Лиственница: характерна для горных районов Севера, обладает мощной корневой системой и долговечностью.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6464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1E1E"/>
                </a:solidFill>
              </a:rPr>
              <a:t>Заключение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3794760"/>
            <a:ext cx="3657600" cy="381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46464"/>
                </a:solidFill>
              </a:rPr>
              <a:t>Важность сохранения горных лесов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